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heme/theme3.xml" ContentType="application/vnd.openxmlformats-officedocument.theme+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notesSlides/notesSlide1.xml" ContentType="application/vnd.openxmlformats-officedocument.presentationml.notesSlide+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notesSlides/notesSlide2.xml" ContentType="application/vnd.openxmlformats-officedocument.presentationml.notesSlide+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notesSlides/notesSlide3.xml" ContentType="application/vnd.openxmlformats-officedocument.presentationml.notesSlide+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notesSlides/notesSlide4.xml" ContentType="application/vnd.openxmlformats-officedocument.presentationml.notesSlide+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notesSlides/notesSlide5.xml" ContentType="application/vnd.openxmlformats-officedocument.presentationml.notesSlide+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notesSlides/notesSlide6.xml" ContentType="application/vnd.openxmlformats-officedocument.presentationml.notesSlide+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notesSlides/notesSlide7.xml" ContentType="application/vnd.openxmlformats-officedocument.presentationml.notesSlide+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notesSlides/notesSlide8.xml" ContentType="application/vnd.openxmlformats-officedocument.presentationml.notesSlide+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notesSlides/notesSlide9.xml" ContentType="application/vnd.openxmlformats-officedocument.presentationml.notesSlide+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notesSlides/notesSlide10.xml" ContentType="application/vnd.openxmlformats-officedocument.presentationml.notesSlide+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notesSlides/notesSlide11.xml" ContentType="application/vnd.openxmlformats-officedocument.presentationml.notesSlide+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notesSlides/notesSlide12.xml" ContentType="application/vnd.openxmlformats-officedocument.presentationml.notesSlide+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notesSlides/notesSlide13.xml" ContentType="application/vnd.openxmlformats-officedocument.presentationml.notesSlide+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notesSlides/notesSlide14.xml" ContentType="application/vnd.openxmlformats-officedocument.presentationml.notesSlide+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notesSlides/notesSlide15.xml" ContentType="application/vnd.openxmlformats-officedocument.presentationml.notesSlide+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notesSlides/notesSlide16.xml" ContentType="application/vnd.openxmlformats-officedocument.presentationml.notesSlide+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notesSlides/notesSlide17.xml" ContentType="application/vnd.openxmlformats-officedocument.presentationml.notesSlide+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9" r:id="rId2"/>
  </p:sldMasterIdLst>
  <p:notesMasterIdLst>
    <p:notesMasterId r:id="rId21"/>
  </p:notesMasterIdLst>
  <p:sldIdLst>
    <p:sldId id="257" r:id="rId3"/>
    <p:sldId id="265" r:id="rId4"/>
    <p:sldId id="266" r:id="rId5"/>
    <p:sldId id="267" r:id="rId6"/>
    <p:sldId id="270" r:id="rId7"/>
    <p:sldId id="271" r:id="rId8"/>
    <p:sldId id="273" r:id="rId9"/>
    <p:sldId id="274" r:id="rId10"/>
    <p:sldId id="275" r:id="rId11"/>
    <p:sldId id="278" r:id="rId12"/>
    <p:sldId id="284" r:id="rId13"/>
    <p:sldId id="283" r:id="rId14"/>
    <p:sldId id="291" r:id="rId15"/>
    <p:sldId id="280" r:id="rId16"/>
    <p:sldId id="281" r:id="rId17"/>
    <p:sldId id="282" r:id="rId18"/>
    <p:sldId id="290" r:id="rId19"/>
    <p:sldId id="279" r:id="rId2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4B36E"/>
    <a:srgbClr val="CFE09A"/>
    <a:srgbClr val="C2E277"/>
    <a:srgbClr val="75AC8F"/>
    <a:srgbClr val="8CC288"/>
    <a:srgbClr val="19A382"/>
    <a:srgbClr val="F1AF4F"/>
    <a:srgbClr val="588491"/>
    <a:srgbClr val="BC4042"/>
    <a:srgbClr val="F0809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ED083AE6-46FA-4A59-8FB0-9F97EB10719F}" styleName="浅色样式 3 - 强调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86" d="100"/>
          <a:sy n="86" d="100"/>
        </p:scale>
        <p:origin x="514"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2020/3/23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幻灯片图像占位符 1"/>
          <p:cNvSpPr>
            <a:spLocks noGrp="1" noRot="1" noChangeAspect="1"/>
          </p:cNvSpPr>
          <p:nvPr>
            <p:ph type="sldImg"/>
          </p:nvPr>
        </p:nvSpPr>
        <p:spPr/>
      </p:sp>
      <p:sp>
        <p:nvSpPr>
          <p:cNvPr id="14338" name="备注占位符 2"/>
          <p:cNvSpPr>
            <a:spLocks noGrp="1"/>
          </p:cNvSpPr>
          <p:nvPr>
            <p:ph type="body"/>
          </p:nvPr>
        </p:nvSpPr>
        <p:spPr/>
        <p:txBody>
          <a:bodyPr lIns="91440" tIns="45720" rIns="91440" bIns="45720" anchor="t"/>
          <a:lstStyle/>
          <a:p>
            <a:pPr lvl="0"/>
            <a:endParaRPr lang="zh-CN" altLang="en-US"/>
          </a:p>
        </p:txBody>
      </p:sp>
      <p:sp>
        <p:nvSpPr>
          <p:cNvPr id="14339" name="灯片编号占位符 3"/>
          <p:cNvSpPr>
            <a:spLocks noGrp="1"/>
          </p:cNvSpPr>
          <p:nvPr>
            <p:ph type="sldNum" sz="quarter"/>
          </p:nvPr>
        </p:nvSpPr>
        <p:spPr>
          <a:xfrm>
            <a:off x="3884613" y="8685213"/>
            <a:ext cx="2971800" cy="458787"/>
          </a:xfrm>
          <a:prstGeom prst="rect">
            <a:avLst/>
          </a:prstGeom>
          <a:noFill/>
          <a:ln w="9525">
            <a:noFill/>
          </a:ln>
        </p:spPr>
        <p:txBody>
          <a:bodyPr vert="horz" lIns="91440" tIns="45720" rIns="91440" bIns="45720" anchor="b"/>
          <a:lstStyle/>
          <a:p>
            <a:pPr lvl="0" indent="0" algn="r"/>
            <a:fld id="{9A0DB2DC-4C9A-4742-B13C-FB6460FD3503}" type="slidenum">
              <a:rPr lang="zh-CN" altLang="en-US" sz="1200">
                <a:latin typeface="Arial" panose="020B0604020202020204" pitchFamily="34" charset="0"/>
                <a:ea typeface="宋体" panose="02010600030101010101" pitchFamily="2" charset="-122"/>
              </a:rPr>
              <a:t>1</a:t>
            </a:fld>
            <a:endParaRPr lang="zh-CN" altLang="en-US" sz="1200">
              <a:latin typeface="Arial" panose="020B0604020202020204" pitchFamily="34" charset="0"/>
              <a:ea typeface="宋体" panose="0201060003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幻灯片图像占位符 1"/>
          <p:cNvSpPr>
            <a:spLocks noGrp="1" noRot="1" noChangeAspect="1"/>
          </p:cNvSpPr>
          <p:nvPr>
            <p:ph type="sldImg"/>
          </p:nvPr>
        </p:nvSpPr>
        <p:spPr/>
      </p:sp>
      <p:sp>
        <p:nvSpPr>
          <p:cNvPr id="16386" name="备注占位符 2"/>
          <p:cNvSpPr>
            <a:spLocks noGrp="1"/>
          </p:cNvSpPr>
          <p:nvPr>
            <p:ph type="body"/>
          </p:nvPr>
        </p:nvSpPr>
        <p:spPr/>
        <p:txBody>
          <a:bodyPr lIns="91440" tIns="45720" rIns="91440" bIns="45720" anchor="t"/>
          <a:lstStyle/>
          <a:p>
            <a:pPr lvl="0"/>
            <a:endParaRPr lang="zh-CN" altLang="en-US"/>
          </a:p>
        </p:txBody>
      </p:sp>
      <p:sp>
        <p:nvSpPr>
          <p:cNvPr id="16387" name="灯片编号占位符 3"/>
          <p:cNvSpPr>
            <a:spLocks noGrp="1"/>
          </p:cNvSpPr>
          <p:nvPr>
            <p:ph type="sldNum" sz="quarter"/>
          </p:nvPr>
        </p:nvSpPr>
        <p:spPr>
          <a:xfrm>
            <a:off x="3884613" y="8685213"/>
            <a:ext cx="2971800" cy="458787"/>
          </a:xfrm>
          <a:prstGeom prst="rect">
            <a:avLst/>
          </a:prstGeom>
          <a:noFill/>
          <a:ln w="9525">
            <a:noFill/>
          </a:ln>
        </p:spPr>
        <p:txBody>
          <a:bodyPr vert="horz" lIns="91440" tIns="45720" rIns="91440" bIns="45720" anchor="b"/>
          <a:lstStyle/>
          <a:p>
            <a:pPr lvl="0" indent="0" algn="r"/>
            <a:fld id="{9A0DB2DC-4C9A-4742-B13C-FB6460FD3503}" type="slidenum">
              <a:rPr lang="zh-CN" altLang="en-US" sz="1200">
                <a:latin typeface="Arial" panose="020B0604020202020204" pitchFamily="34" charset="0"/>
                <a:ea typeface="宋体" panose="02010600030101010101" pitchFamily="2" charset="-122"/>
              </a:rPr>
              <a:t>2</a:t>
            </a:fld>
            <a:endParaRPr lang="zh-CN" altLang="en-US" sz="1200">
              <a:latin typeface="Arial" panose="020B0604020202020204" pitchFamily="34" charset="0"/>
              <a:ea typeface="宋体" panose="02010600030101010101" pitchFamily="2"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eaLnBrk="0" fontAlgn="base" latinLnBrk="0" hangingPunct="0">
              <a:lnSpc>
                <a:spcPct val="100000"/>
              </a:lnSpc>
              <a:spcBef>
                <a:spcPct val="0"/>
              </a:spcBef>
              <a:spcAft>
                <a:spcPct val="0"/>
              </a:spcAft>
              <a:buClrTx/>
              <a:buSzTx/>
              <a:buFontTx/>
              <a:buNone/>
              <a:defRPr/>
            </a:pPr>
            <a:fld id="{39AD698A-D66C-4FA1-BBD8-F72AE9E6E751}"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charset="0"/>
                <a:ea typeface="微软雅黑" panose="020B0503020204020204" charset="-122"/>
              </a:rPr>
              <a:t>3</a:t>
            </a:fld>
            <a:endParaRPr kumimoji="0" lang="zh-CN" altLang="en-US" sz="1200" b="0" i="0" u="none" strike="noStrike" kern="1200" cap="none" spc="0" normalizeH="0" baseline="0" noProof="0">
              <a:ln>
                <a:noFill/>
              </a:ln>
              <a:solidFill>
                <a:prstClr val="black"/>
              </a:solidFill>
              <a:effectLst/>
              <a:uLnTx/>
              <a:uFillTx/>
              <a:latin typeface="Calibri" panose="020F0502020204030204" charset="0"/>
              <a:ea typeface="微软雅黑" panose="020B0503020204020204"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dirty="0">
                <a:sym typeface="+mn-ea"/>
              </a:rPr>
              <a:t>对石油勘探企业（中石油东方物探研究所）的调研结果表明，虽然能源勘探领域的相关理论发展相对比较成熟，且相关研究也比较完善和透彻。但是由于计算机硬件技术的限制，相当多的理论并未投入实际工程应用。近几年来，随着计算机硬件的飞速发展，越来越多的能源勘探领域从业人员为了提高工作效率与质量，不断地尝试通过并行技术针对一些优秀的理论以及能源勘探数据处理算法进行试验与改进，但是由于专业知识的限制和因工作压力导致的无暇深入研究并行编程技术等等因素，使其在并行编程方面受到了极大的阻碍。由此可见，能源勘探行业内迫切的需要更加完善的软件并行策略和更加方便快捷的算法并行化途径来进行高效的数据处理与解释。同时并行编程能力也逐渐成为了勘探行业从业人员的必不可少的职业技能。</a:t>
            </a:r>
          </a:p>
        </p:txBody>
      </p:sp>
      <p:sp>
        <p:nvSpPr>
          <p:cNvPr id="4" name="灯片编号占位符 3"/>
          <p:cNvSpPr>
            <a:spLocks noGrp="1"/>
          </p:cNvSpPr>
          <p:nvPr>
            <p:ph type="sldNum" sz="quarter" idx="10"/>
          </p:nvPr>
        </p:nvSpPr>
        <p:spPr/>
        <p:txBody>
          <a:bodyPr/>
          <a:lstStyle/>
          <a:p>
            <a:pPr marL="0" marR="0" lvl="0" indent="0" algn="r" defTabSz="914400" eaLnBrk="0" fontAlgn="base" latinLnBrk="0" hangingPunct="0">
              <a:lnSpc>
                <a:spcPct val="100000"/>
              </a:lnSpc>
              <a:spcBef>
                <a:spcPct val="0"/>
              </a:spcBef>
              <a:spcAft>
                <a:spcPct val="0"/>
              </a:spcAft>
              <a:buClrTx/>
              <a:buSzTx/>
              <a:buFontTx/>
              <a:buNone/>
              <a:defRPr/>
            </a:pPr>
            <a:fld id="{39AD698A-D66C-4FA1-BBD8-F72AE9E6E751}"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charset="0"/>
                <a:ea typeface="微软雅黑" panose="020B0503020204020204" charset="-122"/>
              </a:rPr>
              <a:t>4</a:t>
            </a:fld>
            <a:endParaRPr kumimoji="0" lang="zh-CN" altLang="en-US" sz="1200" b="0" i="0" u="none" strike="noStrike" kern="1200" cap="none" spc="0" normalizeH="0" baseline="0" noProof="0">
              <a:ln>
                <a:noFill/>
              </a:ln>
              <a:solidFill>
                <a:prstClr val="black"/>
              </a:solidFill>
              <a:effectLst/>
              <a:uLnTx/>
              <a:uFillTx/>
              <a:latin typeface="Calibri" panose="020F0502020204030204" charset="0"/>
              <a:ea typeface="微软雅黑" panose="020B0503020204020204"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algn="l">
              <a:lnSpc>
                <a:spcPct val="150000"/>
              </a:lnSpc>
            </a:pPr>
            <a:r>
              <a:rPr lang="zh-CN" altLang="en-US">
                <a:latin typeface="宋体" panose="02010600030101010101" pitchFamily="2" charset="-122"/>
                <a:ea typeface="宋体" panose="02010600030101010101" pitchFamily="2" charset="-122"/>
                <a:cs typeface="宋体" panose="02010600030101010101" pitchFamily="2" charset="-122"/>
                <a:sym typeface="+mn-ea"/>
              </a:rPr>
              <a:t>结合项目内容，综合对比分析以上三种现有能源勘探软件系统发现：</a:t>
            </a:r>
            <a:endParaRPr lang="zh-CN" altLang="en-US">
              <a:latin typeface="宋体" panose="02010600030101010101" pitchFamily="2" charset="-122"/>
              <a:ea typeface="宋体" panose="02010600030101010101" pitchFamily="2" charset="-122"/>
              <a:cs typeface="宋体" panose="02010600030101010101" pitchFamily="2" charset="-122"/>
            </a:endParaRPr>
          </a:p>
          <a:p>
            <a:pPr algn="l">
              <a:lnSpc>
                <a:spcPct val="150000"/>
              </a:lnSpc>
            </a:pPr>
            <a:r>
              <a:rPr lang="en-US" altLang="zh-CN">
                <a:latin typeface="宋体" panose="02010600030101010101" pitchFamily="2" charset="-122"/>
                <a:ea typeface="宋体" panose="02010600030101010101" pitchFamily="2" charset="-122"/>
                <a:cs typeface="宋体" panose="02010600030101010101" pitchFamily="2" charset="-122"/>
                <a:sym typeface="+mn-ea"/>
              </a:rPr>
              <a:t>1</a:t>
            </a:r>
            <a:r>
              <a:rPr lang="zh-CN" altLang="en-US">
                <a:latin typeface="宋体" panose="02010600030101010101" pitchFamily="2" charset="-122"/>
                <a:ea typeface="宋体" panose="02010600030101010101" pitchFamily="2" charset="-122"/>
                <a:cs typeface="宋体" panose="02010600030101010101" pitchFamily="2" charset="-122"/>
                <a:sym typeface="+mn-ea"/>
              </a:rPr>
              <a:t>、在业务应用集成、数据处理算法覆盖、数据并行管理策略、作业调度管理等方面，业界内均存在表现良好的解决方案。</a:t>
            </a:r>
            <a:endParaRPr lang="zh-CN" altLang="en-US">
              <a:latin typeface="宋体" panose="02010600030101010101" pitchFamily="2" charset="-122"/>
              <a:ea typeface="宋体" panose="02010600030101010101" pitchFamily="2" charset="-122"/>
              <a:cs typeface="宋体" panose="02010600030101010101" pitchFamily="2" charset="-122"/>
            </a:endParaRPr>
          </a:p>
          <a:p>
            <a:pPr algn="l">
              <a:lnSpc>
                <a:spcPct val="150000"/>
              </a:lnSpc>
            </a:pPr>
            <a:r>
              <a:rPr lang="en-US" altLang="zh-CN">
                <a:latin typeface="宋体" panose="02010600030101010101" pitchFamily="2" charset="-122"/>
                <a:ea typeface="宋体" panose="02010600030101010101" pitchFamily="2" charset="-122"/>
                <a:cs typeface="宋体" panose="02010600030101010101" pitchFamily="2" charset="-122"/>
                <a:sym typeface="+mn-ea"/>
              </a:rPr>
              <a:t>2</a:t>
            </a:r>
            <a:r>
              <a:rPr lang="zh-CN" altLang="en-US">
                <a:latin typeface="宋体" panose="02010600030101010101" pitchFamily="2" charset="-122"/>
                <a:ea typeface="宋体" panose="02010600030101010101" pitchFamily="2" charset="-122"/>
                <a:cs typeface="宋体" panose="02010600030101010101" pitchFamily="2" charset="-122"/>
                <a:sym typeface="+mn-ea"/>
              </a:rPr>
              <a:t>、商业软件系统采用</a:t>
            </a:r>
            <a:r>
              <a:rPr lang="en-US" altLang="zh-CN">
                <a:latin typeface="宋体" panose="02010600030101010101" pitchFamily="2" charset="-122"/>
                <a:ea typeface="宋体" panose="02010600030101010101" pitchFamily="2" charset="-122"/>
                <a:cs typeface="宋体" panose="02010600030101010101" pitchFamily="2" charset="-122"/>
                <a:sym typeface="+mn-ea"/>
              </a:rPr>
              <a:t>Web</a:t>
            </a:r>
            <a:r>
              <a:rPr lang="zh-CN" altLang="en-US">
                <a:latin typeface="宋体" panose="02010600030101010101" pitchFamily="2" charset="-122"/>
                <a:ea typeface="宋体" panose="02010600030101010101" pitchFamily="2" charset="-122"/>
                <a:cs typeface="宋体" panose="02010600030101010101" pitchFamily="2" charset="-122"/>
                <a:sym typeface="+mn-ea"/>
              </a:rPr>
              <a:t>的形式，完成了从多应用多窗口响应式的操作到站点一站集成甚至是云化的过程。</a:t>
            </a:r>
            <a:endParaRPr lang="zh-CN" altLang="en-US">
              <a:latin typeface="宋体" panose="02010600030101010101" pitchFamily="2" charset="-122"/>
              <a:ea typeface="宋体" panose="02010600030101010101" pitchFamily="2" charset="-122"/>
              <a:cs typeface="宋体" panose="02010600030101010101" pitchFamily="2" charset="-122"/>
            </a:endParaRPr>
          </a:p>
          <a:p>
            <a:pPr algn="l">
              <a:lnSpc>
                <a:spcPct val="150000"/>
              </a:lnSpc>
            </a:pPr>
            <a:r>
              <a:rPr lang="en-US" altLang="zh-CN">
                <a:latin typeface="宋体" panose="02010600030101010101" pitchFamily="2" charset="-122"/>
                <a:ea typeface="宋体" panose="02010600030101010101" pitchFamily="2" charset="-122"/>
                <a:cs typeface="宋体" panose="02010600030101010101" pitchFamily="2" charset="-122"/>
                <a:sym typeface="+mn-ea"/>
              </a:rPr>
              <a:t>3</a:t>
            </a:r>
            <a:r>
              <a:rPr lang="zh-CN" altLang="en-US">
                <a:latin typeface="宋体" panose="02010600030101010101" pitchFamily="2" charset="-122"/>
                <a:ea typeface="宋体" panose="02010600030101010101" pitchFamily="2" charset="-122"/>
                <a:cs typeface="宋体" panose="02010600030101010101" pitchFamily="2" charset="-122"/>
                <a:sym typeface="+mn-ea"/>
              </a:rPr>
              <a:t>、在用户自主编程方面，却无一例外地采用原始编程方式，专业门槛较高，对拥有多年数据处理经验，勘探行业技术熟练但不熟悉并行编程技术的从业人员很不友好。</a:t>
            </a:r>
            <a:endParaRPr lang="zh-CN" altLang="en-US">
              <a:latin typeface="宋体" panose="02010600030101010101" pitchFamily="2" charset="-122"/>
              <a:ea typeface="宋体" panose="02010600030101010101" pitchFamily="2" charset="-122"/>
              <a:cs typeface="宋体" panose="02010600030101010101" pitchFamily="2" charset="-122"/>
            </a:endParaRPr>
          </a:p>
          <a:p>
            <a:endParaRPr dirty="0">
              <a:sym typeface="+mn-ea"/>
            </a:endParaRPr>
          </a:p>
        </p:txBody>
      </p:sp>
      <p:sp>
        <p:nvSpPr>
          <p:cNvPr id="4" name="灯片编号占位符 3"/>
          <p:cNvSpPr>
            <a:spLocks noGrp="1"/>
          </p:cNvSpPr>
          <p:nvPr>
            <p:ph type="sldNum" sz="quarter" idx="10"/>
          </p:nvPr>
        </p:nvSpPr>
        <p:spPr/>
        <p:txBody>
          <a:bodyPr/>
          <a:lstStyle/>
          <a:p>
            <a:pPr marL="0" marR="0" lvl="0" indent="0" algn="r" defTabSz="914400" eaLnBrk="0" fontAlgn="base" latinLnBrk="0" hangingPunct="0">
              <a:lnSpc>
                <a:spcPct val="100000"/>
              </a:lnSpc>
              <a:spcBef>
                <a:spcPct val="0"/>
              </a:spcBef>
              <a:spcAft>
                <a:spcPct val="0"/>
              </a:spcAft>
              <a:buClrTx/>
              <a:buSzTx/>
              <a:buFontTx/>
              <a:buNone/>
              <a:defRPr/>
            </a:pPr>
            <a:fld id="{39AD698A-D66C-4FA1-BBD8-F72AE9E6E751}"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charset="0"/>
                <a:ea typeface="微软雅黑" panose="020B0503020204020204" charset="-122"/>
              </a:rPr>
              <a:t>5</a:t>
            </a:fld>
            <a:endParaRPr kumimoji="0" lang="zh-CN" altLang="en-US" sz="1200" b="0" i="0" u="none" strike="noStrike" kern="1200" cap="none" spc="0" normalizeH="0" baseline="0" noProof="0">
              <a:ln>
                <a:noFill/>
              </a:ln>
              <a:solidFill>
                <a:prstClr val="black"/>
              </a:solidFill>
              <a:effectLst/>
              <a:uLnTx/>
              <a:uFillTx/>
              <a:latin typeface="Calibri" panose="020F0502020204030204" charset="0"/>
              <a:ea typeface="微软雅黑" panose="020B0503020204020204"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dirty="0">
              <a:sym typeface="+mn-ea"/>
            </a:endParaRPr>
          </a:p>
        </p:txBody>
      </p:sp>
      <p:sp>
        <p:nvSpPr>
          <p:cNvPr id="4" name="灯片编号占位符 3"/>
          <p:cNvSpPr>
            <a:spLocks noGrp="1"/>
          </p:cNvSpPr>
          <p:nvPr>
            <p:ph type="sldNum" sz="quarter" idx="10"/>
          </p:nvPr>
        </p:nvSpPr>
        <p:spPr/>
        <p:txBody>
          <a:bodyPr/>
          <a:lstStyle/>
          <a:p>
            <a:pPr marL="0" marR="0" lvl="0" indent="0" algn="r" defTabSz="914400" eaLnBrk="0" fontAlgn="base" latinLnBrk="0" hangingPunct="0">
              <a:lnSpc>
                <a:spcPct val="100000"/>
              </a:lnSpc>
              <a:spcBef>
                <a:spcPct val="0"/>
              </a:spcBef>
              <a:spcAft>
                <a:spcPct val="0"/>
              </a:spcAft>
              <a:buClrTx/>
              <a:buSzTx/>
              <a:buFontTx/>
              <a:buNone/>
              <a:defRPr/>
            </a:pPr>
            <a:fld id="{39AD698A-D66C-4FA1-BBD8-F72AE9E6E751}"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charset="0"/>
                <a:ea typeface="微软雅黑" panose="020B0503020204020204" charset="-122"/>
              </a:rPr>
              <a:t>6</a:t>
            </a:fld>
            <a:endParaRPr kumimoji="0" lang="zh-CN" altLang="en-US" sz="1200" b="0" i="0" u="none" strike="noStrike" kern="1200" cap="none" spc="0" normalizeH="0" baseline="0" noProof="0">
              <a:ln>
                <a:noFill/>
              </a:ln>
              <a:solidFill>
                <a:prstClr val="black"/>
              </a:solidFill>
              <a:effectLst/>
              <a:uLnTx/>
              <a:uFillTx/>
              <a:latin typeface="Calibri" panose="020F0502020204030204" charset="0"/>
              <a:ea typeface="微软雅黑" panose="020B0503020204020204"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dirty="0">
                <a:solidFill>
                  <a:srgbClr val="9C6A6A">
                    <a:lumMod val="50000"/>
                  </a:srgbClr>
                </a:solidFill>
                <a:sym typeface="+mn-ea"/>
              </a:rPr>
              <a:t>地震数据处理算法程序庞大的程序规模与复杂的数据依赖导致无法人为的准确地深入了解程序的静态特征的同时，超长的运行时间与成本也使得获取程序动态特征成为空谈，针对此类程序并行性分析和自动并行化的难度进一步增加。研究更加直接的程序并行性预测方法意义重大，而使用机器学习、人工智能的方法来解决程序的可并行性预测甚至是程序的并行化问题是一个值得关注的方向。</a:t>
            </a:r>
            <a:endParaRPr lang="zh-CN" altLang="en-US"/>
          </a:p>
          <a:p>
            <a:endParaRPr dirty="0">
              <a:sym typeface="+mn-ea"/>
            </a:endParaRPr>
          </a:p>
        </p:txBody>
      </p:sp>
      <p:sp>
        <p:nvSpPr>
          <p:cNvPr id="4" name="灯片编号占位符 3"/>
          <p:cNvSpPr>
            <a:spLocks noGrp="1"/>
          </p:cNvSpPr>
          <p:nvPr>
            <p:ph type="sldNum" sz="quarter" idx="10"/>
          </p:nvPr>
        </p:nvSpPr>
        <p:spPr/>
        <p:txBody>
          <a:bodyPr/>
          <a:lstStyle/>
          <a:p>
            <a:pPr marL="0" marR="0" lvl="0" indent="0" algn="r" defTabSz="914400" eaLnBrk="0" fontAlgn="base" latinLnBrk="0" hangingPunct="0">
              <a:lnSpc>
                <a:spcPct val="100000"/>
              </a:lnSpc>
              <a:spcBef>
                <a:spcPct val="0"/>
              </a:spcBef>
              <a:spcAft>
                <a:spcPct val="0"/>
              </a:spcAft>
              <a:buClrTx/>
              <a:buSzTx/>
              <a:buFontTx/>
              <a:buNone/>
              <a:defRPr/>
            </a:pPr>
            <a:fld id="{39AD698A-D66C-4FA1-BBD8-F72AE9E6E751}"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charset="0"/>
                <a:ea typeface="微软雅黑" panose="020B0503020204020204" charset="-122"/>
              </a:rPr>
              <a:t>7</a:t>
            </a:fld>
            <a:endParaRPr kumimoji="0" lang="zh-CN" altLang="en-US" sz="1200" b="0" i="0" u="none" strike="noStrike" kern="1200" cap="none" spc="0" normalizeH="0" baseline="0" noProof="0">
              <a:ln>
                <a:noFill/>
              </a:ln>
              <a:solidFill>
                <a:prstClr val="black"/>
              </a:solidFill>
              <a:effectLst/>
              <a:uLnTx/>
              <a:uFillTx/>
              <a:latin typeface="Calibri" panose="020F0502020204030204" charset="0"/>
              <a:ea typeface="微软雅黑" panose="020B0503020204020204" charset="-122"/>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dirty="0">
              <a:sym typeface="+mn-ea"/>
            </a:endParaRPr>
          </a:p>
        </p:txBody>
      </p:sp>
      <p:sp>
        <p:nvSpPr>
          <p:cNvPr id="4" name="灯片编号占位符 3"/>
          <p:cNvSpPr>
            <a:spLocks noGrp="1"/>
          </p:cNvSpPr>
          <p:nvPr>
            <p:ph type="sldNum" sz="quarter" idx="10"/>
          </p:nvPr>
        </p:nvSpPr>
        <p:spPr/>
        <p:txBody>
          <a:bodyPr/>
          <a:lstStyle/>
          <a:p>
            <a:pPr marL="0" marR="0" lvl="0" indent="0" algn="r" defTabSz="914400" eaLnBrk="0" fontAlgn="base" latinLnBrk="0" hangingPunct="0">
              <a:lnSpc>
                <a:spcPct val="100000"/>
              </a:lnSpc>
              <a:spcBef>
                <a:spcPct val="0"/>
              </a:spcBef>
              <a:spcAft>
                <a:spcPct val="0"/>
              </a:spcAft>
              <a:buClrTx/>
              <a:buSzTx/>
              <a:buFontTx/>
              <a:buNone/>
              <a:defRPr/>
            </a:pPr>
            <a:fld id="{39AD698A-D66C-4FA1-BBD8-F72AE9E6E751}"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charset="0"/>
                <a:ea typeface="微软雅黑" panose="020B0503020204020204" charset="-122"/>
              </a:rPr>
              <a:t>8</a:t>
            </a:fld>
            <a:endParaRPr kumimoji="0" lang="zh-CN" altLang="en-US" sz="1200" b="0" i="0" u="none" strike="noStrike" kern="1200" cap="none" spc="0" normalizeH="0" baseline="0" noProof="0">
              <a:ln>
                <a:noFill/>
              </a:ln>
              <a:solidFill>
                <a:prstClr val="black"/>
              </a:solidFill>
              <a:effectLst/>
              <a:uLnTx/>
              <a:uFillTx/>
              <a:latin typeface="Calibri" panose="020F0502020204030204" charset="0"/>
              <a:ea typeface="微软雅黑" panose="020B0503020204020204" charset="-122"/>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dirty="0">
              <a:sym typeface="+mn-ea"/>
            </a:endParaRPr>
          </a:p>
        </p:txBody>
      </p:sp>
      <p:sp>
        <p:nvSpPr>
          <p:cNvPr id="4" name="灯片编号占位符 3"/>
          <p:cNvSpPr>
            <a:spLocks noGrp="1"/>
          </p:cNvSpPr>
          <p:nvPr>
            <p:ph type="sldNum" sz="quarter" idx="10"/>
          </p:nvPr>
        </p:nvSpPr>
        <p:spPr/>
        <p:txBody>
          <a:bodyPr/>
          <a:lstStyle/>
          <a:p>
            <a:pPr marL="0" marR="0" lvl="0" indent="0" algn="r" defTabSz="914400" eaLnBrk="0" fontAlgn="base" latinLnBrk="0" hangingPunct="0">
              <a:lnSpc>
                <a:spcPct val="100000"/>
              </a:lnSpc>
              <a:spcBef>
                <a:spcPct val="0"/>
              </a:spcBef>
              <a:spcAft>
                <a:spcPct val="0"/>
              </a:spcAft>
              <a:buClrTx/>
              <a:buSzTx/>
              <a:buFontTx/>
              <a:buNone/>
              <a:defRPr/>
            </a:pPr>
            <a:fld id="{39AD698A-D66C-4FA1-BBD8-F72AE9E6E751}"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charset="0"/>
                <a:ea typeface="微软雅黑" panose="020B0503020204020204" charset="-122"/>
              </a:rPr>
              <a:t>9</a:t>
            </a:fld>
            <a:endParaRPr kumimoji="0" lang="zh-CN" altLang="en-US" sz="1200" b="0" i="0" u="none" strike="noStrike" kern="1200" cap="none" spc="0" normalizeH="0" baseline="0" noProof="0">
              <a:ln>
                <a:noFill/>
              </a:ln>
              <a:solidFill>
                <a:prstClr val="black"/>
              </a:solidFill>
              <a:effectLst/>
              <a:uLnTx/>
              <a:uFillTx/>
              <a:latin typeface="Calibri" panose="020F0502020204030204" charset="0"/>
              <a:ea typeface="微软雅黑" panose="020B0503020204020204" charset="-122"/>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dirty="0">
              <a:sym typeface="+mn-ea"/>
            </a:endParaRPr>
          </a:p>
        </p:txBody>
      </p:sp>
      <p:sp>
        <p:nvSpPr>
          <p:cNvPr id="4" name="灯片编号占位符 3"/>
          <p:cNvSpPr>
            <a:spLocks noGrp="1"/>
          </p:cNvSpPr>
          <p:nvPr>
            <p:ph type="sldNum" sz="quarter" idx="10"/>
          </p:nvPr>
        </p:nvSpPr>
        <p:spPr/>
        <p:txBody>
          <a:bodyPr/>
          <a:lstStyle/>
          <a:p>
            <a:pPr marL="0" marR="0" lvl="0" indent="0" algn="r" defTabSz="914400" eaLnBrk="0" fontAlgn="base" latinLnBrk="0" hangingPunct="0">
              <a:lnSpc>
                <a:spcPct val="100000"/>
              </a:lnSpc>
              <a:spcBef>
                <a:spcPct val="0"/>
              </a:spcBef>
              <a:spcAft>
                <a:spcPct val="0"/>
              </a:spcAft>
              <a:buClrTx/>
              <a:buSzTx/>
              <a:buFontTx/>
              <a:buNone/>
              <a:defRPr/>
            </a:pPr>
            <a:fld id="{39AD698A-D66C-4FA1-BBD8-F72AE9E6E751}"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charset="0"/>
                <a:ea typeface="微软雅黑" panose="020B0503020204020204" charset="-122"/>
              </a:rPr>
              <a:t>10</a:t>
            </a:fld>
            <a:endParaRPr kumimoji="0" lang="zh-CN" altLang="en-US" sz="1200" b="0" i="0" u="none" strike="noStrike" kern="1200" cap="none" spc="0" normalizeH="0" baseline="0" noProof="0">
              <a:ln>
                <a:noFill/>
              </a:ln>
              <a:solidFill>
                <a:prstClr val="black"/>
              </a:solidFill>
              <a:effectLst/>
              <a:uLnTx/>
              <a:uFillTx/>
              <a:latin typeface="Calibri" panose="020F0502020204030204" charset="0"/>
              <a:ea typeface="微软雅黑" panose="020B0503020204020204" charset="-122"/>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dirty="0">
                <a:sym typeface="+mn-ea"/>
              </a:rPr>
              <a:t>序列分类（N VS 1） </a:t>
            </a:r>
          </a:p>
          <a:p>
            <a:r>
              <a:rPr dirty="0">
                <a:sym typeface="+mn-ea"/>
              </a:rPr>
              <a:t>输入是一个序列，输出是一个单独的值而不是序列，这种结构通常用来处理序列分类问题。如输入一段文字判别它所属的类别，输入一个句子判断其情感倾向，输入一段视频并判断它的类别等等。</a:t>
            </a:r>
          </a:p>
          <a:p>
            <a:r>
              <a:rPr dirty="0">
                <a:sym typeface="+mn-ea"/>
              </a:rPr>
              <a:t>可以对最后一个 h 进行输出变换，或对所有的 h 进行平均后再进行输出变换</a:t>
            </a:r>
          </a:p>
          <a:p>
            <a:r>
              <a:rPr dirty="0">
                <a:sym typeface="+mn-ea"/>
              </a:rPr>
              <a:t>注意：初始状态神经元的数量必定和隐层神经元的数量一致 </a:t>
            </a:r>
          </a:p>
          <a:p>
            <a:endParaRPr dirty="0">
              <a:sym typeface="+mn-ea"/>
            </a:endParaRPr>
          </a:p>
        </p:txBody>
      </p:sp>
      <p:sp>
        <p:nvSpPr>
          <p:cNvPr id="4" name="灯片编号占位符 3"/>
          <p:cNvSpPr>
            <a:spLocks noGrp="1"/>
          </p:cNvSpPr>
          <p:nvPr>
            <p:ph type="sldNum" sz="quarter" idx="10"/>
          </p:nvPr>
        </p:nvSpPr>
        <p:spPr/>
        <p:txBody>
          <a:bodyPr/>
          <a:lstStyle/>
          <a:p>
            <a:pPr marL="0" marR="0" lvl="0" indent="0" algn="r" defTabSz="914400" eaLnBrk="0" fontAlgn="base" latinLnBrk="0" hangingPunct="0">
              <a:lnSpc>
                <a:spcPct val="100000"/>
              </a:lnSpc>
              <a:spcBef>
                <a:spcPct val="0"/>
              </a:spcBef>
              <a:spcAft>
                <a:spcPct val="0"/>
              </a:spcAft>
              <a:buClrTx/>
              <a:buSzTx/>
              <a:buFontTx/>
              <a:buNone/>
              <a:defRPr/>
            </a:pPr>
            <a:fld id="{39AD698A-D66C-4FA1-BBD8-F72AE9E6E751}"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charset="0"/>
                <a:ea typeface="微软雅黑" panose="020B0503020204020204" charset="-122"/>
              </a:rPr>
              <a:t>11</a:t>
            </a:fld>
            <a:endParaRPr kumimoji="0" lang="zh-CN" altLang="en-US" sz="1200" b="0" i="0" u="none" strike="noStrike" kern="1200" cap="none" spc="0" normalizeH="0" baseline="0" noProof="0">
              <a:ln>
                <a:noFill/>
              </a:ln>
              <a:solidFill>
                <a:prstClr val="black"/>
              </a:solidFill>
              <a:effectLst/>
              <a:uLnTx/>
              <a:uFillTx/>
              <a:latin typeface="Calibri" panose="020F0502020204030204" charset="0"/>
              <a:ea typeface="微软雅黑" panose="020B0503020204020204" charset="-122"/>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dirty="0">
              <a:sym typeface="+mn-ea"/>
            </a:endParaRPr>
          </a:p>
        </p:txBody>
      </p:sp>
      <p:sp>
        <p:nvSpPr>
          <p:cNvPr id="4" name="灯片编号占位符 3"/>
          <p:cNvSpPr>
            <a:spLocks noGrp="1"/>
          </p:cNvSpPr>
          <p:nvPr>
            <p:ph type="sldNum" sz="quarter" idx="10"/>
          </p:nvPr>
        </p:nvSpPr>
        <p:spPr/>
        <p:txBody>
          <a:bodyPr/>
          <a:lstStyle/>
          <a:p>
            <a:pPr marL="0" marR="0" lvl="0" indent="0" algn="r" defTabSz="914400" eaLnBrk="0" fontAlgn="base" latinLnBrk="0" hangingPunct="0">
              <a:lnSpc>
                <a:spcPct val="100000"/>
              </a:lnSpc>
              <a:spcBef>
                <a:spcPct val="0"/>
              </a:spcBef>
              <a:spcAft>
                <a:spcPct val="0"/>
              </a:spcAft>
              <a:buClrTx/>
              <a:buSzTx/>
              <a:buFontTx/>
              <a:buNone/>
              <a:defRPr/>
            </a:pPr>
            <a:fld id="{39AD698A-D66C-4FA1-BBD8-F72AE9E6E751}"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charset="0"/>
                <a:ea typeface="微软雅黑" panose="020B0503020204020204" charset="-122"/>
              </a:rPr>
              <a:t>12</a:t>
            </a:fld>
            <a:endParaRPr kumimoji="0" lang="zh-CN" altLang="en-US" sz="1200" b="0" i="0" u="none" strike="noStrike" kern="1200" cap="none" spc="0" normalizeH="0" baseline="0" noProof="0">
              <a:ln>
                <a:noFill/>
              </a:ln>
              <a:solidFill>
                <a:prstClr val="black"/>
              </a:solidFill>
              <a:effectLst/>
              <a:uLnTx/>
              <a:uFillTx/>
              <a:latin typeface="Calibri" panose="020F0502020204030204" charset="0"/>
              <a:ea typeface="微软雅黑" panose="020B0503020204020204" charset="-122"/>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en-US" dirty="0">
                <a:sym typeface="+mn-ea"/>
              </a:rPr>
              <a:t>seq2seq具有非常广泛的应用场景，而且效果也是非常强大。同时，因为是端到端的模型（大部分的深度模型都是端到端的），它减少了很多人工处理和规则制定的步骤。在 Encoder-Decoder 的基础上，人们又引入了attention mechanism等技术，使得这些深度方法在各个任务上表现更加突出。</a:t>
            </a:r>
          </a:p>
          <a:p>
            <a:endParaRPr lang="en-US" dirty="0">
              <a:sym typeface="+mn-ea"/>
            </a:endParaRPr>
          </a:p>
          <a:p>
            <a:r>
              <a:rPr lang="en-US" dirty="0">
                <a:sym typeface="+mn-ea"/>
              </a:rPr>
              <a:t>Seq2Seq</a:t>
            </a:r>
            <a:r>
              <a:rPr lang="zh-CN" altLang="en-US" dirty="0">
                <a:sym typeface="+mn-ea"/>
              </a:rPr>
              <a:t>在</a:t>
            </a:r>
            <a:r>
              <a:rPr dirty="0">
                <a:sym typeface="+mn-ea"/>
              </a:rPr>
              <a:t>机器翻译，自动对话机器人，文档摘要自动生成，图片描述自动生成</a:t>
            </a:r>
            <a:r>
              <a:rPr lang="zh-CN" dirty="0">
                <a:sym typeface="+mn-ea"/>
              </a:rPr>
              <a:t>等方面都有良好表现</a:t>
            </a:r>
          </a:p>
        </p:txBody>
      </p:sp>
      <p:sp>
        <p:nvSpPr>
          <p:cNvPr id="4" name="灯片编号占位符 3"/>
          <p:cNvSpPr>
            <a:spLocks noGrp="1"/>
          </p:cNvSpPr>
          <p:nvPr>
            <p:ph type="sldNum" sz="quarter" idx="10"/>
          </p:nvPr>
        </p:nvSpPr>
        <p:spPr/>
        <p:txBody>
          <a:bodyPr/>
          <a:lstStyle/>
          <a:p>
            <a:pPr marL="0" marR="0" lvl="0" indent="0" algn="r" defTabSz="914400" eaLnBrk="0" fontAlgn="base" latinLnBrk="0" hangingPunct="0">
              <a:lnSpc>
                <a:spcPct val="100000"/>
              </a:lnSpc>
              <a:spcBef>
                <a:spcPct val="0"/>
              </a:spcBef>
              <a:spcAft>
                <a:spcPct val="0"/>
              </a:spcAft>
              <a:buClrTx/>
              <a:buSzTx/>
              <a:buFontTx/>
              <a:buNone/>
              <a:defRPr/>
            </a:pPr>
            <a:fld id="{39AD698A-D66C-4FA1-BBD8-F72AE9E6E751}"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charset="0"/>
                <a:ea typeface="微软雅黑" panose="020B0503020204020204" charset="-122"/>
              </a:rPr>
              <a:t>13</a:t>
            </a:fld>
            <a:endParaRPr kumimoji="0" lang="zh-CN" altLang="en-US" sz="1200" b="0" i="0" u="none" strike="noStrike" kern="1200" cap="none" spc="0" normalizeH="0" baseline="0" noProof="0">
              <a:ln>
                <a:noFill/>
              </a:ln>
              <a:solidFill>
                <a:prstClr val="black"/>
              </a:solidFill>
              <a:effectLst/>
              <a:uLnTx/>
              <a:uFillTx/>
              <a:latin typeface="Calibri" panose="020F0502020204030204" charset="0"/>
              <a:ea typeface="微软雅黑" panose="020B0503020204020204" charset="-122"/>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dirty="0">
              <a:sym typeface="+mn-ea"/>
            </a:endParaRPr>
          </a:p>
        </p:txBody>
      </p:sp>
      <p:sp>
        <p:nvSpPr>
          <p:cNvPr id="4" name="灯片编号占位符 3"/>
          <p:cNvSpPr>
            <a:spLocks noGrp="1"/>
          </p:cNvSpPr>
          <p:nvPr>
            <p:ph type="sldNum" sz="quarter" idx="10"/>
          </p:nvPr>
        </p:nvSpPr>
        <p:spPr/>
        <p:txBody>
          <a:bodyPr/>
          <a:lstStyle/>
          <a:p>
            <a:pPr marL="0" marR="0" lvl="0" indent="0" algn="r" defTabSz="914400" eaLnBrk="0" fontAlgn="base" latinLnBrk="0" hangingPunct="0">
              <a:lnSpc>
                <a:spcPct val="100000"/>
              </a:lnSpc>
              <a:spcBef>
                <a:spcPct val="0"/>
              </a:spcBef>
              <a:spcAft>
                <a:spcPct val="0"/>
              </a:spcAft>
              <a:buClrTx/>
              <a:buSzTx/>
              <a:buFontTx/>
              <a:buNone/>
              <a:defRPr/>
            </a:pPr>
            <a:fld id="{39AD698A-D66C-4FA1-BBD8-F72AE9E6E751}"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charset="0"/>
                <a:ea typeface="微软雅黑" panose="020B0503020204020204" charset="-122"/>
              </a:rPr>
              <a:t>14</a:t>
            </a:fld>
            <a:endParaRPr kumimoji="0" lang="zh-CN" altLang="en-US" sz="1200" b="0" i="0" u="none" strike="noStrike" kern="1200" cap="none" spc="0" normalizeH="0" baseline="0" noProof="0">
              <a:ln>
                <a:noFill/>
              </a:ln>
              <a:solidFill>
                <a:prstClr val="black"/>
              </a:solidFill>
              <a:effectLst/>
              <a:uLnTx/>
              <a:uFillTx/>
              <a:latin typeface="Calibri" panose="020F0502020204030204" charset="0"/>
              <a:ea typeface="微软雅黑" panose="020B0503020204020204" charset="-122"/>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dirty="0">
              <a:sym typeface="+mn-ea"/>
            </a:endParaRPr>
          </a:p>
        </p:txBody>
      </p:sp>
      <p:sp>
        <p:nvSpPr>
          <p:cNvPr id="4" name="灯片编号占位符 3"/>
          <p:cNvSpPr>
            <a:spLocks noGrp="1"/>
          </p:cNvSpPr>
          <p:nvPr>
            <p:ph type="sldNum" sz="quarter" idx="10"/>
          </p:nvPr>
        </p:nvSpPr>
        <p:spPr/>
        <p:txBody>
          <a:bodyPr/>
          <a:lstStyle/>
          <a:p>
            <a:pPr marL="0" marR="0" lvl="0" indent="0" algn="r" defTabSz="914400" eaLnBrk="0" fontAlgn="base" latinLnBrk="0" hangingPunct="0">
              <a:lnSpc>
                <a:spcPct val="100000"/>
              </a:lnSpc>
              <a:spcBef>
                <a:spcPct val="0"/>
              </a:spcBef>
              <a:spcAft>
                <a:spcPct val="0"/>
              </a:spcAft>
              <a:buClrTx/>
              <a:buSzTx/>
              <a:buFontTx/>
              <a:buNone/>
              <a:defRPr/>
            </a:pPr>
            <a:fld id="{39AD698A-D66C-4FA1-BBD8-F72AE9E6E751}"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charset="0"/>
                <a:ea typeface="微软雅黑" panose="020B0503020204020204" charset="-122"/>
              </a:rPr>
              <a:t>15</a:t>
            </a:fld>
            <a:endParaRPr kumimoji="0" lang="zh-CN" altLang="en-US" sz="1200" b="0" i="0" u="none" strike="noStrike" kern="1200" cap="none" spc="0" normalizeH="0" baseline="0" noProof="0">
              <a:ln>
                <a:noFill/>
              </a:ln>
              <a:solidFill>
                <a:prstClr val="black"/>
              </a:solidFill>
              <a:effectLst/>
              <a:uLnTx/>
              <a:uFillTx/>
              <a:latin typeface="Calibri" panose="020F0502020204030204" charset="0"/>
              <a:ea typeface="微软雅黑" panose="020B0503020204020204" charset="-122"/>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幻灯片图像占位符 1"/>
          <p:cNvSpPr>
            <a:spLocks noGrp="1" noRot="1" noChangeAspect="1"/>
          </p:cNvSpPr>
          <p:nvPr>
            <p:ph type="sldImg"/>
          </p:nvPr>
        </p:nvSpPr>
        <p:spPr/>
      </p:sp>
      <p:sp>
        <p:nvSpPr>
          <p:cNvPr id="43010" name="备注占位符 2"/>
          <p:cNvSpPr>
            <a:spLocks noGrp="1"/>
          </p:cNvSpPr>
          <p:nvPr>
            <p:ph type="body"/>
          </p:nvPr>
        </p:nvSpPr>
        <p:spPr/>
        <p:txBody>
          <a:bodyPr lIns="91440" tIns="45720" rIns="91440" bIns="45720" anchor="t"/>
          <a:lstStyle/>
          <a:p>
            <a:pPr lvl="0"/>
            <a:endParaRPr lang="zh-CN" altLang="en-US"/>
          </a:p>
        </p:txBody>
      </p:sp>
      <p:sp>
        <p:nvSpPr>
          <p:cNvPr id="43011" name="灯片编号占位符 3"/>
          <p:cNvSpPr>
            <a:spLocks noGrp="1"/>
          </p:cNvSpPr>
          <p:nvPr>
            <p:ph type="sldNum" sz="quarter"/>
          </p:nvPr>
        </p:nvSpPr>
        <p:spPr>
          <a:xfrm>
            <a:off x="3884613" y="8685213"/>
            <a:ext cx="2971800" cy="458787"/>
          </a:xfrm>
          <a:prstGeom prst="rect">
            <a:avLst/>
          </a:prstGeom>
          <a:noFill/>
          <a:ln w="9525">
            <a:noFill/>
          </a:ln>
        </p:spPr>
        <p:txBody>
          <a:bodyPr vert="horz" lIns="91440" tIns="45720" rIns="91440" bIns="45720" anchor="b"/>
          <a:lstStyle/>
          <a:p>
            <a:pPr lvl="0" indent="0" algn="r"/>
            <a:fld id="{9A0DB2DC-4C9A-4742-B13C-FB6460FD3503}" type="slidenum">
              <a:rPr lang="zh-CN" altLang="en-US" sz="1200">
                <a:latin typeface="Arial" panose="020B0604020202020204" pitchFamily="34" charset="0"/>
                <a:ea typeface="宋体" panose="02010600030101010101" pitchFamily="2" charset="-122"/>
              </a:rPr>
              <a:t>16</a:t>
            </a:fld>
            <a:endParaRPr lang="zh-CN" altLang="en-US" sz="1200">
              <a:latin typeface="Arial" panose="020B0604020202020204" pitchFamily="34" charset="0"/>
              <a:ea typeface="宋体" panose="02010600030101010101" pitchFamily="2" charset="-122"/>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en-US" dirty="0">
                <a:sym typeface="+mn-ea"/>
              </a:rPr>
              <a:t>seq2seq具有非常广泛的应用场景，而且效果也是非常强大。同时，因为是端到端的模型（大部分的深度模型都是端到端的），它减少了很多人工处理和规则制定的步骤。在 Encoder-Decoder 的基础上，人们又引入了attention mechanism等技术，使得这些深度方法在各个任务上表现更加突出。</a:t>
            </a:r>
          </a:p>
          <a:p>
            <a:endParaRPr lang="en-US" dirty="0">
              <a:sym typeface="+mn-ea"/>
            </a:endParaRPr>
          </a:p>
          <a:p>
            <a:r>
              <a:rPr lang="en-US" dirty="0">
                <a:sym typeface="+mn-ea"/>
              </a:rPr>
              <a:t>Seq2Seq</a:t>
            </a:r>
            <a:r>
              <a:rPr lang="zh-CN" altLang="en-US" dirty="0">
                <a:sym typeface="+mn-ea"/>
              </a:rPr>
              <a:t>在</a:t>
            </a:r>
            <a:r>
              <a:rPr dirty="0">
                <a:sym typeface="+mn-ea"/>
              </a:rPr>
              <a:t>机器翻译，自动对话机器人，文档摘要自动生成，图片描述自动生成</a:t>
            </a:r>
            <a:r>
              <a:rPr lang="zh-CN" dirty="0">
                <a:sym typeface="+mn-ea"/>
              </a:rPr>
              <a:t>等方面都有良好表现</a:t>
            </a:r>
          </a:p>
        </p:txBody>
      </p:sp>
      <p:sp>
        <p:nvSpPr>
          <p:cNvPr id="4" name="灯片编号占位符 3"/>
          <p:cNvSpPr>
            <a:spLocks noGrp="1"/>
          </p:cNvSpPr>
          <p:nvPr>
            <p:ph type="sldNum" sz="quarter" idx="10"/>
          </p:nvPr>
        </p:nvSpPr>
        <p:spPr/>
        <p:txBody>
          <a:bodyPr/>
          <a:lstStyle/>
          <a:p>
            <a:pPr marL="0" marR="0" lvl="0" indent="0" algn="r" defTabSz="914400" eaLnBrk="0" fontAlgn="base" latinLnBrk="0" hangingPunct="0">
              <a:lnSpc>
                <a:spcPct val="100000"/>
              </a:lnSpc>
              <a:spcBef>
                <a:spcPct val="0"/>
              </a:spcBef>
              <a:spcAft>
                <a:spcPct val="0"/>
              </a:spcAft>
              <a:buClrTx/>
              <a:buSzTx/>
              <a:buFontTx/>
              <a:buNone/>
              <a:defRPr/>
            </a:pPr>
            <a:fld id="{39AD698A-D66C-4FA1-BBD8-F72AE9E6E751}"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charset="0"/>
                <a:ea typeface="微软雅黑" panose="020B0503020204020204" charset="-122"/>
              </a:rPr>
              <a:t>17</a:t>
            </a:fld>
            <a:endParaRPr kumimoji="0" lang="zh-CN" altLang="en-US" sz="1200" b="0" i="0" u="none" strike="noStrike" kern="1200" cap="none" spc="0" normalizeH="0" baseline="0" noProof="0">
              <a:ln>
                <a:noFill/>
              </a:ln>
              <a:solidFill>
                <a:prstClr val="black"/>
              </a:solidFill>
              <a:effectLst/>
              <a:uLnTx/>
              <a:uFillTx/>
              <a:latin typeface="Calibri" panose="020F0502020204030204" charset="0"/>
              <a:ea typeface="微软雅黑" panose="020B0503020204020204" charset="-122"/>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dirty="0">
                <a:sym typeface="+mn-ea"/>
              </a:rPr>
              <a:t>序列分类（N VS 1） </a:t>
            </a:r>
          </a:p>
          <a:p>
            <a:r>
              <a:rPr dirty="0">
                <a:sym typeface="+mn-ea"/>
              </a:rPr>
              <a:t>输入是一个序列，输出是一个单独的值而不是序列，这种结构通常用来处理序列分类问题。如输入一段文字判别它所属的类别，输入一个句子判断其情感倾向，输入一段视频并判断它的类别等等。</a:t>
            </a:r>
          </a:p>
          <a:p>
            <a:r>
              <a:rPr dirty="0">
                <a:sym typeface="+mn-ea"/>
              </a:rPr>
              <a:t>可以对最后一个 h 进行输出变换，或对所有的 h 进行平均后再进行输出变换</a:t>
            </a:r>
          </a:p>
          <a:p>
            <a:r>
              <a:rPr dirty="0">
                <a:sym typeface="+mn-ea"/>
              </a:rPr>
              <a:t>注意：初始状态神经元的数量必定和隐层神经元的数量一致 </a:t>
            </a:r>
          </a:p>
          <a:p>
            <a:endParaRPr dirty="0">
              <a:sym typeface="+mn-ea"/>
            </a:endParaRPr>
          </a:p>
        </p:txBody>
      </p:sp>
      <p:sp>
        <p:nvSpPr>
          <p:cNvPr id="4" name="灯片编号占位符 3"/>
          <p:cNvSpPr>
            <a:spLocks noGrp="1"/>
          </p:cNvSpPr>
          <p:nvPr>
            <p:ph type="sldNum" sz="quarter" idx="10"/>
          </p:nvPr>
        </p:nvSpPr>
        <p:spPr/>
        <p:txBody>
          <a:bodyPr/>
          <a:lstStyle/>
          <a:p>
            <a:pPr marL="0" marR="0" lvl="0" indent="0" algn="r" defTabSz="914400" eaLnBrk="0" fontAlgn="base" latinLnBrk="0" hangingPunct="0">
              <a:lnSpc>
                <a:spcPct val="100000"/>
              </a:lnSpc>
              <a:spcBef>
                <a:spcPct val="0"/>
              </a:spcBef>
              <a:spcAft>
                <a:spcPct val="0"/>
              </a:spcAft>
              <a:buClrTx/>
              <a:buSzTx/>
              <a:buFontTx/>
              <a:buNone/>
              <a:defRPr/>
            </a:pPr>
            <a:fld id="{39AD698A-D66C-4FA1-BBD8-F72AE9E6E751}"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charset="0"/>
                <a:ea typeface="微软雅黑" panose="020B0503020204020204" charset="-122"/>
              </a:rPr>
              <a:t>18</a:t>
            </a:fld>
            <a:endParaRPr kumimoji="0" lang="zh-CN" altLang="en-US" sz="1200" b="0" i="0" u="none" strike="noStrike" kern="1200" cap="none" spc="0" normalizeH="0" baseline="0" noProof="0">
              <a:ln>
                <a:noFill/>
              </a:ln>
              <a:solidFill>
                <a:prstClr val="black"/>
              </a:solidFill>
              <a:effectLst/>
              <a:uLnTx/>
              <a:uFillTx/>
              <a:latin typeface="Calibri" panose="020F0502020204030204" charset="0"/>
              <a:ea typeface="微软雅黑" panose="020B0503020204020204"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tags" Target="../tags/tag6.xml"/><Relationship Id="rId2" Type="http://schemas.openxmlformats.org/officeDocument/2006/relationships/tags" Target="../tags/tag5.xml"/><Relationship Id="rId1" Type="http://schemas.openxmlformats.org/officeDocument/2006/relationships/tags" Target="../tags/tag4.xml"/><Relationship Id="rId6" Type="http://schemas.openxmlformats.org/officeDocument/2006/relationships/slideMaster" Target="../slideMasters/slideMaster1.xml"/><Relationship Id="rId5" Type="http://schemas.openxmlformats.org/officeDocument/2006/relationships/tags" Target="../tags/tag8.xml"/><Relationship Id="rId4" Type="http://schemas.openxmlformats.org/officeDocument/2006/relationships/tags" Target="../tags/tag7.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tags" Target="../tags/tag11.xml"/><Relationship Id="rId2" Type="http://schemas.openxmlformats.org/officeDocument/2006/relationships/tags" Target="../tags/tag10.xml"/><Relationship Id="rId1" Type="http://schemas.openxmlformats.org/officeDocument/2006/relationships/tags" Target="../tags/tag9.xml"/><Relationship Id="rId6" Type="http://schemas.openxmlformats.org/officeDocument/2006/relationships/slideMaster" Target="../slideMasters/slideMaster1.xml"/><Relationship Id="rId5" Type="http://schemas.openxmlformats.org/officeDocument/2006/relationships/tags" Target="../tags/tag13.xml"/><Relationship Id="rId4" Type="http://schemas.openxmlformats.org/officeDocument/2006/relationships/tags" Target="../tags/tag1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tags" Target="../tags/tag19.xml"/><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slideMaster" Target="../slideMasters/slideMaster2.xml"/><Relationship Id="rId5" Type="http://schemas.openxmlformats.org/officeDocument/2006/relationships/tags" Target="../tags/tag21.xml"/><Relationship Id="rId4" Type="http://schemas.openxmlformats.org/officeDocument/2006/relationships/tags" Target="../tags/tag20.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tags" Target="../tags/tag24.xml"/><Relationship Id="rId2" Type="http://schemas.openxmlformats.org/officeDocument/2006/relationships/tags" Target="../tags/tag23.xml"/><Relationship Id="rId1" Type="http://schemas.openxmlformats.org/officeDocument/2006/relationships/tags" Target="../tags/tag22.xml"/><Relationship Id="rId6" Type="http://schemas.openxmlformats.org/officeDocument/2006/relationships/slideMaster" Target="../slideMasters/slideMaster2.xml"/><Relationship Id="rId5" Type="http://schemas.openxmlformats.org/officeDocument/2006/relationships/tags" Target="../tags/tag26.xml"/><Relationship Id="rId4" Type="http://schemas.openxmlformats.org/officeDocument/2006/relationships/tags" Target="../tags/tag25.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cxnSp>
        <p:nvCxnSpPr>
          <p:cNvPr id="7" name="直接连接符 6"/>
          <p:cNvCxnSpPr/>
          <p:nvPr>
            <p:custDataLst>
              <p:tags r:id="rId1"/>
            </p:custDataLst>
          </p:nvPr>
        </p:nvCxnSpPr>
        <p:spPr>
          <a:xfrm flipH="1">
            <a:off x="1631951" y="2308225"/>
            <a:ext cx="285115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直接连接符 7"/>
          <p:cNvCxnSpPr/>
          <p:nvPr>
            <p:custDataLst>
              <p:tags r:id="rId2"/>
            </p:custDataLst>
          </p:nvPr>
        </p:nvCxnSpPr>
        <p:spPr>
          <a:xfrm>
            <a:off x="1631951" y="2308225"/>
            <a:ext cx="0" cy="2182813"/>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直接连接符 8"/>
          <p:cNvCxnSpPr/>
          <p:nvPr>
            <p:custDataLst>
              <p:tags r:id="rId3"/>
            </p:custDataLst>
          </p:nvPr>
        </p:nvCxnSpPr>
        <p:spPr>
          <a:xfrm>
            <a:off x="1617133" y="4500563"/>
            <a:ext cx="896196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直接连接符 9"/>
          <p:cNvCxnSpPr/>
          <p:nvPr>
            <p:custDataLst>
              <p:tags r:id="rId4"/>
            </p:custDataLst>
          </p:nvPr>
        </p:nvCxnSpPr>
        <p:spPr>
          <a:xfrm flipH="1">
            <a:off x="7727951" y="2308225"/>
            <a:ext cx="285115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5"/>
            </p:custDataLst>
          </p:nvPr>
        </p:nvCxnSpPr>
        <p:spPr>
          <a:xfrm>
            <a:off x="10572751" y="2317750"/>
            <a:ext cx="0" cy="2182813"/>
          </a:xfrm>
          <a:prstGeom prst="line">
            <a:avLst/>
          </a:prstGeom>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ph type="ctrTitle" hasCustomPrompt="1"/>
          </p:nvPr>
        </p:nvSpPr>
        <p:spPr>
          <a:xfrm>
            <a:off x="2268279" y="2683891"/>
            <a:ext cx="7655443" cy="1089529"/>
          </a:xfrm>
        </p:spPr>
        <p:txBody>
          <a:bodyPr wrap="square" anchor="b">
            <a:normAutofit/>
          </a:bodyPr>
          <a:lstStyle>
            <a:lvl1pPr algn="ctr">
              <a:defRPr sz="5400"/>
            </a:lvl1pPr>
          </a:lstStyle>
          <a:p>
            <a:pPr fontAlgn="auto"/>
            <a:r>
              <a:rPr lang="zh-CN" altLang="en-US" strike="noStrike" noProof="1"/>
              <a:t>单击此处编辑标题</a:t>
            </a:r>
          </a:p>
        </p:txBody>
      </p:sp>
      <p:sp>
        <p:nvSpPr>
          <p:cNvPr id="3" name="副标题 2"/>
          <p:cNvSpPr>
            <a:spLocks noGrp="1"/>
          </p:cNvSpPr>
          <p:nvPr>
            <p:ph type="subTitle" idx="1"/>
          </p:nvPr>
        </p:nvSpPr>
        <p:spPr>
          <a:xfrm>
            <a:off x="2268279" y="3814695"/>
            <a:ext cx="7655443" cy="424732"/>
          </a:xfrm>
        </p:spPr>
        <p:txBody>
          <a:bodyPr wrap="square">
            <a:normAutofit/>
          </a:bodyPr>
          <a:lstStyle>
            <a:lvl1pPr marL="0" indent="0" algn="dist">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auto"/>
            <a:r>
              <a:rPr lang="zh-CN" altLang="en-US" strike="noStrike" noProof="1"/>
              <a:t>单击此处编辑母版副标题样式</a:t>
            </a:r>
          </a:p>
        </p:txBody>
      </p:sp>
      <p:sp>
        <p:nvSpPr>
          <p:cNvPr id="4" name="日期占位符 3"/>
          <p:cNvSpPr>
            <a:spLocks noGrp="1"/>
          </p:cNvSpPr>
          <p:nvPr>
            <p:ph type="dt" sz="half" idx="10"/>
          </p:nvPr>
        </p:nvSpPr>
        <p:spPr>
          <a:xfrm>
            <a:off x="838200" y="6356350"/>
            <a:ext cx="2743200" cy="365125"/>
          </a:xfrm>
          <a:prstGeom prst="rect">
            <a:avLst/>
          </a:prstGeom>
        </p:spPr>
        <p:txBody>
          <a:bodyPr vert="horz" lIns="91440" tIns="45720" rIns="91440" bIns="45720" rtlCol="0" anchor="ctr">
            <a:normAutofit/>
          </a:bodyPr>
          <a:lstStyle>
            <a:lvl1pPr>
              <a:defRPr sz="1200"/>
            </a:lvl1pPr>
          </a:lstStyle>
          <a:p>
            <a:pPr fontAlgn="base"/>
            <a:fld id="{760FBDFE-C587-4B4C-A407-44438C67B59E}" type="datetimeFigureOut">
              <a:rPr lang="zh-CN" altLang="en-US" strike="noStrike" noProof="1" smtClean="0">
                <a:latin typeface="Arial" panose="020B0604020202020204" pitchFamily="34" charset="0"/>
                <a:ea typeface="宋体" panose="02010600030101010101" pitchFamily="2" charset="-122"/>
                <a:cs typeface="+mn-cs"/>
              </a:rPr>
              <a:t>2020/3/23</a:t>
            </a:fld>
            <a:endParaRPr lang="zh-CN" altLang="en-US" strike="noStrike" noProof="1"/>
          </a:p>
        </p:txBody>
      </p:sp>
      <p:sp>
        <p:nvSpPr>
          <p:cNvPr id="5" name="页脚占位符 4"/>
          <p:cNvSpPr>
            <a:spLocks noGrp="1"/>
          </p:cNvSpPr>
          <p:nvPr>
            <p:ph type="ftr" sz="quarter" idx="11"/>
          </p:nvPr>
        </p:nvSpPr>
        <p:spPr>
          <a:xfrm>
            <a:off x="4038600" y="6356350"/>
            <a:ext cx="4114800" cy="365125"/>
          </a:xfrm>
          <a:prstGeom prst="rect">
            <a:avLst/>
          </a:prstGeom>
        </p:spPr>
        <p:txBody>
          <a:bodyPr vert="horz" lIns="91440" tIns="45720" rIns="91440" bIns="45720" rtlCol="0" anchor="ctr">
            <a:normAutofit/>
          </a:bodyPr>
          <a:lstStyle>
            <a:lvl1pPr>
              <a:defRPr sz="1200"/>
            </a:lvl1pPr>
          </a:lstStyle>
          <a:p>
            <a:pPr fontAlgn="base"/>
            <a:endParaRPr lang="zh-CN" altLang="en-US" strike="noStrike" noProof="1"/>
          </a:p>
        </p:txBody>
      </p:sp>
      <p:sp>
        <p:nvSpPr>
          <p:cNvPr id="6" name="灯片编号占位符 5"/>
          <p:cNvSpPr>
            <a:spLocks noGrp="1"/>
          </p:cNvSpPr>
          <p:nvPr>
            <p:ph type="sldNum" sz="quarter" idx="12"/>
          </p:nvPr>
        </p:nvSpPr>
        <p:spPr>
          <a:xfrm>
            <a:off x="8610600" y="6356350"/>
            <a:ext cx="2743200" cy="365125"/>
          </a:xfrm>
          <a:prstGeom prst="rect">
            <a:avLst/>
          </a:prstGeom>
        </p:spPr>
        <p:txBody>
          <a:bodyPr vert="horz" lIns="91440" tIns="45720" rIns="91440" bIns="45720" rtlCol="0" anchor="ctr">
            <a:normAutofit/>
          </a:bodyPr>
          <a:lstStyle>
            <a:lvl1pPr>
              <a:defRPr sz="1200"/>
            </a:lvl1pPr>
          </a:lstStyle>
          <a:p>
            <a:pPr fontAlgn="base"/>
            <a:fld id="{49AE70B2-8BF9-45C0-BB95-33D1B9D3A854}" type="slidenum">
              <a:rPr lang="zh-CN" altLang="en-US" strike="noStrike" noProof="1" smtClean="0">
                <a:latin typeface="Arial" panose="020B0604020202020204" pitchFamily="34" charset="0"/>
                <a:ea typeface="宋体" panose="02010600030101010101" pitchFamily="2" charset="-122"/>
                <a:cs typeface="+mn-cs"/>
              </a:rPr>
              <a:t>‹#›</a:t>
            </a:fld>
            <a:endParaRPr lang="zh-CN" altLang="en-US" strike="noStrike" noProof="1"/>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fontAlgn="auto"/>
            <a:r>
              <a:rPr lang="zh-CN" altLang="en-US" strike="noStrike" noProof="1"/>
              <a:t>单击此处编辑母版标题样式</a:t>
            </a:r>
          </a:p>
        </p:txBody>
      </p:sp>
      <p:sp>
        <p:nvSpPr>
          <p:cNvPr id="3" name="内容占位符 2"/>
          <p:cNvSpPr>
            <a:spLocks noGrp="1"/>
          </p:cNvSpPr>
          <p:nvPr>
            <p:ph idx="1"/>
          </p:nvPr>
        </p:nvSpPr>
        <p:spPr/>
        <p:txBody>
          <a:bodyPr>
            <a:normAutofit/>
          </a:bodyPr>
          <a:lstStyle>
            <a:lvl1pPr>
              <a:defRPr sz="2400"/>
            </a:lvl1pPr>
            <a:lvl2pPr>
              <a:defRPr sz="2000"/>
            </a:lvl2pPr>
            <a:lvl3pPr>
              <a:defRPr sz="1800"/>
            </a:lvl3pPr>
            <a:lvl4pPr>
              <a:defRPr sz="1800"/>
            </a:lvl4pPr>
            <a:lvl5pPr>
              <a:defRPr sz="1800"/>
            </a:lvl5p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trike="noStrike" noProof="1"/>
              <a:t>第四级</a:t>
            </a:r>
          </a:p>
          <a:p>
            <a:pPr lvl="4" fontAlgn="auto"/>
            <a:r>
              <a:rPr lang="zh-CN" altLang="en-US" strike="noStrike" noProof="1"/>
              <a:t>第五级</a:t>
            </a:r>
          </a:p>
        </p:txBody>
      </p:sp>
      <p:sp>
        <p:nvSpPr>
          <p:cNvPr id="4" name="日期占位符 3"/>
          <p:cNvSpPr>
            <a:spLocks noGrp="1"/>
          </p:cNvSpPr>
          <p:nvPr>
            <p:ph type="dt" sz="half" idx="10"/>
          </p:nvPr>
        </p:nvSpPr>
        <p:spPr>
          <a:xfrm>
            <a:off x="838200" y="6356350"/>
            <a:ext cx="2743200" cy="365125"/>
          </a:xfrm>
          <a:prstGeom prst="rect">
            <a:avLst/>
          </a:prstGeom>
        </p:spPr>
        <p:txBody>
          <a:bodyPr vert="horz" lIns="91440" tIns="45720" rIns="91440" bIns="45720" rtlCol="0" anchor="ctr">
            <a:normAutofit/>
          </a:bodyPr>
          <a:lstStyle>
            <a:lvl1pPr>
              <a:defRPr sz="1200"/>
            </a:lvl1pPr>
          </a:lstStyle>
          <a:p>
            <a:pPr fontAlgn="base"/>
            <a:fld id="{760FBDFE-C587-4B4C-A407-44438C67B59E}" type="datetimeFigureOut">
              <a:rPr lang="zh-CN" altLang="en-US" strike="noStrike" noProof="1" smtClean="0">
                <a:latin typeface="Arial" panose="020B0604020202020204" pitchFamily="34" charset="0"/>
                <a:ea typeface="宋体" panose="02010600030101010101" pitchFamily="2" charset="-122"/>
                <a:cs typeface="+mn-cs"/>
              </a:rPr>
              <a:t>2020/3/23</a:t>
            </a:fld>
            <a:endParaRPr lang="zh-CN" altLang="en-US" strike="noStrike" noProof="1"/>
          </a:p>
        </p:txBody>
      </p:sp>
      <p:sp>
        <p:nvSpPr>
          <p:cNvPr id="5" name="页脚占位符 4"/>
          <p:cNvSpPr>
            <a:spLocks noGrp="1"/>
          </p:cNvSpPr>
          <p:nvPr>
            <p:ph type="ftr" sz="quarter" idx="11"/>
          </p:nvPr>
        </p:nvSpPr>
        <p:spPr>
          <a:xfrm>
            <a:off x="4038600" y="6356350"/>
            <a:ext cx="4114800" cy="365125"/>
          </a:xfrm>
          <a:prstGeom prst="rect">
            <a:avLst/>
          </a:prstGeom>
        </p:spPr>
        <p:txBody>
          <a:bodyPr vert="horz" lIns="91440" tIns="45720" rIns="91440" bIns="45720" rtlCol="0" anchor="ctr">
            <a:normAutofit/>
          </a:bodyPr>
          <a:lstStyle>
            <a:lvl1pPr>
              <a:defRPr sz="1200"/>
            </a:lvl1pPr>
          </a:lstStyle>
          <a:p>
            <a:pPr fontAlgn="base"/>
            <a:endParaRPr lang="zh-CN" altLang="en-US" strike="noStrike" noProof="1"/>
          </a:p>
        </p:txBody>
      </p:sp>
      <p:sp>
        <p:nvSpPr>
          <p:cNvPr id="6" name="灯片编号占位符 5"/>
          <p:cNvSpPr>
            <a:spLocks noGrp="1"/>
          </p:cNvSpPr>
          <p:nvPr>
            <p:ph type="sldNum" sz="quarter" idx="12"/>
          </p:nvPr>
        </p:nvSpPr>
        <p:spPr>
          <a:xfrm>
            <a:off x="8610600" y="6356350"/>
            <a:ext cx="2743200" cy="365125"/>
          </a:xfrm>
          <a:prstGeom prst="rect">
            <a:avLst/>
          </a:prstGeom>
        </p:spPr>
        <p:txBody>
          <a:bodyPr vert="horz" lIns="91440" tIns="45720" rIns="91440" bIns="45720" rtlCol="0" anchor="ctr">
            <a:normAutofit/>
          </a:bodyPr>
          <a:lstStyle>
            <a:lvl1pPr>
              <a:defRPr sz="1200"/>
            </a:lvl1pPr>
          </a:lstStyle>
          <a:p>
            <a:pPr fontAlgn="base"/>
            <a:fld id="{49AE70B2-8BF9-45C0-BB95-33D1B9D3A854}" type="slidenum">
              <a:rPr lang="zh-CN" altLang="en-US" strike="noStrike" noProof="1" smtClean="0">
                <a:latin typeface="Arial" panose="020B0604020202020204" pitchFamily="34" charset="0"/>
                <a:ea typeface="宋体" panose="02010600030101010101" pitchFamily="2" charset="-122"/>
                <a:cs typeface="+mn-cs"/>
              </a:rPr>
              <a:t>‹#›</a:t>
            </a:fld>
            <a:endParaRPr lang="zh-CN" altLang="en-US" strike="noStrike" noProof="1"/>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1518389" y="3078832"/>
            <a:ext cx="9142523" cy="1089529"/>
          </a:xfrm>
        </p:spPr>
        <p:txBody>
          <a:bodyPr anchor="t" anchorCtr="0">
            <a:normAutofit/>
          </a:bodyPr>
          <a:lstStyle>
            <a:lvl1pPr algn="ctr">
              <a:defRPr sz="5400"/>
            </a:lvl1pPr>
          </a:lstStyle>
          <a:p>
            <a:pPr fontAlgn="auto"/>
            <a:r>
              <a:rPr lang="zh-CN" altLang="en-US" strike="noStrike" noProof="1"/>
              <a:t>单击此处编辑标题</a:t>
            </a:r>
          </a:p>
        </p:txBody>
      </p:sp>
      <p:sp>
        <p:nvSpPr>
          <p:cNvPr id="8" name="内容占位符 7"/>
          <p:cNvSpPr>
            <a:spLocks noGrp="1"/>
          </p:cNvSpPr>
          <p:nvPr>
            <p:ph sz="quarter" idx="13" hasCustomPrompt="1"/>
          </p:nvPr>
        </p:nvSpPr>
        <p:spPr>
          <a:xfrm>
            <a:off x="1517651" y="2221766"/>
            <a:ext cx="9156700" cy="830997"/>
          </a:xfrm>
        </p:spPr>
        <p:txBody>
          <a:bodyPr anchor="b" anchorCtr="0">
            <a:normAutofit/>
          </a:bodyPr>
          <a:lstStyle>
            <a:lvl1pPr marL="0" indent="0" algn="ctr">
              <a:buNone/>
              <a:defRPr sz="4000"/>
            </a:lvl1pPr>
          </a:lstStyle>
          <a:p>
            <a:pPr lvl="0" fontAlgn="auto"/>
            <a:r>
              <a:rPr lang="zh-CN" altLang="en-US" strike="noStrike" noProof="1"/>
              <a:t>单击此处编辑文本</a:t>
            </a:r>
          </a:p>
        </p:txBody>
      </p:sp>
      <p:sp>
        <p:nvSpPr>
          <p:cNvPr id="4" name="日期占位符 3"/>
          <p:cNvSpPr>
            <a:spLocks noGrp="1"/>
          </p:cNvSpPr>
          <p:nvPr>
            <p:ph type="dt" sz="half" idx="10"/>
          </p:nvPr>
        </p:nvSpPr>
        <p:spPr>
          <a:xfrm>
            <a:off x="838200" y="6356350"/>
            <a:ext cx="2743200" cy="365125"/>
          </a:xfrm>
          <a:prstGeom prst="rect">
            <a:avLst/>
          </a:prstGeom>
        </p:spPr>
        <p:txBody>
          <a:bodyPr vert="horz" lIns="91440" tIns="45720" rIns="91440" bIns="45720" rtlCol="0" anchor="ctr">
            <a:normAutofit/>
          </a:bodyPr>
          <a:lstStyle>
            <a:lvl1pPr>
              <a:defRPr sz="1200"/>
            </a:lvl1pPr>
          </a:lstStyle>
          <a:p>
            <a:pPr fontAlgn="base"/>
            <a:fld id="{760FBDFE-C587-4B4C-A407-44438C67B59E}" type="datetimeFigureOut">
              <a:rPr lang="zh-CN" altLang="en-US" strike="noStrike" noProof="1" smtClean="0">
                <a:latin typeface="Arial" panose="020B0604020202020204" pitchFamily="34" charset="0"/>
                <a:ea typeface="宋体" panose="02010600030101010101" pitchFamily="2" charset="-122"/>
                <a:cs typeface="+mn-cs"/>
              </a:rPr>
              <a:t>2020/3/23</a:t>
            </a:fld>
            <a:endParaRPr lang="zh-CN" altLang="en-US" strike="noStrike" noProof="1"/>
          </a:p>
        </p:txBody>
      </p:sp>
      <p:sp>
        <p:nvSpPr>
          <p:cNvPr id="5" name="页脚占位符 4"/>
          <p:cNvSpPr>
            <a:spLocks noGrp="1"/>
          </p:cNvSpPr>
          <p:nvPr>
            <p:ph type="ftr" sz="quarter" idx="11"/>
          </p:nvPr>
        </p:nvSpPr>
        <p:spPr>
          <a:xfrm>
            <a:off x="4038600" y="6356350"/>
            <a:ext cx="4114800" cy="365125"/>
          </a:xfrm>
          <a:prstGeom prst="rect">
            <a:avLst/>
          </a:prstGeom>
        </p:spPr>
        <p:txBody>
          <a:bodyPr vert="horz" lIns="91440" tIns="45720" rIns="91440" bIns="45720" rtlCol="0" anchor="ctr">
            <a:normAutofit/>
          </a:bodyPr>
          <a:lstStyle>
            <a:lvl1pPr>
              <a:defRPr sz="1200"/>
            </a:lvl1pPr>
          </a:lstStyle>
          <a:p>
            <a:pPr fontAlgn="base"/>
            <a:endParaRPr lang="zh-CN" altLang="en-US" strike="noStrike" noProof="1"/>
          </a:p>
        </p:txBody>
      </p:sp>
      <p:sp>
        <p:nvSpPr>
          <p:cNvPr id="6" name="灯片编号占位符 5"/>
          <p:cNvSpPr>
            <a:spLocks noGrp="1"/>
          </p:cNvSpPr>
          <p:nvPr>
            <p:ph type="sldNum" sz="quarter" idx="12"/>
          </p:nvPr>
        </p:nvSpPr>
        <p:spPr>
          <a:xfrm>
            <a:off x="8610600" y="6356350"/>
            <a:ext cx="2743200" cy="365125"/>
          </a:xfrm>
          <a:prstGeom prst="rect">
            <a:avLst/>
          </a:prstGeom>
        </p:spPr>
        <p:txBody>
          <a:bodyPr vert="horz" lIns="91440" tIns="45720" rIns="91440" bIns="45720" rtlCol="0" anchor="ctr">
            <a:normAutofit/>
          </a:bodyPr>
          <a:lstStyle>
            <a:lvl1pPr>
              <a:defRPr sz="1200"/>
            </a:lvl1pPr>
          </a:lstStyle>
          <a:p>
            <a:pPr fontAlgn="base"/>
            <a:fld id="{49AE70B2-8BF9-45C0-BB95-33D1B9D3A854}" type="slidenum">
              <a:rPr lang="zh-CN" altLang="en-US" strike="noStrike" noProof="1" smtClean="0">
                <a:latin typeface="Arial" panose="020B0604020202020204" pitchFamily="34" charset="0"/>
                <a:ea typeface="宋体" panose="02010600030101010101" pitchFamily="2" charset="-122"/>
                <a:cs typeface="+mn-cs"/>
              </a:rPr>
              <a:t>‹#›</a:t>
            </a:fld>
            <a:endParaRPr lang="zh-CN" altLang="en-US" strike="noStrike" noProof="1"/>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fontAlgn="auto"/>
            <a:r>
              <a:rPr lang="zh-CN" altLang="en-US" strike="noStrike" noProof="1"/>
              <a:t>单击此处编辑母版标题样式</a:t>
            </a:r>
          </a:p>
        </p:txBody>
      </p:sp>
      <p:sp>
        <p:nvSpPr>
          <p:cNvPr id="3" name="内容占位符 2"/>
          <p:cNvSpPr>
            <a:spLocks noGrp="1"/>
          </p:cNvSpPr>
          <p:nvPr>
            <p:ph sz="half" idx="1"/>
          </p:nvPr>
        </p:nvSpPr>
        <p:spPr>
          <a:xfrm>
            <a:off x="838200" y="1825625"/>
            <a:ext cx="5181600" cy="4351338"/>
          </a:xfrm>
        </p:spPr>
        <p:txBody>
          <a:bodyPr>
            <a:normAutofit/>
          </a:body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trike="noStrike" noProof="1"/>
              <a:t>第四级</a:t>
            </a:r>
          </a:p>
          <a:p>
            <a:pPr lvl="4" fontAlgn="auto"/>
            <a:r>
              <a:rPr lang="zh-CN" altLang="en-US" strike="noStrike" noProof="1"/>
              <a:t>第五级</a:t>
            </a:r>
          </a:p>
        </p:txBody>
      </p:sp>
      <p:sp>
        <p:nvSpPr>
          <p:cNvPr id="4" name="内容占位符 3"/>
          <p:cNvSpPr>
            <a:spLocks noGrp="1"/>
          </p:cNvSpPr>
          <p:nvPr>
            <p:ph sz="half" idx="2"/>
          </p:nvPr>
        </p:nvSpPr>
        <p:spPr>
          <a:xfrm>
            <a:off x="6172200" y="1825625"/>
            <a:ext cx="5181600" cy="4351338"/>
          </a:xfrm>
        </p:spPr>
        <p:txBody>
          <a:bodyPr>
            <a:normAutofit/>
          </a:body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trike="noStrike" noProof="1"/>
              <a:t>第四级</a:t>
            </a:r>
          </a:p>
          <a:p>
            <a:pPr lvl="4" fontAlgn="auto"/>
            <a:r>
              <a:rPr lang="zh-CN" altLang="en-US" strike="noStrike" noProof="1"/>
              <a:t>第五级</a:t>
            </a:r>
          </a:p>
        </p:txBody>
      </p:sp>
      <p:sp>
        <p:nvSpPr>
          <p:cNvPr id="5" name="日期占位符 4"/>
          <p:cNvSpPr>
            <a:spLocks noGrp="1"/>
          </p:cNvSpPr>
          <p:nvPr>
            <p:ph type="dt" sz="half" idx="10"/>
          </p:nvPr>
        </p:nvSpPr>
        <p:spPr>
          <a:xfrm>
            <a:off x="838200" y="6356350"/>
            <a:ext cx="2743200" cy="365125"/>
          </a:xfrm>
          <a:prstGeom prst="rect">
            <a:avLst/>
          </a:prstGeom>
        </p:spPr>
        <p:txBody>
          <a:bodyPr vert="horz" lIns="91440" tIns="45720" rIns="91440" bIns="45720" rtlCol="0" anchor="ctr">
            <a:normAutofit/>
          </a:bodyPr>
          <a:lstStyle>
            <a:lvl1pPr>
              <a:defRPr sz="1200"/>
            </a:lvl1pPr>
          </a:lstStyle>
          <a:p>
            <a:pPr fontAlgn="base"/>
            <a:fld id="{760FBDFE-C587-4B4C-A407-44438C67B59E}" type="datetimeFigureOut">
              <a:rPr lang="zh-CN" altLang="en-US" strike="noStrike" noProof="1" smtClean="0">
                <a:latin typeface="Arial" panose="020B0604020202020204" pitchFamily="34" charset="0"/>
                <a:ea typeface="宋体" panose="02010600030101010101" pitchFamily="2" charset="-122"/>
                <a:cs typeface="+mn-cs"/>
              </a:rPr>
              <a:t>2020/3/23</a:t>
            </a:fld>
            <a:endParaRPr lang="zh-CN" altLang="en-US" strike="noStrike" noProof="1"/>
          </a:p>
        </p:txBody>
      </p:sp>
      <p:sp>
        <p:nvSpPr>
          <p:cNvPr id="6" name="页脚占位符 5"/>
          <p:cNvSpPr>
            <a:spLocks noGrp="1"/>
          </p:cNvSpPr>
          <p:nvPr>
            <p:ph type="ftr" sz="quarter" idx="11"/>
          </p:nvPr>
        </p:nvSpPr>
        <p:spPr>
          <a:xfrm>
            <a:off x="4038600" y="6356350"/>
            <a:ext cx="4114800" cy="365125"/>
          </a:xfrm>
          <a:prstGeom prst="rect">
            <a:avLst/>
          </a:prstGeom>
        </p:spPr>
        <p:txBody>
          <a:bodyPr vert="horz" lIns="91440" tIns="45720" rIns="91440" bIns="45720" rtlCol="0" anchor="ctr">
            <a:normAutofit/>
          </a:bodyPr>
          <a:lstStyle>
            <a:lvl1pPr>
              <a:defRPr sz="1200"/>
            </a:lvl1pPr>
          </a:lstStyle>
          <a:p>
            <a:pPr fontAlgn="base"/>
            <a:endParaRPr lang="zh-CN" altLang="en-US" strike="noStrike" noProof="1"/>
          </a:p>
        </p:txBody>
      </p:sp>
      <p:sp>
        <p:nvSpPr>
          <p:cNvPr id="7" name="灯片编号占位符 6"/>
          <p:cNvSpPr>
            <a:spLocks noGrp="1"/>
          </p:cNvSpPr>
          <p:nvPr>
            <p:ph type="sldNum" sz="quarter" idx="12"/>
          </p:nvPr>
        </p:nvSpPr>
        <p:spPr>
          <a:xfrm>
            <a:off x="8610600" y="6356350"/>
            <a:ext cx="2743200" cy="365125"/>
          </a:xfrm>
          <a:prstGeom prst="rect">
            <a:avLst/>
          </a:prstGeom>
        </p:spPr>
        <p:txBody>
          <a:bodyPr vert="horz" lIns="91440" tIns="45720" rIns="91440" bIns="45720" rtlCol="0" anchor="ctr">
            <a:normAutofit/>
          </a:bodyPr>
          <a:lstStyle>
            <a:lvl1pPr>
              <a:defRPr sz="1200"/>
            </a:lvl1pPr>
          </a:lstStyle>
          <a:p>
            <a:pPr fontAlgn="base"/>
            <a:fld id="{49AE70B2-8BF9-45C0-BB95-33D1B9D3A854}" type="slidenum">
              <a:rPr lang="zh-CN" altLang="en-US" strike="noStrike" noProof="1" smtClean="0">
                <a:latin typeface="Arial" panose="020B0604020202020204" pitchFamily="34" charset="0"/>
                <a:ea typeface="宋体" panose="02010600030101010101" pitchFamily="2" charset="-122"/>
                <a:cs typeface="+mn-cs"/>
              </a:rPr>
              <a:t>‹#›</a:t>
            </a:fld>
            <a:endParaRPr lang="zh-CN" altLang="en-US" strike="noStrike" noProof="1"/>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6"/>
            <a:ext cx="10515600" cy="1325563"/>
          </a:xfrm>
        </p:spPr>
        <p:txBody>
          <a:bodyPr>
            <a:normAutofit/>
          </a:bodyPr>
          <a:lstStyle/>
          <a:p>
            <a:pPr fontAlgn="auto"/>
            <a:r>
              <a:rPr lang="zh-CN" altLang="en-US" strike="noStrike" noProof="1"/>
              <a:t>单击此处编辑母版标题样式</a:t>
            </a:r>
          </a:p>
        </p:txBody>
      </p:sp>
      <p:sp>
        <p:nvSpPr>
          <p:cNvPr id="3" name="文本占位符 2"/>
          <p:cNvSpPr>
            <a:spLocks noGrp="1"/>
          </p:cNvSpPr>
          <p:nvPr>
            <p:ph type="body" idx="1"/>
          </p:nvPr>
        </p:nvSpPr>
        <p:spPr>
          <a:xfrm>
            <a:off x="839789" y="1744961"/>
            <a:ext cx="5157787" cy="823912"/>
          </a:xfrm>
        </p:spPr>
        <p:txBody>
          <a:bodyPr anchor="b">
            <a:normAutofit/>
          </a:bodyPr>
          <a:lstStyle>
            <a:lvl1pPr marL="0" indent="0">
              <a:buNone/>
              <a:defRPr sz="20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auto"/>
            <a:r>
              <a:rPr lang="zh-CN" altLang="en-US" strike="noStrike" noProof="1"/>
              <a:t>单击此处编辑母版文本样式</a:t>
            </a:r>
          </a:p>
        </p:txBody>
      </p:sp>
      <p:sp>
        <p:nvSpPr>
          <p:cNvPr id="4" name="内容占位符 3"/>
          <p:cNvSpPr>
            <a:spLocks noGrp="1"/>
          </p:cNvSpPr>
          <p:nvPr>
            <p:ph sz="half" idx="2"/>
          </p:nvPr>
        </p:nvSpPr>
        <p:spPr>
          <a:xfrm>
            <a:off x="839789" y="2615609"/>
            <a:ext cx="5157787" cy="3574054"/>
          </a:xfrm>
        </p:spPr>
        <p:txBody>
          <a:bodyPr>
            <a:normAutofit/>
          </a:body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trike="noStrike" noProof="1"/>
              <a:t>第四级</a:t>
            </a:r>
          </a:p>
          <a:p>
            <a:pPr lvl="4" fontAlgn="auto"/>
            <a:r>
              <a:rPr lang="zh-CN" altLang="en-US" strike="noStrike" noProof="1"/>
              <a:t>第五级</a:t>
            </a:r>
          </a:p>
        </p:txBody>
      </p:sp>
      <p:sp>
        <p:nvSpPr>
          <p:cNvPr id="5" name="文本占位符 4"/>
          <p:cNvSpPr>
            <a:spLocks noGrp="1"/>
          </p:cNvSpPr>
          <p:nvPr>
            <p:ph type="body" sz="quarter" idx="3"/>
          </p:nvPr>
        </p:nvSpPr>
        <p:spPr>
          <a:xfrm>
            <a:off x="6172200" y="1744961"/>
            <a:ext cx="5183188" cy="823912"/>
          </a:xfrm>
        </p:spPr>
        <p:txBody>
          <a:bodyPr anchor="b">
            <a:normAutofit/>
          </a:bodyPr>
          <a:lstStyle>
            <a:lvl1pPr marL="0" indent="0">
              <a:buNone/>
              <a:defRPr sz="20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auto"/>
            <a:r>
              <a:rPr lang="zh-CN" altLang="en-US" strike="noStrike" noProof="1"/>
              <a:t>单击此处编辑母版文本样式</a:t>
            </a:r>
          </a:p>
        </p:txBody>
      </p:sp>
      <p:sp>
        <p:nvSpPr>
          <p:cNvPr id="6" name="内容占位符 5"/>
          <p:cNvSpPr>
            <a:spLocks noGrp="1"/>
          </p:cNvSpPr>
          <p:nvPr>
            <p:ph sz="quarter" idx="4"/>
          </p:nvPr>
        </p:nvSpPr>
        <p:spPr>
          <a:xfrm>
            <a:off x="6172200" y="2615609"/>
            <a:ext cx="5183188" cy="3574054"/>
          </a:xfrm>
        </p:spPr>
        <p:txBody>
          <a:bodyPr>
            <a:normAutofit/>
          </a:body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trike="noStrike" noProof="1"/>
              <a:t>第四级</a:t>
            </a:r>
          </a:p>
          <a:p>
            <a:pPr lvl="4" fontAlgn="auto"/>
            <a:r>
              <a:rPr lang="zh-CN" altLang="en-US" strike="noStrike" noProof="1"/>
              <a:t>第五级</a:t>
            </a:r>
          </a:p>
        </p:txBody>
      </p:sp>
      <p:sp>
        <p:nvSpPr>
          <p:cNvPr id="7" name="日期占位符 6"/>
          <p:cNvSpPr>
            <a:spLocks noGrp="1"/>
          </p:cNvSpPr>
          <p:nvPr>
            <p:ph type="dt" sz="half" idx="10"/>
          </p:nvPr>
        </p:nvSpPr>
        <p:spPr>
          <a:xfrm>
            <a:off x="838200" y="6356350"/>
            <a:ext cx="2743200" cy="365125"/>
          </a:xfrm>
          <a:prstGeom prst="rect">
            <a:avLst/>
          </a:prstGeom>
        </p:spPr>
        <p:txBody>
          <a:bodyPr vert="horz" lIns="91440" tIns="45720" rIns="91440" bIns="45720" rtlCol="0" anchor="ctr">
            <a:normAutofit/>
          </a:bodyPr>
          <a:lstStyle>
            <a:lvl1pPr>
              <a:defRPr sz="1200"/>
            </a:lvl1pPr>
          </a:lstStyle>
          <a:p>
            <a:pPr fontAlgn="base"/>
            <a:fld id="{760FBDFE-C587-4B4C-A407-44438C67B59E}" type="datetimeFigureOut">
              <a:rPr lang="zh-CN" altLang="en-US" strike="noStrike" noProof="1" smtClean="0">
                <a:latin typeface="Arial" panose="020B0604020202020204" pitchFamily="34" charset="0"/>
                <a:ea typeface="宋体" panose="02010600030101010101" pitchFamily="2" charset="-122"/>
                <a:cs typeface="+mn-cs"/>
              </a:rPr>
              <a:t>2020/3/23</a:t>
            </a:fld>
            <a:endParaRPr lang="zh-CN" altLang="en-US" strike="noStrike" noProof="1"/>
          </a:p>
        </p:txBody>
      </p:sp>
      <p:sp>
        <p:nvSpPr>
          <p:cNvPr id="8" name="页脚占位符 7"/>
          <p:cNvSpPr>
            <a:spLocks noGrp="1"/>
          </p:cNvSpPr>
          <p:nvPr>
            <p:ph type="ftr" sz="quarter" idx="11"/>
          </p:nvPr>
        </p:nvSpPr>
        <p:spPr>
          <a:xfrm>
            <a:off x="4038600" y="6356350"/>
            <a:ext cx="4114800" cy="365125"/>
          </a:xfrm>
          <a:prstGeom prst="rect">
            <a:avLst/>
          </a:prstGeom>
        </p:spPr>
        <p:txBody>
          <a:bodyPr vert="horz" lIns="91440" tIns="45720" rIns="91440" bIns="45720" rtlCol="0" anchor="ctr">
            <a:normAutofit/>
          </a:bodyPr>
          <a:lstStyle>
            <a:lvl1pPr>
              <a:defRPr sz="1200"/>
            </a:lvl1pPr>
          </a:lstStyle>
          <a:p>
            <a:pPr fontAlgn="base"/>
            <a:endParaRPr lang="zh-CN" altLang="en-US" strike="noStrike" noProof="1"/>
          </a:p>
        </p:txBody>
      </p:sp>
      <p:sp>
        <p:nvSpPr>
          <p:cNvPr id="9" name="灯片编号占位符 8"/>
          <p:cNvSpPr>
            <a:spLocks noGrp="1"/>
          </p:cNvSpPr>
          <p:nvPr>
            <p:ph type="sldNum" sz="quarter" idx="12"/>
          </p:nvPr>
        </p:nvSpPr>
        <p:spPr>
          <a:xfrm>
            <a:off x="8610600" y="6356350"/>
            <a:ext cx="2743200" cy="365125"/>
          </a:xfrm>
          <a:prstGeom prst="rect">
            <a:avLst/>
          </a:prstGeom>
        </p:spPr>
        <p:txBody>
          <a:bodyPr vert="horz" lIns="91440" tIns="45720" rIns="91440" bIns="45720" rtlCol="0" anchor="ctr">
            <a:normAutofit/>
          </a:bodyPr>
          <a:lstStyle>
            <a:lvl1pPr>
              <a:defRPr sz="1200"/>
            </a:lvl1pPr>
          </a:lstStyle>
          <a:p>
            <a:pPr fontAlgn="base"/>
            <a:fld id="{49AE70B2-8BF9-45C0-BB95-33D1B9D3A854}" type="slidenum">
              <a:rPr lang="zh-CN" altLang="en-US" strike="noStrike" noProof="1" smtClean="0">
                <a:latin typeface="Arial" panose="020B0604020202020204" pitchFamily="34" charset="0"/>
                <a:ea typeface="宋体" panose="02010600030101010101" pitchFamily="2" charset="-122"/>
                <a:cs typeface="+mn-cs"/>
              </a:rPr>
              <a:t>‹#›</a:t>
            </a:fld>
            <a:endParaRPr lang="zh-CN" altLang="en-US" strike="noStrike" noProof="1"/>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仅标题">
    <p:bg>
      <p:bgPr>
        <a:solidFill>
          <a:schemeClr val="bg1"/>
        </a:solidFill>
        <a:effectLst/>
      </p:bgPr>
    </p:bg>
    <p:spTree>
      <p:nvGrpSpPr>
        <p:cNvPr id="1" name=""/>
        <p:cNvGrpSpPr/>
        <p:nvPr/>
      </p:nvGrpSpPr>
      <p:grpSpPr>
        <a:xfrm>
          <a:off x="0" y="0"/>
          <a:ext cx="0" cy="0"/>
          <a:chOff x="0" y="0"/>
          <a:chExt cx="0" cy="0"/>
        </a:xfrm>
      </p:grpSpPr>
      <p:cxnSp>
        <p:nvCxnSpPr>
          <p:cNvPr id="6" name="直接连接符 5"/>
          <p:cNvCxnSpPr/>
          <p:nvPr>
            <p:custDataLst>
              <p:tags r:id="rId1"/>
            </p:custDataLst>
          </p:nvPr>
        </p:nvCxnSpPr>
        <p:spPr>
          <a:xfrm flipH="1">
            <a:off x="2495551" y="3048000"/>
            <a:ext cx="7747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495551" y="3048000"/>
            <a:ext cx="0" cy="1217613"/>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直接连接符 7"/>
          <p:cNvCxnSpPr/>
          <p:nvPr>
            <p:custDataLst>
              <p:tags r:id="rId3"/>
            </p:custDataLst>
          </p:nvPr>
        </p:nvCxnSpPr>
        <p:spPr>
          <a:xfrm>
            <a:off x="2495551" y="4265613"/>
            <a:ext cx="714586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直接连接符 8"/>
          <p:cNvCxnSpPr/>
          <p:nvPr>
            <p:custDataLst>
              <p:tags r:id="rId4"/>
            </p:custDataLst>
          </p:nvPr>
        </p:nvCxnSpPr>
        <p:spPr>
          <a:xfrm flipH="1">
            <a:off x="8811684" y="3048000"/>
            <a:ext cx="82973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直接连接符 9"/>
          <p:cNvCxnSpPr/>
          <p:nvPr>
            <p:custDataLst>
              <p:tags r:id="rId5"/>
            </p:custDataLst>
          </p:nvPr>
        </p:nvCxnSpPr>
        <p:spPr>
          <a:xfrm>
            <a:off x="9641417" y="3048000"/>
            <a:ext cx="0" cy="1217613"/>
          </a:xfrm>
          <a:prstGeom prst="line">
            <a:avLst/>
          </a:prstGeom>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ph type="title" hasCustomPrompt="1"/>
          </p:nvPr>
        </p:nvSpPr>
        <p:spPr>
          <a:xfrm>
            <a:off x="3322871" y="2251982"/>
            <a:ext cx="5430147" cy="1325563"/>
          </a:xfrm>
        </p:spPr>
        <p:txBody>
          <a:bodyPr anchor="b" anchorCtr="0">
            <a:normAutofit/>
          </a:bodyPr>
          <a:lstStyle>
            <a:lvl1pPr algn="ctr">
              <a:defRPr sz="6600"/>
            </a:lvl1pPr>
          </a:lstStyle>
          <a:p>
            <a:pPr fontAlgn="auto"/>
            <a:r>
              <a:rPr lang="zh-CN" altLang="en-US" strike="noStrike" noProof="1"/>
              <a:t>编辑标题</a:t>
            </a:r>
          </a:p>
        </p:txBody>
      </p:sp>
      <p:sp>
        <p:nvSpPr>
          <p:cNvPr id="12" name="内容占位符 11"/>
          <p:cNvSpPr>
            <a:spLocks noGrp="1"/>
          </p:cNvSpPr>
          <p:nvPr>
            <p:ph sz="quarter" idx="13" hasCustomPrompt="1"/>
          </p:nvPr>
        </p:nvSpPr>
        <p:spPr>
          <a:xfrm>
            <a:off x="4043321" y="3642633"/>
            <a:ext cx="4105359" cy="535531"/>
          </a:xfrm>
        </p:spPr>
        <p:txBody>
          <a:bodyPr>
            <a:normAutofit/>
          </a:bodyPr>
          <a:lstStyle>
            <a:lvl1pPr marL="0" indent="0" algn="dist">
              <a:buNone/>
              <a:defRPr/>
            </a:lvl1pPr>
          </a:lstStyle>
          <a:p>
            <a:pPr lvl="0" fontAlgn="auto"/>
            <a:r>
              <a:rPr lang="zh-CN" altLang="en-US" strike="noStrike" noProof="1"/>
              <a:t>单击此处编辑文本</a:t>
            </a:r>
          </a:p>
        </p:txBody>
      </p:sp>
      <p:sp>
        <p:nvSpPr>
          <p:cNvPr id="3" name="日期占位符 2"/>
          <p:cNvSpPr>
            <a:spLocks noGrp="1"/>
          </p:cNvSpPr>
          <p:nvPr>
            <p:ph type="dt" sz="half" idx="10"/>
          </p:nvPr>
        </p:nvSpPr>
        <p:spPr>
          <a:xfrm>
            <a:off x="838200" y="6356350"/>
            <a:ext cx="2743200" cy="365125"/>
          </a:xfrm>
          <a:prstGeom prst="rect">
            <a:avLst/>
          </a:prstGeom>
        </p:spPr>
        <p:txBody>
          <a:bodyPr vert="horz" lIns="91440" tIns="45720" rIns="91440" bIns="45720" rtlCol="0" anchor="ctr">
            <a:normAutofit/>
          </a:bodyPr>
          <a:lstStyle>
            <a:lvl1pPr>
              <a:defRPr sz="1200"/>
            </a:lvl1pPr>
          </a:lstStyle>
          <a:p>
            <a:pPr fontAlgn="base"/>
            <a:fld id="{760FBDFE-C587-4B4C-A407-44438C67B59E}" type="datetimeFigureOut">
              <a:rPr lang="zh-CN" altLang="en-US" strike="noStrike" noProof="1" smtClean="0">
                <a:latin typeface="Arial" panose="020B0604020202020204" pitchFamily="34" charset="0"/>
                <a:ea typeface="宋体" panose="02010600030101010101" pitchFamily="2" charset="-122"/>
                <a:cs typeface="+mn-cs"/>
              </a:rPr>
              <a:t>2020/3/23</a:t>
            </a:fld>
            <a:endParaRPr lang="zh-CN" altLang="en-US" strike="noStrike" noProof="1"/>
          </a:p>
        </p:txBody>
      </p:sp>
      <p:sp>
        <p:nvSpPr>
          <p:cNvPr id="4" name="页脚占位符 3"/>
          <p:cNvSpPr>
            <a:spLocks noGrp="1"/>
          </p:cNvSpPr>
          <p:nvPr>
            <p:ph type="ftr" sz="quarter" idx="11"/>
          </p:nvPr>
        </p:nvSpPr>
        <p:spPr>
          <a:xfrm>
            <a:off x="4038600" y="6356350"/>
            <a:ext cx="4114800" cy="365125"/>
          </a:xfrm>
          <a:prstGeom prst="rect">
            <a:avLst/>
          </a:prstGeom>
        </p:spPr>
        <p:txBody>
          <a:bodyPr vert="horz" lIns="91440" tIns="45720" rIns="91440" bIns="45720" rtlCol="0" anchor="ctr">
            <a:normAutofit/>
          </a:bodyPr>
          <a:lstStyle>
            <a:lvl1pPr>
              <a:defRPr sz="1200"/>
            </a:lvl1pPr>
          </a:lstStyle>
          <a:p>
            <a:pPr fontAlgn="base"/>
            <a:endParaRPr lang="zh-CN" altLang="en-US" strike="noStrike" noProof="1"/>
          </a:p>
        </p:txBody>
      </p:sp>
      <p:sp>
        <p:nvSpPr>
          <p:cNvPr id="5" name="灯片编号占位符 4"/>
          <p:cNvSpPr>
            <a:spLocks noGrp="1"/>
          </p:cNvSpPr>
          <p:nvPr>
            <p:ph type="sldNum" sz="quarter" idx="12"/>
          </p:nvPr>
        </p:nvSpPr>
        <p:spPr>
          <a:xfrm>
            <a:off x="8610600" y="6356350"/>
            <a:ext cx="2743200" cy="365125"/>
          </a:xfrm>
          <a:prstGeom prst="rect">
            <a:avLst/>
          </a:prstGeom>
        </p:spPr>
        <p:txBody>
          <a:bodyPr vert="horz" lIns="91440" tIns="45720" rIns="91440" bIns="45720" rtlCol="0" anchor="ctr">
            <a:normAutofit/>
          </a:bodyPr>
          <a:lstStyle>
            <a:lvl1pPr>
              <a:defRPr sz="1200"/>
            </a:lvl1pPr>
          </a:lstStyle>
          <a:p>
            <a:pPr fontAlgn="base"/>
            <a:fld id="{49AE70B2-8BF9-45C0-BB95-33D1B9D3A854}" type="slidenum">
              <a:rPr lang="zh-CN" altLang="en-US" strike="noStrike" noProof="1" smtClean="0">
                <a:latin typeface="Arial" panose="020B0604020202020204" pitchFamily="34" charset="0"/>
                <a:ea typeface="宋体" panose="02010600030101010101" pitchFamily="2" charset="-122"/>
                <a:cs typeface="+mn-cs"/>
              </a:rPr>
              <a:t>‹#›</a:t>
            </a:fld>
            <a:endParaRPr lang="zh-CN" altLang="en-US" strike="noStrike" noProof="1"/>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a:prstGeom prst="rect">
            <a:avLst/>
          </a:prstGeom>
        </p:spPr>
        <p:txBody>
          <a:bodyPr vert="horz" lIns="91440" tIns="45720" rIns="91440" bIns="45720" rtlCol="0" anchor="ctr">
            <a:normAutofit/>
          </a:bodyPr>
          <a:lstStyle>
            <a:lvl1pPr>
              <a:defRPr sz="1200"/>
            </a:lvl1pPr>
          </a:lstStyle>
          <a:p>
            <a:pPr fontAlgn="base"/>
            <a:fld id="{760FBDFE-C587-4B4C-A407-44438C67B59E}" type="datetimeFigureOut">
              <a:rPr lang="zh-CN" altLang="en-US" strike="noStrike" noProof="1" smtClean="0">
                <a:latin typeface="Arial" panose="020B0604020202020204" pitchFamily="34" charset="0"/>
                <a:ea typeface="宋体" panose="02010600030101010101" pitchFamily="2" charset="-122"/>
                <a:cs typeface="+mn-cs"/>
              </a:rPr>
              <a:t>2020/3/23</a:t>
            </a:fld>
            <a:endParaRPr lang="zh-CN" altLang="en-US" strike="noStrike" noProof="1"/>
          </a:p>
        </p:txBody>
      </p:sp>
      <p:sp>
        <p:nvSpPr>
          <p:cNvPr id="3" name="页脚占位符 2"/>
          <p:cNvSpPr>
            <a:spLocks noGrp="1"/>
          </p:cNvSpPr>
          <p:nvPr>
            <p:ph type="ftr" sz="quarter" idx="11"/>
          </p:nvPr>
        </p:nvSpPr>
        <p:spPr>
          <a:xfrm>
            <a:off x="4038600" y="6356350"/>
            <a:ext cx="4114800" cy="365125"/>
          </a:xfrm>
          <a:prstGeom prst="rect">
            <a:avLst/>
          </a:prstGeom>
        </p:spPr>
        <p:txBody>
          <a:bodyPr vert="horz" lIns="91440" tIns="45720" rIns="91440" bIns="45720" rtlCol="0" anchor="ctr">
            <a:normAutofit/>
          </a:bodyPr>
          <a:lstStyle>
            <a:lvl1pPr>
              <a:defRPr sz="1200"/>
            </a:lvl1pPr>
          </a:lstStyle>
          <a:p>
            <a:pPr fontAlgn="base"/>
            <a:endParaRPr lang="zh-CN" altLang="en-US" strike="noStrike" noProof="1"/>
          </a:p>
        </p:txBody>
      </p:sp>
      <p:sp>
        <p:nvSpPr>
          <p:cNvPr id="4" name="灯片编号占位符 3"/>
          <p:cNvSpPr>
            <a:spLocks noGrp="1"/>
          </p:cNvSpPr>
          <p:nvPr>
            <p:ph type="sldNum" sz="quarter" idx="12"/>
          </p:nvPr>
        </p:nvSpPr>
        <p:spPr>
          <a:xfrm>
            <a:off x="8610600" y="6356350"/>
            <a:ext cx="2743200" cy="365125"/>
          </a:xfrm>
          <a:prstGeom prst="rect">
            <a:avLst/>
          </a:prstGeom>
        </p:spPr>
        <p:txBody>
          <a:bodyPr vert="horz" lIns="91440" tIns="45720" rIns="91440" bIns="45720" rtlCol="0" anchor="ctr">
            <a:normAutofit/>
          </a:bodyPr>
          <a:lstStyle>
            <a:lvl1pPr>
              <a:defRPr sz="1200"/>
            </a:lvl1pPr>
          </a:lstStyle>
          <a:p>
            <a:pPr fontAlgn="base"/>
            <a:fld id="{49AE70B2-8BF9-45C0-BB95-33D1B9D3A854}" type="slidenum">
              <a:rPr lang="zh-CN" altLang="en-US" strike="noStrike" noProof="1" smtClean="0">
                <a:latin typeface="Arial" panose="020B0604020202020204" pitchFamily="34" charset="0"/>
                <a:ea typeface="宋体" panose="02010600030101010101" pitchFamily="2" charset="-122"/>
                <a:cs typeface="+mn-cs"/>
              </a:rPr>
              <a:t>‹#›</a:t>
            </a:fld>
            <a:endParaRPr lang="zh-CN" altLang="en-US" strike="noStrike" noProof="1"/>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839788" y="711200"/>
            <a:ext cx="4262400" cy="1600200"/>
          </a:xfrm>
        </p:spPr>
        <p:txBody>
          <a:bodyPr anchor="t" anchorCtr="0">
            <a:normAutofit/>
          </a:bodyPr>
          <a:lstStyle>
            <a:lvl1pPr>
              <a:defRPr sz="3200"/>
            </a:lvl1pPr>
          </a:lstStyle>
          <a:p>
            <a:pPr fontAlgn="auto"/>
            <a:r>
              <a:rPr lang="zh-CN" altLang="en-US" strike="noStrike" noProof="1"/>
              <a:t>单击此处编辑标题</a:t>
            </a:r>
          </a:p>
        </p:txBody>
      </p:sp>
      <p:sp>
        <p:nvSpPr>
          <p:cNvPr id="3" name="图片占位符 2"/>
          <p:cNvSpPr>
            <a:spLocks noGrp="1" noChangeAspect="1"/>
          </p:cNvSpPr>
          <p:nvPr>
            <p:ph type="pic" idx="1" hasCustomPrompt="1"/>
          </p:nvPr>
        </p:nvSpPr>
        <p:spPr>
          <a:xfrm>
            <a:off x="5352521" y="733425"/>
            <a:ext cx="6170400" cy="54036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auto"/>
            <a:r>
              <a:rPr lang="zh-CN" altLang="en-US" strike="noStrike" noProof="1"/>
              <a:t>图片</a:t>
            </a:r>
          </a:p>
        </p:txBody>
      </p:sp>
      <p:sp>
        <p:nvSpPr>
          <p:cNvPr id="4" name="文本占位符 3"/>
          <p:cNvSpPr>
            <a:spLocks noGrp="1"/>
          </p:cNvSpPr>
          <p:nvPr>
            <p:ph type="body" sz="half" idx="2"/>
          </p:nvPr>
        </p:nvSpPr>
        <p:spPr>
          <a:xfrm>
            <a:off x="839788" y="2311400"/>
            <a:ext cx="4262400" cy="3811588"/>
          </a:xfrm>
        </p:spPr>
        <p:txBody>
          <a:bodyPr>
            <a:normAutofit/>
          </a:bodyPr>
          <a:lstStyle>
            <a:lvl1pPr marL="0" indent="0">
              <a:buNone/>
              <a:defRPr sz="20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auto"/>
            <a:r>
              <a:rPr lang="zh-CN" altLang="en-US" strike="noStrike" noProof="1"/>
              <a:t>单击此处编辑母版文本样式</a:t>
            </a:r>
          </a:p>
        </p:txBody>
      </p:sp>
      <p:sp>
        <p:nvSpPr>
          <p:cNvPr id="5" name="日期占位符 4"/>
          <p:cNvSpPr>
            <a:spLocks noGrp="1"/>
          </p:cNvSpPr>
          <p:nvPr>
            <p:ph type="dt" sz="half" idx="10"/>
          </p:nvPr>
        </p:nvSpPr>
        <p:spPr>
          <a:xfrm>
            <a:off x="838200" y="6356350"/>
            <a:ext cx="2743200" cy="365125"/>
          </a:xfrm>
          <a:prstGeom prst="rect">
            <a:avLst/>
          </a:prstGeom>
        </p:spPr>
        <p:txBody>
          <a:bodyPr vert="horz" lIns="91440" tIns="45720" rIns="91440" bIns="45720" rtlCol="0" anchor="ctr">
            <a:normAutofit/>
          </a:bodyPr>
          <a:lstStyle>
            <a:lvl1pPr>
              <a:defRPr sz="1200"/>
            </a:lvl1pPr>
          </a:lstStyle>
          <a:p>
            <a:pPr fontAlgn="base"/>
            <a:fld id="{9EFD9D74-47D9-4702-A33C-335B63B48DBF}" type="datetimeFigureOut">
              <a:rPr lang="zh-CN" altLang="en-US" strike="noStrike" noProof="1" smtClean="0">
                <a:latin typeface="Arial" panose="020B0604020202020204" pitchFamily="34" charset="0"/>
                <a:ea typeface="宋体" panose="02010600030101010101" pitchFamily="2" charset="-122"/>
                <a:cs typeface="+mn-cs"/>
              </a:rPr>
              <a:t>2020/3/23</a:t>
            </a:fld>
            <a:endParaRPr lang="zh-CN" altLang="en-US" strike="noStrike" noProof="1"/>
          </a:p>
        </p:txBody>
      </p:sp>
      <p:sp>
        <p:nvSpPr>
          <p:cNvPr id="6" name="页脚占位符 5"/>
          <p:cNvSpPr>
            <a:spLocks noGrp="1"/>
          </p:cNvSpPr>
          <p:nvPr>
            <p:ph type="ftr" sz="quarter" idx="11"/>
          </p:nvPr>
        </p:nvSpPr>
        <p:spPr>
          <a:xfrm>
            <a:off x="4038600" y="6356350"/>
            <a:ext cx="4114800" cy="365125"/>
          </a:xfrm>
          <a:prstGeom prst="rect">
            <a:avLst/>
          </a:prstGeom>
        </p:spPr>
        <p:txBody>
          <a:bodyPr vert="horz" lIns="91440" tIns="45720" rIns="91440" bIns="45720" rtlCol="0" anchor="ctr">
            <a:normAutofit/>
          </a:bodyPr>
          <a:lstStyle>
            <a:lvl1pPr>
              <a:defRPr sz="1200"/>
            </a:lvl1pPr>
          </a:lstStyle>
          <a:p>
            <a:pPr fontAlgn="base"/>
            <a:endParaRPr lang="zh-CN" altLang="en-US" strike="noStrike" noProof="1"/>
          </a:p>
        </p:txBody>
      </p:sp>
      <p:sp>
        <p:nvSpPr>
          <p:cNvPr id="7" name="灯片编号占位符 6"/>
          <p:cNvSpPr>
            <a:spLocks noGrp="1"/>
          </p:cNvSpPr>
          <p:nvPr>
            <p:ph type="sldNum" sz="quarter" idx="12"/>
          </p:nvPr>
        </p:nvSpPr>
        <p:spPr>
          <a:xfrm>
            <a:off x="8610600" y="6356350"/>
            <a:ext cx="2743200" cy="365125"/>
          </a:xfrm>
          <a:prstGeom prst="rect">
            <a:avLst/>
          </a:prstGeom>
        </p:spPr>
        <p:txBody>
          <a:bodyPr vert="horz" lIns="91440" tIns="45720" rIns="91440" bIns="45720" rtlCol="0" anchor="ctr">
            <a:normAutofit/>
          </a:bodyPr>
          <a:lstStyle>
            <a:lvl1pPr>
              <a:defRPr sz="1200"/>
            </a:lvl1pPr>
          </a:lstStyle>
          <a:p>
            <a:pPr fontAlgn="base"/>
            <a:fld id="{FABC47A4-756D-490B-A52F-7D9E2C9FC05F}" type="slidenum">
              <a:rPr lang="zh-CN" altLang="en-US" strike="noStrike" noProof="1" smtClean="0">
                <a:latin typeface="Arial" panose="020B0604020202020204" pitchFamily="34" charset="0"/>
                <a:ea typeface="宋体" panose="02010600030101010101" pitchFamily="2" charset="-122"/>
                <a:cs typeface="+mn-cs"/>
              </a:rPr>
              <a:t>‹#›</a:t>
            </a:fld>
            <a:endParaRPr lang="zh-CN" altLang="en-US" strike="noStrike" noProof="1"/>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824484" y="365125"/>
            <a:ext cx="1529316" cy="5811838"/>
          </a:xfrm>
        </p:spPr>
        <p:txBody>
          <a:bodyPr vert="eaVert">
            <a:normAutofit/>
          </a:bodyPr>
          <a:lstStyle>
            <a:lvl1pPr>
              <a:defRPr sz="2700"/>
            </a:lvl1pPr>
          </a:lstStyle>
          <a:p>
            <a:pPr fontAlgn="auto"/>
            <a:r>
              <a:rPr lang="zh-CN" altLang="en-US" strike="noStrike" noProof="1"/>
              <a:t>单击此处编辑母版标题样式</a:t>
            </a:r>
          </a:p>
        </p:txBody>
      </p:sp>
      <p:sp>
        <p:nvSpPr>
          <p:cNvPr id="3" name="竖排文字占位符 2"/>
          <p:cNvSpPr>
            <a:spLocks noGrp="1"/>
          </p:cNvSpPr>
          <p:nvPr>
            <p:ph type="body" orient="vert" idx="1"/>
          </p:nvPr>
        </p:nvSpPr>
        <p:spPr>
          <a:xfrm>
            <a:off x="838200" y="365125"/>
            <a:ext cx="8879959" cy="5811838"/>
          </a:xfrm>
        </p:spPr>
        <p:txBody>
          <a:bodyPr vert="eaVert">
            <a:normAutofit/>
          </a:bodyPr>
          <a:lstStyle>
            <a:lvl1pPr>
              <a:defRPr sz="2400"/>
            </a:lvl1pPr>
            <a:lvl2pPr>
              <a:defRPr sz="2000"/>
            </a:lvl2pPr>
            <a:lvl3pPr>
              <a:defRPr sz="1800"/>
            </a:lvl3pPr>
            <a:lvl4pPr>
              <a:defRPr sz="1800"/>
            </a:lvl4pPr>
            <a:lvl5pPr>
              <a:defRPr sz="1800"/>
            </a:lvl5p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trike="noStrike" noProof="1"/>
              <a:t>第四级</a:t>
            </a:r>
          </a:p>
          <a:p>
            <a:pPr lvl="4" fontAlgn="auto"/>
            <a:r>
              <a:rPr lang="zh-CN" altLang="en-US" strike="noStrike" noProof="1"/>
              <a:t>第五级</a:t>
            </a:r>
          </a:p>
        </p:txBody>
      </p:sp>
      <p:sp>
        <p:nvSpPr>
          <p:cNvPr id="4" name="日期占位符 3"/>
          <p:cNvSpPr>
            <a:spLocks noGrp="1"/>
          </p:cNvSpPr>
          <p:nvPr>
            <p:ph type="dt" sz="half" idx="10"/>
          </p:nvPr>
        </p:nvSpPr>
        <p:spPr>
          <a:xfrm>
            <a:off x="838200" y="6356350"/>
            <a:ext cx="2743200" cy="365125"/>
          </a:xfrm>
          <a:prstGeom prst="rect">
            <a:avLst/>
          </a:prstGeom>
        </p:spPr>
        <p:txBody>
          <a:bodyPr vert="horz" lIns="91440" tIns="45720" rIns="91440" bIns="45720" rtlCol="0" anchor="ctr">
            <a:normAutofit/>
          </a:bodyPr>
          <a:lstStyle>
            <a:lvl1pPr>
              <a:defRPr sz="1200"/>
            </a:lvl1pPr>
          </a:lstStyle>
          <a:p>
            <a:pPr fontAlgn="base"/>
            <a:fld id="{760FBDFE-C587-4B4C-A407-44438C67B59E}" type="datetimeFigureOut">
              <a:rPr lang="zh-CN" altLang="en-US" strike="noStrike" noProof="1" smtClean="0">
                <a:latin typeface="Arial" panose="020B0604020202020204" pitchFamily="34" charset="0"/>
                <a:ea typeface="宋体" panose="02010600030101010101" pitchFamily="2" charset="-122"/>
                <a:cs typeface="+mn-cs"/>
              </a:rPr>
              <a:t>2020/3/23</a:t>
            </a:fld>
            <a:endParaRPr lang="zh-CN" altLang="en-US" strike="noStrike" noProof="1"/>
          </a:p>
        </p:txBody>
      </p:sp>
      <p:sp>
        <p:nvSpPr>
          <p:cNvPr id="5" name="页脚占位符 4"/>
          <p:cNvSpPr>
            <a:spLocks noGrp="1"/>
          </p:cNvSpPr>
          <p:nvPr>
            <p:ph type="ftr" sz="quarter" idx="11"/>
          </p:nvPr>
        </p:nvSpPr>
        <p:spPr>
          <a:xfrm>
            <a:off x="4038600" y="6356350"/>
            <a:ext cx="4114800" cy="365125"/>
          </a:xfrm>
          <a:prstGeom prst="rect">
            <a:avLst/>
          </a:prstGeom>
        </p:spPr>
        <p:txBody>
          <a:bodyPr vert="horz" lIns="91440" tIns="45720" rIns="91440" bIns="45720" rtlCol="0" anchor="ctr">
            <a:normAutofit/>
          </a:bodyPr>
          <a:lstStyle>
            <a:lvl1pPr>
              <a:defRPr sz="1200"/>
            </a:lvl1pPr>
          </a:lstStyle>
          <a:p>
            <a:pPr fontAlgn="base"/>
            <a:endParaRPr lang="zh-CN" altLang="en-US" strike="noStrike" noProof="1"/>
          </a:p>
        </p:txBody>
      </p:sp>
      <p:sp>
        <p:nvSpPr>
          <p:cNvPr id="6" name="灯片编号占位符 5"/>
          <p:cNvSpPr>
            <a:spLocks noGrp="1"/>
          </p:cNvSpPr>
          <p:nvPr>
            <p:ph type="sldNum" sz="quarter" idx="12"/>
          </p:nvPr>
        </p:nvSpPr>
        <p:spPr>
          <a:xfrm>
            <a:off x="8610600" y="6356350"/>
            <a:ext cx="2743200" cy="365125"/>
          </a:xfrm>
          <a:prstGeom prst="rect">
            <a:avLst/>
          </a:prstGeom>
        </p:spPr>
        <p:txBody>
          <a:bodyPr vert="horz" lIns="91440" tIns="45720" rIns="91440" bIns="45720" rtlCol="0" anchor="ctr">
            <a:normAutofit/>
          </a:bodyPr>
          <a:lstStyle>
            <a:lvl1pPr>
              <a:defRPr sz="1200"/>
            </a:lvl1pPr>
          </a:lstStyle>
          <a:p>
            <a:pPr fontAlgn="base"/>
            <a:fld id="{49AE70B2-8BF9-45C0-BB95-33D1B9D3A854}" type="slidenum">
              <a:rPr lang="zh-CN" altLang="en-US" strike="noStrike" noProof="1" smtClean="0">
                <a:latin typeface="Arial" panose="020B0604020202020204" pitchFamily="34" charset="0"/>
                <a:ea typeface="宋体" panose="02010600030101010101" pitchFamily="2" charset="-122"/>
                <a:cs typeface="+mn-cs"/>
              </a:rPr>
              <a:t>‹#›</a:t>
            </a:fld>
            <a:endParaRPr lang="zh-CN" altLang="en-US" strike="noStrike" noProof="1"/>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bg>
      <p:bgPr>
        <a:solidFill>
          <a:schemeClr val="bg1"/>
        </a:solidFill>
        <a:effectLst/>
      </p:bgPr>
    </p:bg>
    <p:spTree>
      <p:nvGrpSpPr>
        <p:cNvPr id="1" name=""/>
        <p:cNvGrpSpPr/>
        <p:nvPr/>
      </p:nvGrpSpPr>
      <p:grpSpPr>
        <a:xfrm>
          <a:off x="0" y="0"/>
          <a:ext cx="0" cy="0"/>
          <a:chOff x="0" y="0"/>
          <a:chExt cx="0" cy="0"/>
        </a:xfrm>
      </p:grpSpPr>
      <p:sp>
        <p:nvSpPr>
          <p:cNvPr id="7" name="内容占位符 6"/>
          <p:cNvSpPr>
            <a:spLocks noGrp="1"/>
          </p:cNvSpPr>
          <p:nvPr>
            <p:ph sz="quarter" idx="13"/>
          </p:nvPr>
        </p:nvSpPr>
        <p:spPr>
          <a:xfrm>
            <a:off x="838200" y="551544"/>
            <a:ext cx="10515600" cy="5558971"/>
          </a:xfrm>
        </p:spPr>
        <p:txBody>
          <a:bodyPr>
            <a:normAutofit/>
          </a:bodyPr>
          <a:lstStyle>
            <a:lvl1pPr>
              <a:defRPr sz="2400"/>
            </a:lvl1pPr>
            <a:lvl2pPr>
              <a:defRPr sz="2000"/>
            </a:lvl2pPr>
            <a:lvl3pPr>
              <a:defRPr sz="1800"/>
            </a:lvl3pPr>
            <a:lvl4pPr>
              <a:defRPr sz="1800"/>
            </a:lvl4pPr>
            <a:lvl5pPr>
              <a:defRPr sz="1800"/>
            </a:lvl5p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trike="noStrike" noProof="1"/>
              <a:t>第四级</a:t>
            </a:r>
          </a:p>
          <a:p>
            <a:pPr lvl="4" fontAlgn="auto"/>
            <a:r>
              <a:rPr lang="zh-CN" altLang="en-US" strike="noStrike" noProof="1"/>
              <a:t>第五级</a:t>
            </a:r>
          </a:p>
        </p:txBody>
      </p:sp>
      <p:sp>
        <p:nvSpPr>
          <p:cNvPr id="3" name="日期占位符 2"/>
          <p:cNvSpPr>
            <a:spLocks noGrp="1"/>
          </p:cNvSpPr>
          <p:nvPr>
            <p:ph type="dt" sz="half" idx="10"/>
          </p:nvPr>
        </p:nvSpPr>
        <p:spPr>
          <a:xfrm>
            <a:off x="838200" y="6356350"/>
            <a:ext cx="2743200" cy="365125"/>
          </a:xfrm>
          <a:prstGeom prst="rect">
            <a:avLst/>
          </a:prstGeom>
        </p:spPr>
        <p:txBody>
          <a:bodyPr vert="horz" lIns="91440" tIns="45720" rIns="91440" bIns="45720" rtlCol="0" anchor="ctr">
            <a:normAutofit/>
          </a:bodyPr>
          <a:lstStyle>
            <a:lvl1pPr>
              <a:defRPr sz="1200"/>
            </a:lvl1pPr>
          </a:lstStyle>
          <a:p>
            <a:pPr fontAlgn="base"/>
            <a:fld id="{760FBDFE-C587-4B4C-A407-44438C67B59E}" type="datetimeFigureOut">
              <a:rPr lang="zh-CN" altLang="en-US" strike="noStrike" noProof="1" smtClean="0">
                <a:latin typeface="Arial" panose="020B0604020202020204" pitchFamily="34" charset="0"/>
                <a:ea typeface="宋体" panose="02010600030101010101" pitchFamily="2" charset="-122"/>
                <a:cs typeface="+mn-cs"/>
              </a:rPr>
              <a:t>2020/3/23</a:t>
            </a:fld>
            <a:endParaRPr lang="zh-CN" altLang="en-US" strike="noStrike" noProof="1"/>
          </a:p>
        </p:txBody>
      </p:sp>
      <p:sp>
        <p:nvSpPr>
          <p:cNvPr id="4" name="页脚占位符 3"/>
          <p:cNvSpPr>
            <a:spLocks noGrp="1"/>
          </p:cNvSpPr>
          <p:nvPr>
            <p:ph type="ftr" sz="quarter" idx="11"/>
          </p:nvPr>
        </p:nvSpPr>
        <p:spPr>
          <a:xfrm>
            <a:off x="4038600" y="6356350"/>
            <a:ext cx="4114800" cy="365125"/>
          </a:xfrm>
          <a:prstGeom prst="rect">
            <a:avLst/>
          </a:prstGeom>
        </p:spPr>
        <p:txBody>
          <a:bodyPr vert="horz" lIns="91440" tIns="45720" rIns="91440" bIns="45720" rtlCol="0" anchor="ctr">
            <a:normAutofit/>
          </a:bodyPr>
          <a:lstStyle>
            <a:lvl1pPr>
              <a:defRPr sz="1200"/>
            </a:lvl1pPr>
          </a:lstStyle>
          <a:p>
            <a:pPr fontAlgn="base"/>
            <a:endParaRPr lang="zh-CN" altLang="en-US" strike="noStrike" noProof="1"/>
          </a:p>
        </p:txBody>
      </p:sp>
      <p:sp>
        <p:nvSpPr>
          <p:cNvPr id="5" name="灯片编号占位符 4"/>
          <p:cNvSpPr>
            <a:spLocks noGrp="1"/>
          </p:cNvSpPr>
          <p:nvPr>
            <p:ph type="sldNum" sz="quarter" idx="12"/>
          </p:nvPr>
        </p:nvSpPr>
        <p:spPr>
          <a:xfrm>
            <a:off x="8610600" y="6356350"/>
            <a:ext cx="2743200" cy="365125"/>
          </a:xfrm>
          <a:prstGeom prst="rect">
            <a:avLst/>
          </a:prstGeom>
        </p:spPr>
        <p:txBody>
          <a:bodyPr vert="horz" lIns="91440" tIns="45720" rIns="91440" bIns="45720" rtlCol="0" anchor="ctr">
            <a:normAutofit/>
          </a:bodyPr>
          <a:lstStyle>
            <a:lvl1pPr>
              <a:defRPr sz="1200"/>
            </a:lvl1pPr>
          </a:lstStyle>
          <a:p>
            <a:pPr fontAlgn="base"/>
            <a:fld id="{49AE70B2-8BF9-45C0-BB95-33D1B9D3A854}" type="slidenum">
              <a:rPr lang="zh-CN" altLang="en-US" strike="noStrike" noProof="1" smtClean="0">
                <a:latin typeface="Arial" panose="020B0604020202020204" pitchFamily="34" charset="0"/>
                <a:ea typeface="宋体" panose="02010600030101010101" pitchFamily="2" charset="-122"/>
                <a:cs typeface="+mn-cs"/>
              </a:rPr>
              <a:t>‹#›</a:t>
            </a:fld>
            <a:endParaRPr lang="zh-CN" altLang="en-US" strike="noStrike" noProof="1"/>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cxnSp>
        <p:nvCxnSpPr>
          <p:cNvPr id="7" name="直接连接符 6"/>
          <p:cNvCxnSpPr/>
          <p:nvPr>
            <p:custDataLst>
              <p:tags r:id="rId1"/>
            </p:custDataLst>
          </p:nvPr>
        </p:nvCxnSpPr>
        <p:spPr>
          <a:xfrm flipH="1">
            <a:off x="1631585" y="2307814"/>
            <a:ext cx="285166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直接连接符 7"/>
          <p:cNvCxnSpPr/>
          <p:nvPr>
            <p:custDataLst>
              <p:tags r:id="rId2"/>
            </p:custDataLst>
          </p:nvPr>
        </p:nvCxnSpPr>
        <p:spPr>
          <a:xfrm>
            <a:off x="1631585" y="2307814"/>
            <a:ext cx="0" cy="2182906"/>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直接连接符 8"/>
          <p:cNvCxnSpPr/>
          <p:nvPr>
            <p:custDataLst>
              <p:tags r:id="rId3"/>
            </p:custDataLst>
          </p:nvPr>
        </p:nvCxnSpPr>
        <p:spPr>
          <a:xfrm>
            <a:off x="1618039" y="4500880"/>
            <a:ext cx="896121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直接连接符 9"/>
          <p:cNvCxnSpPr/>
          <p:nvPr>
            <p:custDataLst>
              <p:tags r:id="rId4"/>
            </p:custDataLst>
          </p:nvPr>
        </p:nvCxnSpPr>
        <p:spPr>
          <a:xfrm flipH="1">
            <a:off x="7727585" y="2307814"/>
            <a:ext cx="285166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5"/>
            </p:custDataLst>
          </p:nvPr>
        </p:nvCxnSpPr>
        <p:spPr>
          <a:xfrm>
            <a:off x="10572385" y="2317974"/>
            <a:ext cx="0" cy="2182906"/>
          </a:xfrm>
          <a:prstGeom prst="line">
            <a:avLst/>
          </a:prstGeom>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ph type="ctrTitle" hasCustomPrompt="1"/>
          </p:nvPr>
        </p:nvSpPr>
        <p:spPr>
          <a:xfrm>
            <a:off x="2268279" y="2683891"/>
            <a:ext cx="7655443" cy="1089529"/>
          </a:xfrm>
        </p:spPr>
        <p:txBody>
          <a:bodyPr wrap="square" anchor="b">
            <a:normAutofit/>
          </a:bodyPr>
          <a:lstStyle>
            <a:lvl1pPr algn="ctr">
              <a:defRPr sz="5400"/>
            </a:lvl1pPr>
          </a:lstStyle>
          <a:p>
            <a:r>
              <a:rPr lang="zh-CN" altLang="en-US" dirty="0"/>
              <a:t>单击此处编辑标题</a:t>
            </a:r>
          </a:p>
        </p:txBody>
      </p:sp>
      <p:sp>
        <p:nvSpPr>
          <p:cNvPr id="3" name="副标题 2"/>
          <p:cNvSpPr>
            <a:spLocks noGrp="1"/>
          </p:cNvSpPr>
          <p:nvPr>
            <p:ph type="subTitle" idx="1"/>
          </p:nvPr>
        </p:nvSpPr>
        <p:spPr>
          <a:xfrm>
            <a:off x="2268279" y="3814695"/>
            <a:ext cx="7655443" cy="424732"/>
          </a:xfrm>
        </p:spPr>
        <p:txBody>
          <a:bodyPr wrap="square">
            <a:normAutofit/>
          </a:bodyPr>
          <a:lstStyle>
            <a:lvl1pPr marL="0" indent="0" algn="dist">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dirty="0"/>
              <a:t>单击此处编辑母版副标题样式</a:t>
            </a:r>
          </a:p>
        </p:txBody>
      </p:sp>
      <p:sp>
        <p:nvSpPr>
          <p:cNvPr id="4" name="日期占位符 3"/>
          <p:cNvSpPr>
            <a:spLocks noGrp="1"/>
          </p:cNvSpPr>
          <p:nvPr>
            <p:ph type="dt" sz="half" idx="10"/>
          </p:nvPr>
        </p:nvSpPr>
        <p:spPr/>
        <p:txBody>
          <a:bodyPr>
            <a:normAutofit/>
          </a:bodyPr>
          <a:lstStyle>
            <a:lvl1pPr>
              <a:defRPr sz="1200"/>
            </a:lvl1pPr>
          </a:lstStyle>
          <a:p>
            <a:fld id="{760FBDFE-C587-4B4C-A407-44438C67B59E}" type="datetimeFigureOut">
              <a:rPr lang="zh-CN" altLang="en-US" smtClean="0"/>
              <a:t>2020/3/23</a:t>
            </a:fld>
            <a:endParaRPr lang="zh-CN" altLang="en-US"/>
          </a:p>
        </p:txBody>
      </p:sp>
      <p:sp>
        <p:nvSpPr>
          <p:cNvPr id="5" name="页脚占位符 4"/>
          <p:cNvSpPr>
            <a:spLocks noGrp="1"/>
          </p:cNvSpPr>
          <p:nvPr>
            <p:ph type="ftr" sz="quarter" idx="11"/>
          </p:nvPr>
        </p:nvSpPr>
        <p:spPr/>
        <p:txBody>
          <a:bodyPr>
            <a:normAutofit/>
          </a:bodyPr>
          <a:lstStyle>
            <a:lvl1pPr>
              <a:defRPr sz="1200"/>
            </a:lvl1pPr>
          </a:lstStyle>
          <a:p>
            <a:endParaRPr lang="zh-CN" altLang="en-US"/>
          </a:p>
        </p:txBody>
      </p:sp>
      <p:sp>
        <p:nvSpPr>
          <p:cNvPr id="6" name="灯片编号占位符 5"/>
          <p:cNvSpPr>
            <a:spLocks noGrp="1"/>
          </p:cNvSpPr>
          <p:nvPr>
            <p:ph type="sldNum" sz="quarter" idx="12"/>
          </p:nvPr>
        </p:nvSpPr>
        <p:spPr/>
        <p:txBody>
          <a:bodyPr>
            <a:normAutofit/>
          </a:bodyPr>
          <a:lstStyle>
            <a:lvl1pPr>
              <a:defRPr sz="1200"/>
            </a:lvl1pPr>
          </a:lstStyle>
          <a:p>
            <a:fld id="{49AE70B2-8BF9-45C0-BB95-33D1B9D3A854}"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单击此处编辑母版标题样式</a:t>
            </a:r>
          </a:p>
        </p:txBody>
      </p:sp>
      <p:sp>
        <p:nvSpPr>
          <p:cNvPr id="3" name="内容占位符 2"/>
          <p:cNvSpPr>
            <a:spLocks noGrp="1"/>
          </p:cNvSpPr>
          <p:nvPr>
            <p:ph idx="1"/>
          </p:nvPr>
        </p:nvSpPr>
        <p:spPr/>
        <p:txBody>
          <a:bodyPr>
            <a:normAutofit/>
          </a:bodyPr>
          <a:lstStyle>
            <a:lvl1pPr>
              <a:defRPr sz="2400"/>
            </a:lvl1pPr>
            <a:lvl2pPr>
              <a:defRPr sz="2000"/>
            </a:lvl2pPr>
            <a:lvl3pPr>
              <a:defRPr sz="1800"/>
            </a:lvl3pPr>
            <a:lvl4pPr>
              <a:defRPr sz="1800"/>
            </a:lvl4pPr>
            <a:lvl5pPr>
              <a:defRPr sz="18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p:txBody>
          <a:bodyPr>
            <a:normAutofit/>
          </a:bodyPr>
          <a:lstStyle>
            <a:lvl1pPr>
              <a:defRPr sz="1200"/>
            </a:lvl1pPr>
          </a:lstStyle>
          <a:p>
            <a:fld id="{760FBDFE-C587-4B4C-A407-44438C67B59E}" type="datetimeFigureOut">
              <a:rPr lang="zh-CN" altLang="en-US" smtClean="0"/>
              <a:t>2020/3/23</a:t>
            </a:fld>
            <a:endParaRPr lang="zh-CN" altLang="en-US"/>
          </a:p>
        </p:txBody>
      </p:sp>
      <p:sp>
        <p:nvSpPr>
          <p:cNvPr id="5" name="页脚占位符 4"/>
          <p:cNvSpPr>
            <a:spLocks noGrp="1"/>
          </p:cNvSpPr>
          <p:nvPr>
            <p:ph type="ftr" sz="quarter" idx="11"/>
          </p:nvPr>
        </p:nvSpPr>
        <p:spPr/>
        <p:txBody>
          <a:bodyPr>
            <a:normAutofit/>
          </a:bodyPr>
          <a:lstStyle>
            <a:lvl1pPr>
              <a:defRPr sz="1200"/>
            </a:lvl1pPr>
          </a:lstStyle>
          <a:p>
            <a:endParaRPr lang="zh-CN" altLang="en-US"/>
          </a:p>
        </p:txBody>
      </p:sp>
      <p:sp>
        <p:nvSpPr>
          <p:cNvPr id="6" name="灯片编号占位符 5"/>
          <p:cNvSpPr>
            <a:spLocks noGrp="1"/>
          </p:cNvSpPr>
          <p:nvPr>
            <p:ph type="sldNum" sz="quarter" idx="12"/>
          </p:nvPr>
        </p:nvSpPr>
        <p:spPr/>
        <p:txBody>
          <a:bodyPr>
            <a:normAutofit/>
          </a:bodyPr>
          <a:lstStyle>
            <a:lvl1pPr>
              <a:defRPr sz="1200"/>
            </a:lvl1pPr>
          </a:lstStyle>
          <a:p>
            <a:fld id="{49AE70B2-8BF9-45C0-BB95-33D1B9D3A854}" type="slidenum">
              <a:rPr lang="zh-CN" altLang="en-US" smtClean="0"/>
              <a:t>‹#›</a:t>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1518389" y="3078832"/>
            <a:ext cx="9142523" cy="1089529"/>
          </a:xfrm>
        </p:spPr>
        <p:txBody>
          <a:bodyPr anchor="t" anchorCtr="0">
            <a:normAutofit/>
          </a:bodyPr>
          <a:lstStyle>
            <a:lvl1pPr algn="ctr">
              <a:defRPr sz="5400"/>
            </a:lvl1pPr>
          </a:lstStyle>
          <a:p>
            <a:r>
              <a:rPr lang="zh-CN" altLang="en-US" dirty="0"/>
              <a:t>单击此处编辑标题</a:t>
            </a:r>
          </a:p>
        </p:txBody>
      </p:sp>
      <p:sp>
        <p:nvSpPr>
          <p:cNvPr id="4" name="日期占位符 3"/>
          <p:cNvSpPr>
            <a:spLocks noGrp="1"/>
          </p:cNvSpPr>
          <p:nvPr>
            <p:ph type="dt" sz="half" idx="10"/>
          </p:nvPr>
        </p:nvSpPr>
        <p:spPr/>
        <p:txBody>
          <a:bodyPr>
            <a:normAutofit/>
          </a:bodyPr>
          <a:lstStyle>
            <a:lvl1pPr>
              <a:defRPr sz="1200"/>
            </a:lvl1pPr>
          </a:lstStyle>
          <a:p>
            <a:fld id="{760FBDFE-C587-4B4C-A407-44438C67B59E}" type="datetimeFigureOut">
              <a:rPr lang="zh-CN" altLang="en-US" smtClean="0"/>
              <a:t>2020/3/23</a:t>
            </a:fld>
            <a:endParaRPr lang="zh-CN" altLang="en-US"/>
          </a:p>
        </p:txBody>
      </p:sp>
      <p:sp>
        <p:nvSpPr>
          <p:cNvPr id="5" name="页脚占位符 4"/>
          <p:cNvSpPr>
            <a:spLocks noGrp="1"/>
          </p:cNvSpPr>
          <p:nvPr>
            <p:ph type="ftr" sz="quarter" idx="11"/>
          </p:nvPr>
        </p:nvSpPr>
        <p:spPr/>
        <p:txBody>
          <a:bodyPr>
            <a:normAutofit/>
          </a:bodyPr>
          <a:lstStyle>
            <a:lvl1pPr>
              <a:defRPr sz="1200"/>
            </a:lvl1pPr>
          </a:lstStyle>
          <a:p>
            <a:endParaRPr lang="zh-CN" altLang="en-US"/>
          </a:p>
        </p:txBody>
      </p:sp>
      <p:sp>
        <p:nvSpPr>
          <p:cNvPr id="6" name="灯片编号占位符 5"/>
          <p:cNvSpPr>
            <a:spLocks noGrp="1"/>
          </p:cNvSpPr>
          <p:nvPr>
            <p:ph type="sldNum" sz="quarter" idx="12"/>
          </p:nvPr>
        </p:nvSpPr>
        <p:spPr/>
        <p:txBody>
          <a:bodyPr>
            <a:normAutofit/>
          </a:bodyPr>
          <a:lstStyle>
            <a:lvl1pPr>
              <a:defRPr sz="1200"/>
            </a:lvl1pPr>
          </a:lstStyle>
          <a:p>
            <a:fld id="{49AE70B2-8BF9-45C0-BB95-33D1B9D3A854}" type="slidenum">
              <a:rPr lang="zh-CN" altLang="en-US" smtClean="0"/>
              <a:t>‹#›</a:t>
            </a:fld>
            <a:endParaRPr lang="zh-CN" altLang="en-US"/>
          </a:p>
        </p:txBody>
      </p:sp>
      <p:sp>
        <p:nvSpPr>
          <p:cNvPr id="8" name="内容占位符 7"/>
          <p:cNvSpPr>
            <a:spLocks noGrp="1"/>
          </p:cNvSpPr>
          <p:nvPr>
            <p:ph sz="quarter" idx="13" hasCustomPrompt="1"/>
          </p:nvPr>
        </p:nvSpPr>
        <p:spPr>
          <a:xfrm>
            <a:off x="1517651" y="2221766"/>
            <a:ext cx="9156700" cy="830997"/>
          </a:xfrm>
        </p:spPr>
        <p:txBody>
          <a:bodyPr anchor="b" anchorCtr="0">
            <a:normAutofit/>
          </a:bodyPr>
          <a:lstStyle>
            <a:lvl1pPr marL="0" indent="0" algn="ctr">
              <a:buNone/>
              <a:defRPr sz="4000"/>
            </a:lvl1pPr>
          </a:lstStyle>
          <a:p>
            <a:pPr lvl="0"/>
            <a:r>
              <a:rPr lang="zh-CN" altLang="en-US" dirty="0"/>
              <a:t>单击此处编辑文本</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nvPr>
        </p:nvSpPr>
        <p:spPr>
          <a:xfrm>
            <a:off x="6172200" y="1825625"/>
            <a:ext cx="5181600" cy="4351338"/>
          </a:xfrm>
        </p:spPr>
        <p:txBody>
          <a:bodyPr>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nvPr>
        </p:nvSpPr>
        <p:spPr/>
        <p:txBody>
          <a:bodyPr>
            <a:normAutofit/>
          </a:bodyPr>
          <a:lstStyle>
            <a:lvl1pPr>
              <a:defRPr sz="1200"/>
            </a:lvl1pPr>
          </a:lstStyle>
          <a:p>
            <a:fld id="{760FBDFE-C587-4B4C-A407-44438C67B59E}" type="datetimeFigureOut">
              <a:rPr lang="zh-CN" altLang="en-US" smtClean="0"/>
              <a:t>2020/3/23</a:t>
            </a:fld>
            <a:endParaRPr lang="zh-CN" altLang="en-US"/>
          </a:p>
        </p:txBody>
      </p:sp>
      <p:sp>
        <p:nvSpPr>
          <p:cNvPr id="6" name="页脚占位符 5"/>
          <p:cNvSpPr>
            <a:spLocks noGrp="1"/>
          </p:cNvSpPr>
          <p:nvPr>
            <p:ph type="ftr" sz="quarter" idx="11"/>
          </p:nvPr>
        </p:nvSpPr>
        <p:spPr/>
        <p:txBody>
          <a:bodyPr>
            <a:normAutofit/>
          </a:bodyPr>
          <a:lstStyle>
            <a:lvl1pPr>
              <a:defRPr sz="1200"/>
            </a:lvl1pPr>
          </a:lstStyle>
          <a:p>
            <a:endParaRPr lang="zh-CN" altLang="en-US"/>
          </a:p>
        </p:txBody>
      </p:sp>
      <p:sp>
        <p:nvSpPr>
          <p:cNvPr id="7" name="灯片编号占位符 6"/>
          <p:cNvSpPr>
            <a:spLocks noGrp="1"/>
          </p:cNvSpPr>
          <p:nvPr>
            <p:ph type="sldNum" sz="quarter" idx="12"/>
          </p:nvPr>
        </p:nvSpPr>
        <p:spPr/>
        <p:txBody>
          <a:bodyPr>
            <a:normAutofit/>
          </a:bodyPr>
          <a:lstStyle>
            <a:lvl1pPr>
              <a:defRPr sz="1200"/>
            </a:lvl1pPr>
          </a:lstStyle>
          <a:p>
            <a:fld id="{49AE70B2-8BF9-45C0-BB95-33D1B9D3A854}" type="slidenum">
              <a:rPr lang="zh-CN" altLang="en-US" smtClean="0"/>
              <a:t>‹#›</a:t>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6"/>
            <a:ext cx="10515600" cy="1325563"/>
          </a:xfrm>
        </p:spPr>
        <p:txBody>
          <a:bodyPr>
            <a:normAutofit/>
          </a:bodyPr>
          <a:lstStyle/>
          <a:p>
            <a:r>
              <a:rPr lang="zh-CN" altLang="en-US"/>
              <a:t>单击此处编辑母版标题样式</a:t>
            </a:r>
          </a:p>
        </p:txBody>
      </p:sp>
      <p:sp>
        <p:nvSpPr>
          <p:cNvPr id="3" name="文本占位符 2"/>
          <p:cNvSpPr>
            <a:spLocks noGrp="1"/>
          </p:cNvSpPr>
          <p:nvPr>
            <p:ph type="body" idx="1"/>
          </p:nvPr>
        </p:nvSpPr>
        <p:spPr>
          <a:xfrm>
            <a:off x="839789" y="1744961"/>
            <a:ext cx="5157787" cy="823912"/>
          </a:xfrm>
        </p:spPr>
        <p:txBody>
          <a:bodyPr anchor="b">
            <a:normAutofit/>
          </a:bodyPr>
          <a:lstStyle>
            <a:lvl1pPr marL="0" indent="0">
              <a:buNone/>
              <a:defRPr sz="20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dirty="0"/>
              <a:t>单击此处编辑母版文本样式</a:t>
            </a:r>
          </a:p>
        </p:txBody>
      </p:sp>
      <p:sp>
        <p:nvSpPr>
          <p:cNvPr id="4" name="内容占位符 3"/>
          <p:cNvSpPr>
            <a:spLocks noGrp="1"/>
          </p:cNvSpPr>
          <p:nvPr>
            <p:ph sz="half" idx="2"/>
          </p:nvPr>
        </p:nvSpPr>
        <p:spPr>
          <a:xfrm>
            <a:off x="839789" y="2615609"/>
            <a:ext cx="5157787" cy="3574054"/>
          </a:xfrm>
        </p:spPr>
        <p:txBody>
          <a:bodyPr>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文本占位符 4"/>
          <p:cNvSpPr>
            <a:spLocks noGrp="1"/>
          </p:cNvSpPr>
          <p:nvPr>
            <p:ph type="body" sz="quarter" idx="3"/>
          </p:nvPr>
        </p:nvSpPr>
        <p:spPr>
          <a:xfrm>
            <a:off x="6172200" y="1744961"/>
            <a:ext cx="5183188" cy="823912"/>
          </a:xfrm>
        </p:spPr>
        <p:txBody>
          <a:bodyPr anchor="b">
            <a:normAutofit/>
          </a:bodyPr>
          <a:lstStyle>
            <a:lvl1pPr marL="0" indent="0">
              <a:buNone/>
              <a:defRPr sz="20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dirty="0"/>
              <a:t>单击此处编辑母版文本样式</a:t>
            </a:r>
          </a:p>
        </p:txBody>
      </p:sp>
      <p:sp>
        <p:nvSpPr>
          <p:cNvPr id="6" name="内容占位符 5"/>
          <p:cNvSpPr>
            <a:spLocks noGrp="1"/>
          </p:cNvSpPr>
          <p:nvPr>
            <p:ph sz="quarter" idx="4"/>
          </p:nvPr>
        </p:nvSpPr>
        <p:spPr>
          <a:xfrm>
            <a:off x="6172200" y="2615609"/>
            <a:ext cx="5183188" cy="3574054"/>
          </a:xfrm>
        </p:spPr>
        <p:txBody>
          <a:bodyPr>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 name="日期占位符 6"/>
          <p:cNvSpPr>
            <a:spLocks noGrp="1"/>
          </p:cNvSpPr>
          <p:nvPr>
            <p:ph type="dt" sz="half" idx="10"/>
          </p:nvPr>
        </p:nvSpPr>
        <p:spPr/>
        <p:txBody>
          <a:bodyPr>
            <a:normAutofit/>
          </a:bodyPr>
          <a:lstStyle>
            <a:lvl1pPr>
              <a:defRPr sz="1200"/>
            </a:lvl1pPr>
          </a:lstStyle>
          <a:p>
            <a:fld id="{760FBDFE-C587-4B4C-A407-44438C67B59E}" type="datetimeFigureOut">
              <a:rPr lang="zh-CN" altLang="en-US" smtClean="0"/>
              <a:t>2020/3/23</a:t>
            </a:fld>
            <a:endParaRPr lang="zh-CN" altLang="en-US"/>
          </a:p>
        </p:txBody>
      </p:sp>
      <p:sp>
        <p:nvSpPr>
          <p:cNvPr id="8" name="页脚占位符 7"/>
          <p:cNvSpPr>
            <a:spLocks noGrp="1"/>
          </p:cNvSpPr>
          <p:nvPr>
            <p:ph type="ftr" sz="quarter" idx="11"/>
          </p:nvPr>
        </p:nvSpPr>
        <p:spPr/>
        <p:txBody>
          <a:bodyPr>
            <a:normAutofit/>
          </a:bodyPr>
          <a:lstStyle>
            <a:lvl1pPr>
              <a:defRPr sz="1200"/>
            </a:lvl1pPr>
          </a:lstStyle>
          <a:p>
            <a:endParaRPr lang="zh-CN" altLang="en-US"/>
          </a:p>
        </p:txBody>
      </p:sp>
      <p:sp>
        <p:nvSpPr>
          <p:cNvPr id="9" name="灯片编号占位符 8"/>
          <p:cNvSpPr>
            <a:spLocks noGrp="1"/>
          </p:cNvSpPr>
          <p:nvPr>
            <p:ph type="sldNum" sz="quarter" idx="12"/>
          </p:nvPr>
        </p:nvSpPr>
        <p:spPr/>
        <p:txBody>
          <a:bodyPr>
            <a:normAutofit/>
          </a:bodyPr>
          <a:lstStyle>
            <a:lvl1pPr>
              <a:defRPr sz="1200"/>
            </a:lvl1pPr>
          </a:lstStyle>
          <a:p>
            <a:fld id="{49AE70B2-8BF9-45C0-BB95-33D1B9D3A854}" type="slidenum">
              <a:rPr lang="zh-CN" altLang="en-US" smtClean="0"/>
              <a:t>‹#›</a:t>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cxnSp>
        <p:nvCxnSpPr>
          <p:cNvPr id="6" name="直接连接符 5"/>
          <p:cNvCxnSpPr/>
          <p:nvPr>
            <p:custDataLst>
              <p:tags r:id="rId1"/>
            </p:custDataLst>
          </p:nvPr>
        </p:nvCxnSpPr>
        <p:spPr>
          <a:xfrm flipH="1">
            <a:off x="2494944" y="3048593"/>
            <a:ext cx="77559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494944" y="3048593"/>
            <a:ext cx="1" cy="1216935"/>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直接连接符 7"/>
          <p:cNvCxnSpPr/>
          <p:nvPr>
            <p:custDataLst>
              <p:tags r:id="rId3"/>
            </p:custDataLst>
          </p:nvPr>
        </p:nvCxnSpPr>
        <p:spPr>
          <a:xfrm>
            <a:off x="2494944" y="4265528"/>
            <a:ext cx="714586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直接连接符 8"/>
          <p:cNvCxnSpPr/>
          <p:nvPr>
            <p:custDataLst>
              <p:tags r:id="rId4"/>
            </p:custDataLst>
          </p:nvPr>
        </p:nvCxnSpPr>
        <p:spPr>
          <a:xfrm flipH="1">
            <a:off x="8811077" y="3048593"/>
            <a:ext cx="82973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直接连接符 9"/>
          <p:cNvCxnSpPr/>
          <p:nvPr>
            <p:custDataLst>
              <p:tags r:id="rId5"/>
            </p:custDataLst>
          </p:nvPr>
        </p:nvCxnSpPr>
        <p:spPr>
          <a:xfrm>
            <a:off x="9640811" y="3048593"/>
            <a:ext cx="0" cy="1216935"/>
          </a:xfrm>
          <a:prstGeom prst="line">
            <a:avLst/>
          </a:prstGeom>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ph type="title" hasCustomPrompt="1"/>
          </p:nvPr>
        </p:nvSpPr>
        <p:spPr>
          <a:xfrm>
            <a:off x="3322871" y="2251982"/>
            <a:ext cx="5430147" cy="1325563"/>
          </a:xfrm>
        </p:spPr>
        <p:txBody>
          <a:bodyPr anchor="b" anchorCtr="0">
            <a:normAutofit/>
          </a:bodyPr>
          <a:lstStyle>
            <a:lvl1pPr algn="ctr">
              <a:defRPr sz="6600"/>
            </a:lvl1pPr>
          </a:lstStyle>
          <a:p>
            <a:r>
              <a:rPr lang="zh-CN" altLang="en-US" dirty="0"/>
              <a:t>编辑标题</a:t>
            </a:r>
          </a:p>
        </p:txBody>
      </p:sp>
      <p:sp>
        <p:nvSpPr>
          <p:cNvPr id="3" name="日期占位符 2"/>
          <p:cNvSpPr>
            <a:spLocks noGrp="1"/>
          </p:cNvSpPr>
          <p:nvPr>
            <p:ph type="dt" sz="half" idx="10"/>
          </p:nvPr>
        </p:nvSpPr>
        <p:spPr/>
        <p:txBody>
          <a:bodyPr>
            <a:normAutofit/>
          </a:bodyPr>
          <a:lstStyle>
            <a:lvl1pPr>
              <a:defRPr sz="1200"/>
            </a:lvl1pPr>
          </a:lstStyle>
          <a:p>
            <a:fld id="{760FBDFE-C587-4B4C-A407-44438C67B59E}" type="datetimeFigureOut">
              <a:rPr lang="zh-CN" altLang="en-US" smtClean="0"/>
              <a:t>2020/3/23</a:t>
            </a:fld>
            <a:endParaRPr lang="zh-CN" altLang="en-US"/>
          </a:p>
        </p:txBody>
      </p:sp>
      <p:sp>
        <p:nvSpPr>
          <p:cNvPr id="4" name="页脚占位符 3"/>
          <p:cNvSpPr>
            <a:spLocks noGrp="1"/>
          </p:cNvSpPr>
          <p:nvPr>
            <p:ph type="ftr" sz="quarter" idx="11"/>
          </p:nvPr>
        </p:nvSpPr>
        <p:spPr/>
        <p:txBody>
          <a:bodyPr>
            <a:normAutofit/>
          </a:bodyPr>
          <a:lstStyle>
            <a:lvl1pPr>
              <a:defRPr sz="1200"/>
            </a:lvl1pPr>
          </a:lstStyle>
          <a:p>
            <a:endParaRPr lang="zh-CN" altLang="en-US"/>
          </a:p>
        </p:txBody>
      </p:sp>
      <p:sp>
        <p:nvSpPr>
          <p:cNvPr id="5" name="灯片编号占位符 4"/>
          <p:cNvSpPr>
            <a:spLocks noGrp="1"/>
          </p:cNvSpPr>
          <p:nvPr>
            <p:ph type="sldNum" sz="quarter" idx="12"/>
          </p:nvPr>
        </p:nvSpPr>
        <p:spPr/>
        <p:txBody>
          <a:bodyPr>
            <a:normAutofit/>
          </a:bodyPr>
          <a:lstStyle>
            <a:lvl1pPr>
              <a:defRPr sz="1200"/>
            </a:lvl1pPr>
          </a:lstStyle>
          <a:p>
            <a:fld id="{49AE70B2-8BF9-45C0-BB95-33D1B9D3A854}" type="slidenum">
              <a:rPr lang="zh-CN" altLang="en-US" smtClean="0"/>
              <a:t>‹#›</a:t>
            </a:fld>
            <a:endParaRPr lang="zh-CN" altLang="en-US"/>
          </a:p>
        </p:txBody>
      </p:sp>
      <p:sp>
        <p:nvSpPr>
          <p:cNvPr id="12" name="内容占位符 11"/>
          <p:cNvSpPr>
            <a:spLocks noGrp="1"/>
          </p:cNvSpPr>
          <p:nvPr>
            <p:ph sz="quarter" idx="13" hasCustomPrompt="1"/>
          </p:nvPr>
        </p:nvSpPr>
        <p:spPr>
          <a:xfrm>
            <a:off x="4043321" y="3642633"/>
            <a:ext cx="4105359" cy="535531"/>
          </a:xfrm>
        </p:spPr>
        <p:txBody>
          <a:bodyPr>
            <a:normAutofit/>
          </a:bodyPr>
          <a:lstStyle>
            <a:lvl1pPr marL="0" indent="0" algn="dist">
              <a:buNone/>
              <a:defRPr/>
            </a:lvl1pPr>
          </a:lstStyle>
          <a:p>
            <a:pPr lvl="0"/>
            <a:r>
              <a:rPr lang="zh-CN" altLang="en-US" dirty="0"/>
              <a:t>单击此处编辑文本</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normAutofit/>
          </a:bodyPr>
          <a:lstStyle>
            <a:lvl1pPr>
              <a:defRPr sz="1200"/>
            </a:lvl1pPr>
          </a:lstStyle>
          <a:p>
            <a:fld id="{760FBDFE-C587-4B4C-A407-44438C67B59E}" type="datetimeFigureOut">
              <a:rPr lang="zh-CN" altLang="en-US" smtClean="0"/>
              <a:t>2020/3/23</a:t>
            </a:fld>
            <a:endParaRPr lang="zh-CN" altLang="en-US"/>
          </a:p>
        </p:txBody>
      </p:sp>
      <p:sp>
        <p:nvSpPr>
          <p:cNvPr id="3" name="页脚占位符 2"/>
          <p:cNvSpPr>
            <a:spLocks noGrp="1"/>
          </p:cNvSpPr>
          <p:nvPr>
            <p:ph type="ftr" sz="quarter" idx="11"/>
          </p:nvPr>
        </p:nvSpPr>
        <p:spPr/>
        <p:txBody>
          <a:bodyPr>
            <a:normAutofit/>
          </a:bodyPr>
          <a:lstStyle>
            <a:lvl1pPr>
              <a:defRPr sz="1200"/>
            </a:lvl1pPr>
          </a:lstStyle>
          <a:p>
            <a:endParaRPr lang="zh-CN" altLang="en-US"/>
          </a:p>
        </p:txBody>
      </p:sp>
      <p:sp>
        <p:nvSpPr>
          <p:cNvPr id="4" name="灯片编号占位符 3"/>
          <p:cNvSpPr>
            <a:spLocks noGrp="1"/>
          </p:cNvSpPr>
          <p:nvPr>
            <p:ph type="sldNum" sz="quarter" idx="12"/>
          </p:nvPr>
        </p:nvSpPr>
        <p:spPr/>
        <p:txBody>
          <a:bodyPr>
            <a:normAutofit/>
          </a:bodyPr>
          <a:lstStyle>
            <a:lvl1pPr>
              <a:defRPr sz="1200"/>
            </a:lvl1pPr>
          </a:lstStyle>
          <a:p>
            <a:fld id="{49AE70B2-8BF9-45C0-BB95-33D1B9D3A854}" type="slidenum">
              <a:rPr lang="zh-CN" altLang="en-US" smtClean="0"/>
              <a:t>‹#›</a:t>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839788" y="711200"/>
            <a:ext cx="4262400" cy="1600200"/>
          </a:xfrm>
        </p:spPr>
        <p:txBody>
          <a:bodyPr anchor="t" anchorCtr="0">
            <a:normAutofit/>
          </a:bodyPr>
          <a:lstStyle>
            <a:lvl1pPr>
              <a:defRPr sz="3200"/>
            </a:lvl1pPr>
          </a:lstStyle>
          <a:p>
            <a:r>
              <a:rPr lang="zh-CN" altLang="en-US"/>
              <a:t>单击此处编辑标题</a:t>
            </a:r>
            <a:endParaRPr lang="zh-CN" altLang="en-US" dirty="0"/>
          </a:p>
        </p:txBody>
      </p:sp>
      <p:sp>
        <p:nvSpPr>
          <p:cNvPr id="3" name="图片占位符 2"/>
          <p:cNvSpPr>
            <a:spLocks noGrp="1" noChangeAspect="1"/>
          </p:cNvSpPr>
          <p:nvPr>
            <p:ph type="pic" idx="1" hasCustomPrompt="1"/>
          </p:nvPr>
        </p:nvSpPr>
        <p:spPr>
          <a:xfrm>
            <a:off x="5352521" y="733425"/>
            <a:ext cx="6170400" cy="54036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图片</a:t>
            </a:r>
            <a:endParaRPr lang="zh-CN" altLang="en-US" dirty="0"/>
          </a:p>
        </p:txBody>
      </p:sp>
      <p:sp>
        <p:nvSpPr>
          <p:cNvPr id="4" name="文本占位符 3"/>
          <p:cNvSpPr>
            <a:spLocks noGrp="1"/>
          </p:cNvSpPr>
          <p:nvPr>
            <p:ph type="body" sz="half" idx="2"/>
          </p:nvPr>
        </p:nvSpPr>
        <p:spPr>
          <a:xfrm>
            <a:off x="839788" y="2311400"/>
            <a:ext cx="4262400" cy="3811588"/>
          </a:xfrm>
        </p:spPr>
        <p:txBody>
          <a:bodyPr>
            <a:normAutofit/>
          </a:bodyPr>
          <a:lstStyle>
            <a:lvl1pPr marL="0" indent="0">
              <a:buNone/>
              <a:defRPr sz="20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dirty="0"/>
              <a:t>单击此处编辑母版文本样式</a:t>
            </a:r>
          </a:p>
        </p:txBody>
      </p:sp>
      <p:sp>
        <p:nvSpPr>
          <p:cNvPr id="5" name="日期占位符 4"/>
          <p:cNvSpPr>
            <a:spLocks noGrp="1"/>
          </p:cNvSpPr>
          <p:nvPr>
            <p:ph type="dt" sz="half" idx="10"/>
          </p:nvPr>
        </p:nvSpPr>
        <p:spPr/>
        <p:txBody>
          <a:bodyPr>
            <a:normAutofit/>
          </a:bodyPr>
          <a:lstStyle>
            <a:lvl1pPr>
              <a:defRPr sz="1200"/>
            </a:lvl1pPr>
          </a:lstStyle>
          <a:p>
            <a:fld id="{9EFD9D74-47D9-4702-A33C-335B63B48DBF}" type="datetimeFigureOut">
              <a:rPr lang="zh-CN" altLang="en-US" smtClean="0"/>
              <a:t>2020/3/23</a:t>
            </a:fld>
            <a:endParaRPr lang="zh-CN" altLang="en-US" dirty="0"/>
          </a:p>
        </p:txBody>
      </p:sp>
      <p:sp>
        <p:nvSpPr>
          <p:cNvPr id="6" name="页脚占位符 5"/>
          <p:cNvSpPr>
            <a:spLocks noGrp="1"/>
          </p:cNvSpPr>
          <p:nvPr>
            <p:ph type="ftr" sz="quarter" idx="11"/>
          </p:nvPr>
        </p:nvSpPr>
        <p:spPr/>
        <p:txBody>
          <a:bodyPr>
            <a:normAutofit/>
          </a:bodyPr>
          <a:lstStyle>
            <a:lvl1pPr>
              <a:defRPr sz="1200"/>
            </a:lvl1pPr>
          </a:lstStyle>
          <a:p>
            <a:endParaRPr lang="zh-CN" altLang="en-US" dirty="0"/>
          </a:p>
        </p:txBody>
      </p:sp>
      <p:sp>
        <p:nvSpPr>
          <p:cNvPr id="7" name="灯片编号占位符 6"/>
          <p:cNvSpPr>
            <a:spLocks noGrp="1"/>
          </p:cNvSpPr>
          <p:nvPr>
            <p:ph type="sldNum" sz="quarter" idx="12"/>
          </p:nvPr>
        </p:nvSpPr>
        <p:spPr/>
        <p:txBody>
          <a:bodyPr>
            <a:normAutofit/>
          </a:bodyPr>
          <a:lstStyle>
            <a:lvl1pPr>
              <a:defRPr sz="1200"/>
            </a:lvl1pPr>
          </a:lstStyle>
          <a:p>
            <a:fld id="{FABC47A4-756D-490B-A52F-7D9E2C9FC05F}" type="slidenum">
              <a:rPr lang="zh-CN" altLang="en-US" smtClean="0"/>
              <a:t>‹#›</a:t>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824484" y="365125"/>
            <a:ext cx="1529316" cy="5811838"/>
          </a:xfrm>
        </p:spPr>
        <p:txBody>
          <a:bodyPr vert="eaVert">
            <a:normAutofit/>
          </a:bodyPr>
          <a:lstStyle>
            <a:lvl1pPr>
              <a:defRPr sz="2700"/>
            </a:lvl1pPr>
          </a:lstStyle>
          <a:p>
            <a:r>
              <a:rPr lang="zh-CN" altLang="en-US"/>
              <a:t>单击此处编辑母版标题样式</a:t>
            </a:r>
          </a:p>
        </p:txBody>
      </p:sp>
      <p:sp>
        <p:nvSpPr>
          <p:cNvPr id="3" name="竖排文字占位符 2"/>
          <p:cNvSpPr>
            <a:spLocks noGrp="1"/>
          </p:cNvSpPr>
          <p:nvPr>
            <p:ph type="body" orient="vert" idx="1"/>
          </p:nvPr>
        </p:nvSpPr>
        <p:spPr>
          <a:xfrm>
            <a:off x="838200" y="365125"/>
            <a:ext cx="8879959" cy="5811838"/>
          </a:xfrm>
        </p:spPr>
        <p:txBody>
          <a:bodyPr vert="eaVert">
            <a:normAutofit/>
          </a:bodyPr>
          <a:lstStyle>
            <a:lvl1pPr>
              <a:defRPr sz="2400"/>
            </a:lvl1pPr>
            <a:lvl2pPr>
              <a:defRPr sz="2000"/>
            </a:lvl2pPr>
            <a:lvl3pPr>
              <a:defRPr sz="1800"/>
            </a:lvl3pPr>
            <a:lvl4pPr>
              <a:defRPr sz="1800"/>
            </a:lvl4pPr>
            <a:lvl5pPr>
              <a:defRPr sz="18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p:txBody>
          <a:bodyPr>
            <a:normAutofit/>
          </a:bodyPr>
          <a:lstStyle>
            <a:lvl1pPr>
              <a:defRPr sz="1200"/>
            </a:lvl1pPr>
          </a:lstStyle>
          <a:p>
            <a:fld id="{760FBDFE-C587-4B4C-A407-44438C67B59E}" type="datetimeFigureOut">
              <a:rPr lang="zh-CN" altLang="en-US" smtClean="0"/>
              <a:t>2020/3/23</a:t>
            </a:fld>
            <a:endParaRPr lang="zh-CN" altLang="en-US"/>
          </a:p>
        </p:txBody>
      </p:sp>
      <p:sp>
        <p:nvSpPr>
          <p:cNvPr id="5" name="页脚占位符 4"/>
          <p:cNvSpPr>
            <a:spLocks noGrp="1"/>
          </p:cNvSpPr>
          <p:nvPr>
            <p:ph type="ftr" sz="quarter" idx="11"/>
          </p:nvPr>
        </p:nvSpPr>
        <p:spPr/>
        <p:txBody>
          <a:bodyPr>
            <a:normAutofit/>
          </a:bodyPr>
          <a:lstStyle>
            <a:lvl1pPr>
              <a:defRPr sz="1200"/>
            </a:lvl1pPr>
          </a:lstStyle>
          <a:p>
            <a:endParaRPr lang="zh-CN" altLang="en-US"/>
          </a:p>
        </p:txBody>
      </p:sp>
      <p:sp>
        <p:nvSpPr>
          <p:cNvPr id="6" name="灯片编号占位符 5"/>
          <p:cNvSpPr>
            <a:spLocks noGrp="1"/>
          </p:cNvSpPr>
          <p:nvPr>
            <p:ph type="sldNum" sz="quarter" idx="12"/>
          </p:nvPr>
        </p:nvSpPr>
        <p:spPr/>
        <p:txBody>
          <a:bodyPr>
            <a:normAutofit/>
          </a:bodyPr>
          <a:lstStyle>
            <a:lvl1pPr>
              <a:defRPr sz="1200"/>
            </a:lvl1pPr>
          </a:lstStyle>
          <a:p>
            <a:fld id="{49AE70B2-8BF9-45C0-BB95-33D1B9D3A854}" type="slidenum">
              <a:rPr lang="zh-CN" altLang="en-US" smtClean="0"/>
              <a:t>‹#›</a:t>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normAutofit/>
          </a:bodyPr>
          <a:lstStyle>
            <a:lvl1pPr>
              <a:defRPr sz="1200"/>
            </a:lvl1pPr>
          </a:lstStyle>
          <a:p>
            <a:fld id="{760FBDFE-C587-4B4C-A407-44438C67B59E}" type="datetimeFigureOut">
              <a:rPr lang="zh-CN" altLang="en-US" smtClean="0"/>
              <a:t>2020/3/23</a:t>
            </a:fld>
            <a:endParaRPr lang="zh-CN" altLang="en-US"/>
          </a:p>
        </p:txBody>
      </p:sp>
      <p:sp>
        <p:nvSpPr>
          <p:cNvPr id="4" name="页脚占位符 3"/>
          <p:cNvSpPr>
            <a:spLocks noGrp="1"/>
          </p:cNvSpPr>
          <p:nvPr>
            <p:ph type="ftr" sz="quarter" idx="11"/>
          </p:nvPr>
        </p:nvSpPr>
        <p:spPr/>
        <p:txBody>
          <a:bodyPr>
            <a:normAutofit/>
          </a:bodyPr>
          <a:lstStyle>
            <a:lvl1pPr>
              <a:defRPr sz="1200"/>
            </a:lvl1pPr>
          </a:lstStyle>
          <a:p>
            <a:endParaRPr lang="zh-CN" altLang="en-US"/>
          </a:p>
        </p:txBody>
      </p:sp>
      <p:sp>
        <p:nvSpPr>
          <p:cNvPr id="5" name="灯片编号占位符 4"/>
          <p:cNvSpPr>
            <a:spLocks noGrp="1"/>
          </p:cNvSpPr>
          <p:nvPr>
            <p:ph type="sldNum" sz="quarter" idx="12"/>
          </p:nvPr>
        </p:nvSpPr>
        <p:spPr/>
        <p:txBody>
          <a:bodyPr>
            <a:normAutofit/>
          </a:bodyPr>
          <a:lstStyle>
            <a:lvl1pPr>
              <a:defRPr sz="1200"/>
            </a:lvl1pPr>
          </a:lstStyle>
          <a:p>
            <a:fld id="{49AE70B2-8BF9-45C0-BB95-33D1B9D3A854}" type="slidenum">
              <a:rPr lang="zh-CN" altLang="en-US" smtClean="0"/>
              <a:t>‹#›</a:t>
            </a:fld>
            <a:endParaRPr lang="zh-CN" altLang="en-US"/>
          </a:p>
        </p:txBody>
      </p:sp>
      <p:sp>
        <p:nvSpPr>
          <p:cNvPr id="7" name="内容占位符 6"/>
          <p:cNvSpPr>
            <a:spLocks noGrp="1"/>
          </p:cNvSpPr>
          <p:nvPr>
            <p:ph sz="quarter" idx="13"/>
          </p:nvPr>
        </p:nvSpPr>
        <p:spPr>
          <a:xfrm>
            <a:off x="838200" y="551544"/>
            <a:ext cx="10515600" cy="5558971"/>
          </a:xfrm>
        </p:spPr>
        <p:txBody>
          <a:bodyPr>
            <a:normAutofit/>
          </a:bodyPr>
          <a:lstStyle>
            <a:lvl1pPr>
              <a:defRPr sz="2400"/>
            </a:lvl1pPr>
            <a:lvl2pPr>
              <a:defRPr sz="2000"/>
            </a:lvl2pPr>
            <a:lvl3pPr>
              <a:defRPr sz="1800"/>
            </a:lvl3pPr>
            <a:lvl4pPr>
              <a:defRPr sz="1800"/>
            </a:lvl4pPr>
            <a:lvl5pPr>
              <a:defRPr sz="18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ags" Target="../tags/tag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3.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13" Type="http://schemas.openxmlformats.org/officeDocument/2006/relationships/tags" Target="../tags/tag15.xml"/><Relationship Id="rId3" Type="http://schemas.openxmlformats.org/officeDocument/2006/relationships/slideLayout" Target="../slideLayouts/slideLayout13.xml"/><Relationship Id="rId7" Type="http://schemas.openxmlformats.org/officeDocument/2006/relationships/slideLayout" Target="../slideLayouts/slideLayout17.xml"/><Relationship Id="rId12" Type="http://schemas.openxmlformats.org/officeDocument/2006/relationships/tags" Target="../tags/tag14.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theme" Target="../theme/theme2.xml"/><Relationship Id="rId5" Type="http://schemas.openxmlformats.org/officeDocument/2006/relationships/slideLayout" Target="../slideLayouts/slideLayout15.xm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 Id="rId14" Type="http://schemas.openxmlformats.org/officeDocument/2006/relationships/tags" Target="../tags/tag1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p:cNvSpPr>
          <p:nvPr>
            <p:ph type="title"/>
            <p:custDataLst>
              <p:tags r:id="rId12"/>
            </p:custDataLst>
          </p:nvPr>
        </p:nvSpPr>
        <p:spPr>
          <a:xfrm>
            <a:off x="838200" y="365125"/>
            <a:ext cx="10515600" cy="1325563"/>
          </a:xfrm>
          <a:prstGeom prst="rect">
            <a:avLst/>
          </a:prstGeom>
          <a:noFill/>
          <a:ln w="9525">
            <a:noFill/>
          </a:ln>
        </p:spPr>
        <p:txBody>
          <a:bodyPr vert="horz" lIns="91440" tIns="45720" rIns="91440" bIns="45720" anchor="ctr"/>
          <a:lstStyle/>
          <a:p>
            <a:pPr lvl="0"/>
            <a:r>
              <a:rPr lang="zh-CN" altLang="en-US" dirty="0"/>
              <a:t>单击此处编辑母版标题样式</a:t>
            </a:r>
          </a:p>
        </p:txBody>
      </p:sp>
      <p:sp>
        <p:nvSpPr>
          <p:cNvPr id="1027" name="文本占位符 2"/>
          <p:cNvSpPr>
            <a:spLocks noGrp="1"/>
          </p:cNvSpPr>
          <p:nvPr>
            <p:ph type="body"/>
            <p:custDataLst>
              <p:tags r:id="rId13"/>
            </p:custDataLst>
          </p:nvPr>
        </p:nvSpPr>
        <p:spPr>
          <a:xfrm>
            <a:off x="838200" y="1825625"/>
            <a:ext cx="10515600" cy="4351338"/>
          </a:xfrm>
          <a:prstGeom prst="rect">
            <a:avLst/>
          </a:prstGeom>
          <a:noFill/>
          <a:ln w="9525">
            <a:noFill/>
          </a:ln>
        </p:spPr>
        <p:txBody>
          <a:bodyPr vert="horz" lIns="91440" tIns="45720" rIns="91440" bIns="45720" anchor="t"/>
          <a:lstStyle/>
          <a:p>
            <a:pPr lvl="0" indent="-171450"/>
            <a:r>
              <a:rPr lang="zh-CN" altLang="en-US" dirty="0"/>
              <a:t>单击此处编辑母版文本样式</a:t>
            </a:r>
          </a:p>
          <a:p>
            <a:pPr lvl="1" indent="-171450"/>
            <a:r>
              <a:rPr lang="zh-CN" altLang="en-US" dirty="0"/>
              <a:t>第二级</a:t>
            </a:r>
          </a:p>
          <a:p>
            <a:pPr lvl="2" indent="-171450"/>
            <a:r>
              <a:rPr lang="zh-CN" altLang="en-US" dirty="0"/>
              <a:t>第三级</a:t>
            </a:r>
          </a:p>
          <a:p>
            <a:pPr lvl="3" indent="-171450"/>
            <a:r>
              <a:rPr lang="zh-CN" altLang="en-US" dirty="0"/>
              <a:t>第四级</a:t>
            </a:r>
          </a:p>
          <a:p>
            <a:pPr lvl="4" indent="-171450"/>
            <a:r>
              <a:rPr lang="zh-CN" altLang="en-US" dirty="0"/>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normAutofit/>
          </a:bodyPr>
          <a:lstStyle>
            <a:lvl1pPr algn="l">
              <a:lnSpc>
                <a:spcPct val="120000"/>
              </a:lnSpc>
              <a:defRPr sz="1200">
                <a:solidFill>
                  <a:schemeClr val="bg1">
                    <a:lumMod val="50000"/>
                  </a:schemeClr>
                </a:solidFill>
              </a:defRPr>
            </a:lvl1pPr>
          </a:lstStyle>
          <a:p>
            <a:pPr fontAlgn="base"/>
            <a:fld id="{760FBDFE-C587-4B4C-A407-44438C67B59E}" type="datetimeFigureOut">
              <a:rPr lang="zh-CN" altLang="en-US" strike="noStrike" noProof="1" smtClean="0">
                <a:latin typeface="Arial" panose="020B0604020202020204" pitchFamily="34" charset="0"/>
                <a:ea typeface="宋体" panose="02010600030101010101" pitchFamily="2" charset="-122"/>
                <a:cs typeface="+mn-cs"/>
              </a:rPr>
              <a:t>2020/3/23</a:t>
            </a:fld>
            <a:endParaRPr lang="zh-CN" altLang="en-US" strike="noStrike" noProof="1"/>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normAutofit/>
          </a:bodyPr>
          <a:lstStyle>
            <a:lvl1pPr algn="ctr">
              <a:lnSpc>
                <a:spcPct val="120000"/>
              </a:lnSpc>
              <a:defRPr sz="1200">
                <a:solidFill>
                  <a:schemeClr val="bg1">
                    <a:lumMod val="50000"/>
                  </a:schemeClr>
                </a:solidFill>
              </a:defRPr>
            </a:lvl1pPr>
          </a:lstStyle>
          <a:p>
            <a:pPr fontAlgn="base"/>
            <a:endParaRPr lang="zh-CN" altLang="en-US" strike="noStrike" noProof="1"/>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normAutofit/>
          </a:bodyPr>
          <a:lstStyle>
            <a:lvl1pPr algn="r">
              <a:lnSpc>
                <a:spcPct val="120000"/>
              </a:lnSpc>
              <a:defRPr sz="1200">
                <a:solidFill>
                  <a:schemeClr val="bg1">
                    <a:lumMod val="50000"/>
                  </a:schemeClr>
                </a:solidFill>
              </a:defRPr>
            </a:lvl1pPr>
          </a:lstStyle>
          <a:p>
            <a:pPr fontAlgn="base"/>
            <a:fld id="{49AE70B2-8BF9-45C0-BB95-33D1B9D3A854}" type="slidenum">
              <a:rPr lang="zh-CN" altLang="en-US" strike="noStrike" noProof="1" smtClean="0">
                <a:latin typeface="Arial" panose="020B0604020202020204" pitchFamily="34" charset="0"/>
                <a:ea typeface="宋体" panose="02010600030101010101" pitchFamily="2" charset="-122"/>
                <a:cs typeface="+mn-cs"/>
              </a:rPr>
              <a:t>‹#›</a:t>
            </a:fld>
            <a:endParaRPr lang="zh-CN" altLang="en-US" strike="noStrike" noProof="1"/>
          </a:p>
        </p:txBody>
      </p:sp>
      <p:sp>
        <p:nvSpPr>
          <p:cNvPr id="7" name="KSO_TEMPLATE" hidden="1"/>
          <p:cNvSpPr/>
          <p:nvPr>
            <p:custDataLst>
              <p:tags r:id="rId14"/>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z="1800" strike="noStrike" noProof="1"/>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lvl1pPr algn="l" defTabSz="685800" rtl="0" eaLnBrk="1" latinLnBrk="0" hangingPunct="1">
        <a:lnSpc>
          <a:spcPct val="120000"/>
        </a:lnSpc>
        <a:spcBef>
          <a:spcPct val="0"/>
        </a:spcBef>
        <a:buNone/>
        <a:defRPr sz="3600" kern="1200">
          <a:solidFill>
            <a:schemeClr val="tx1">
              <a:lumMod val="75000"/>
              <a:lumOff val="25000"/>
            </a:schemeClr>
          </a:solidFill>
          <a:latin typeface="+mj-lt"/>
          <a:ea typeface="+mj-ea"/>
          <a:cs typeface="+mj-cs"/>
        </a:defRPr>
      </a:lvl1pPr>
    </p:titleStyle>
    <p:bodyStyle>
      <a:lvl1pPr marL="171450" indent="-171450" algn="l" defTabSz="685800" rtl="0" eaLnBrk="1" latinLnBrk="0" hangingPunct="1">
        <a:lnSpc>
          <a:spcPct val="120000"/>
        </a:lnSpc>
        <a:spcBef>
          <a:spcPts val="750"/>
        </a:spcBef>
        <a:buFont typeface="Arial" panose="020B0604020202020204" pitchFamily="34" charset="0"/>
        <a:buChar char="•"/>
        <a:defRPr sz="2400" kern="1200">
          <a:solidFill>
            <a:schemeClr val="tx1">
              <a:lumMod val="75000"/>
              <a:lumOff val="25000"/>
            </a:schemeClr>
          </a:solidFill>
          <a:latin typeface="+mn-lt"/>
          <a:ea typeface="+mn-ea"/>
          <a:cs typeface="+mn-cs"/>
        </a:defRPr>
      </a:lvl1pPr>
      <a:lvl2pPr marL="514350" indent="-171450" algn="l" defTabSz="685800" rtl="0" eaLnBrk="1" latinLnBrk="0" hangingPunct="1">
        <a:lnSpc>
          <a:spcPct val="120000"/>
        </a:lnSpc>
        <a:spcBef>
          <a:spcPts val="375"/>
        </a:spcBef>
        <a:buFont typeface="Arial" panose="020B0604020202020204" pitchFamily="34" charset="0"/>
        <a:buChar char="•"/>
        <a:defRPr sz="2000" kern="1200">
          <a:solidFill>
            <a:schemeClr val="tx1">
              <a:lumMod val="75000"/>
              <a:lumOff val="25000"/>
            </a:schemeClr>
          </a:solidFill>
          <a:latin typeface="+mn-lt"/>
          <a:ea typeface="+mn-ea"/>
          <a:cs typeface="+mn-cs"/>
        </a:defRPr>
      </a:lvl2pPr>
      <a:lvl3pPr marL="857250" indent="-171450" algn="l" defTabSz="685800" rtl="0" eaLnBrk="1" latinLnBrk="0" hangingPunct="1">
        <a:lnSpc>
          <a:spcPct val="120000"/>
        </a:lnSpc>
        <a:spcBef>
          <a:spcPts val="375"/>
        </a:spcBef>
        <a:buFont typeface="Arial" panose="020B0604020202020204" pitchFamily="34" charset="0"/>
        <a:buChar char="•"/>
        <a:defRPr sz="1800" kern="1200">
          <a:solidFill>
            <a:schemeClr val="tx1">
              <a:lumMod val="75000"/>
              <a:lumOff val="25000"/>
            </a:schemeClr>
          </a:solidFill>
          <a:latin typeface="+mn-lt"/>
          <a:ea typeface="+mn-ea"/>
          <a:cs typeface="+mn-cs"/>
        </a:defRPr>
      </a:lvl3pPr>
      <a:lvl4pPr marL="1200150" indent="-171450" algn="l" defTabSz="685800" rtl="0" eaLnBrk="1" latinLnBrk="0" hangingPunct="1">
        <a:lnSpc>
          <a:spcPct val="120000"/>
        </a:lnSpc>
        <a:spcBef>
          <a:spcPts val="375"/>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1543050" indent="-171450" algn="l" defTabSz="685800" rtl="0" eaLnBrk="1" latinLnBrk="0" hangingPunct="1">
        <a:lnSpc>
          <a:spcPct val="120000"/>
        </a:lnSpc>
        <a:spcBef>
          <a:spcPts val="375"/>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838200" y="365126"/>
            <a:ext cx="10515600" cy="1325563"/>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custDataLst>
              <p:tags r:id="rId13"/>
            </p:custDataLst>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838200" y="6356351"/>
            <a:ext cx="2743200" cy="365125"/>
          </a:xfrm>
          <a:prstGeom prst="rect">
            <a:avLst/>
          </a:prstGeom>
        </p:spPr>
        <p:txBody>
          <a:bodyPr vert="horz" lIns="91440" tIns="45720" rIns="91440" bIns="45720" rtlCol="0" anchor="ctr">
            <a:normAutofit/>
          </a:bodyPr>
          <a:lstStyle>
            <a:lvl1pPr algn="l">
              <a:lnSpc>
                <a:spcPct val="120000"/>
              </a:lnSpc>
              <a:defRPr sz="1200">
                <a:solidFill>
                  <a:schemeClr val="bg1">
                    <a:lumMod val="50000"/>
                  </a:schemeClr>
                </a:solidFill>
              </a:defRPr>
            </a:lvl1pPr>
          </a:lstStyle>
          <a:p>
            <a:fld id="{760FBDFE-C587-4B4C-A407-44438C67B59E}" type="datetimeFigureOut">
              <a:rPr lang="zh-CN" altLang="en-US" smtClean="0"/>
              <a:t>2020/3/23</a:t>
            </a:fld>
            <a:endParaRPr lang="zh-CN" altLang="en-US"/>
          </a:p>
        </p:txBody>
      </p:sp>
      <p:sp>
        <p:nvSpPr>
          <p:cNvPr id="5" name="页脚占位符 4"/>
          <p:cNvSpPr>
            <a:spLocks noGrp="1"/>
          </p:cNvSpPr>
          <p:nvPr>
            <p:ph type="ftr" sz="quarter" idx="3"/>
          </p:nvPr>
        </p:nvSpPr>
        <p:spPr>
          <a:xfrm>
            <a:off x="4038600" y="6356351"/>
            <a:ext cx="4114800" cy="365125"/>
          </a:xfrm>
          <a:prstGeom prst="rect">
            <a:avLst/>
          </a:prstGeom>
        </p:spPr>
        <p:txBody>
          <a:bodyPr vert="horz" lIns="91440" tIns="45720" rIns="91440" bIns="45720" rtlCol="0" anchor="ctr">
            <a:normAutofit/>
          </a:bodyPr>
          <a:lstStyle>
            <a:lvl1pPr algn="ctr">
              <a:lnSpc>
                <a:spcPct val="120000"/>
              </a:lnSpc>
              <a:defRPr sz="1200">
                <a:solidFill>
                  <a:schemeClr val="bg1">
                    <a:lumMod val="50000"/>
                  </a:schemeClr>
                </a:solidFill>
              </a:defRPr>
            </a:lvl1pPr>
          </a:lstStyle>
          <a:p>
            <a:endParaRPr lang="zh-CN" altLang="en-US"/>
          </a:p>
        </p:txBody>
      </p:sp>
      <p:sp>
        <p:nvSpPr>
          <p:cNvPr id="6" name="灯片编号占位符 5"/>
          <p:cNvSpPr>
            <a:spLocks noGrp="1"/>
          </p:cNvSpPr>
          <p:nvPr>
            <p:ph type="sldNum" sz="quarter" idx="4"/>
          </p:nvPr>
        </p:nvSpPr>
        <p:spPr>
          <a:xfrm>
            <a:off x="8610600" y="6356351"/>
            <a:ext cx="2743200" cy="365125"/>
          </a:xfrm>
          <a:prstGeom prst="rect">
            <a:avLst/>
          </a:prstGeom>
        </p:spPr>
        <p:txBody>
          <a:bodyPr vert="horz" lIns="91440" tIns="45720" rIns="91440" bIns="45720" rtlCol="0" anchor="ctr">
            <a:normAutofit/>
          </a:bodyPr>
          <a:lstStyle>
            <a:lvl1pPr algn="r">
              <a:lnSpc>
                <a:spcPct val="120000"/>
              </a:lnSpc>
              <a:defRPr sz="1200">
                <a:solidFill>
                  <a:schemeClr val="bg1">
                    <a:lumMod val="50000"/>
                  </a:schemeClr>
                </a:solidFill>
              </a:defRPr>
            </a:lvl1pPr>
          </a:lstStyle>
          <a:p>
            <a:fld id="{49AE70B2-8BF9-45C0-BB95-33D1B9D3A854}" type="slidenum">
              <a:rPr lang="zh-CN" altLang="en-US" smtClean="0"/>
              <a:t>‹#›</a:t>
            </a:fld>
            <a:endParaRPr lang="zh-CN" altLang="en-US"/>
          </a:p>
        </p:txBody>
      </p:sp>
      <p:sp>
        <p:nvSpPr>
          <p:cNvPr id="7" name="KSO_TEMPLATE" hidden="1"/>
          <p:cNvSpPr/>
          <p:nvPr>
            <p:custDataLst>
              <p:tags r:id="rId14"/>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Lst>
  <p:txStyles>
    <p:titleStyle>
      <a:lvl1pPr algn="l" defTabSz="685800" rtl="0" eaLnBrk="1" latinLnBrk="0" hangingPunct="1">
        <a:lnSpc>
          <a:spcPct val="120000"/>
        </a:lnSpc>
        <a:spcBef>
          <a:spcPct val="0"/>
        </a:spcBef>
        <a:buNone/>
        <a:defRPr sz="3600" kern="1200">
          <a:solidFill>
            <a:schemeClr val="tx1">
              <a:lumMod val="75000"/>
              <a:lumOff val="25000"/>
            </a:schemeClr>
          </a:solidFill>
          <a:latin typeface="+mj-lt"/>
          <a:ea typeface="+mj-ea"/>
          <a:cs typeface="+mj-cs"/>
        </a:defRPr>
      </a:lvl1pPr>
    </p:titleStyle>
    <p:bodyStyle>
      <a:lvl1pPr marL="171450" indent="-171450" algn="l" defTabSz="685800" rtl="0" eaLnBrk="1" latinLnBrk="0" hangingPunct="1">
        <a:lnSpc>
          <a:spcPct val="120000"/>
        </a:lnSpc>
        <a:spcBef>
          <a:spcPts val="750"/>
        </a:spcBef>
        <a:buFont typeface="Arial" panose="020B0604020202020204" pitchFamily="34" charset="0"/>
        <a:buChar char="•"/>
        <a:defRPr sz="2400" kern="1200">
          <a:solidFill>
            <a:schemeClr val="tx1">
              <a:lumMod val="75000"/>
              <a:lumOff val="25000"/>
            </a:schemeClr>
          </a:solidFill>
          <a:latin typeface="+mn-lt"/>
          <a:ea typeface="+mn-ea"/>
          <a:cs typeface="+mn-cs"/>
        </a:defRPr>
      </a:lvl1pPr>
      <a:lvl2pPr marL="514350" indent="-171450" algn="l" defTabSz="685800" rtl="0" eaLnBrk="1" latinLnBrk="0" hangingPunct="1">
        <a:lnSpc>
          <a:spcPct val="120000"/>
        </a:lnSpc>
        <a:spcBef>
          <a:spcPts val="375"/>
        </a:spcBef>
        <a:buFont typeface="Arial" panose="020B0604020202020204" pitchFamily="34" charset="0"/>
        <a:buChar char="•"/>
        <a:defRPr sz="2000" kern="1200">
          <a:solidFill>
            <a:schemeClr val="tx1">
              <a:lumMod val="75000"/>
              <a:lumOff val="25000"/>
            </a:schemeClr>
          </a:solidFill>
          <a:latin typeface="+mn-lt"/>
          <a:ea typeface="+mn-ea"/>
          <a:cs typeface="+mn-cs"/>
        </a:defRPr>
      </a:lvl2pPr>
      <a:lvl3pPr marL="857250" indent="-171450" algn="l" defTabSz="685800" rtl="0" eaLnBrk="1" latinLnBrk="0" hangingPunct="1">
        <a:lnSpc>
          <a:spcPct val="120000"/>
        </a:lnSpc>
        <a:spcBef>
          <a:spcPts val="375"/>
        </a:spcBef>
        <a:buFont typeface="Arial" panose="020B0604020202020204" pitchFamily="34" charset="0"/>
        <a:buChar char="•"/>
        <a:defRPr sz="1800" kern="1200">
          <a:solidFill>
            <a:schemeClr val="tx1">
              <a:lumMod val="75000"/>
              <a:lumOff val="25000"/>
            </a:schemeClr>
          </a:solidFill>
          <a:latin typeface="+mn-lt"/>
          <a:ea typeface="+mn-ea"/>
          <a:cs typeface="+mn-cs"/>
        </a:defRPr>
      </a:lvl3pPr>
      <a:lvl4pPr marL="1200150" indent="-171450" algn="l" defTabSz="685800" rtl="0" eaLnBrk="1" latinLnBrk="0" hangingPunct="1">
        <a:lnSpc>
          <a:spcPct val="120000"/>
        </a:lnSpc>
        <a:spcBef>
          <a:spcPts val="375"/>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1543050" indent="-171450" algn="l" defTabSz="685800" rtl="0" eaLnBrk="1" latinLnBrk="0" hangingPunct="1">
        <a:lnSpc>
          <a:spcPct val="120000"/>
        </a:lnSpc>
        <a:spcBef>
          <a:spcPts val="375"/>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29.xml"/><Relationship Id="rId7" Type="http://schemas.openxmlformats.org/officeDocument/2006/relationships/image" Target="../media/image1.jpeg"/><Relationship Id="rId2" Type="http://schemas.openxmlformats.org/officeDocument/2006/relationships/tags" Target="../tags/tag28.xml"/><Relationship Id="rId1" Type="http://schemas.openxmlformats.org/officeDocument/2006/relationships/tags" Target="../tags/tag27.xml"/><Relationship Id="rId6" Type="http://schemas.openxmlformats.org/officeDocument/2006/relationships/notesSlide" Target="../notesSlides/notesSlide1.xml"/><Relationship Id="rId5" Type="http://schemas.openxmlformats.org/officeDocument/2006/relationships/slideLayout" Target="../slideLayouts/slideLayout1.xml"/><Relationship Id="rId4" Type="http://schemas.openxmlformats.org/officeDocument/2006/relationships/tags" Target="../tags/tag30.xml"/></Relationships>
</file>

<file path=ppt/slides/_rels/slide2.xml.rels><?xml version="1.0" encoding="UTF-8" standalone="yes"?>
<Relationships xmlns="http://schemas.openxmlformats.org/package/2006/relationships"><Relationship Id="rId8" Type="http://schemas.openxmlformats.org/officeDocument/2006/relationships/tags" Target="../tags/tag38.xml"/><Relationship Id="rId13" Type="http://schemas.openxmlformats.org/officeDocument/2006/relationships/tags" Target="../tags/tag43.xml"/><Relationship Id="rId18" Type="http://schemas.openxmlformats.org/officeDocument/2006/relationships/tags" Target="../tags/tag48.xml"/><Relationship Id="rId3" Type="http://schemas.openxmlformats.org/officeDocument/2006/relationships/tags" Target="../tags/tag33.xml"/><Relationship Id="rId21" Type="http://schemas.openxmlformats.org/officeDocument/2006/relationships/slideLayout" Target="../slideLayouts/slideLayout7.xml"/><Relationship Id="rId7" Type="http://schemas.openxmlformats.org/officeDocument/2006/relationships/tags" Target="../tags/tag37.xml"/><Relationship Id="rId12" Type="http://schemas.openxmlformats.org/officeDocument/2006/relationships/tags" Target="../tags/tag42.xml"/><Relationship Id="rId17" Type="http://schemas.openxmlformats.org/officeDocument/2006/relationships/tags" Target="../tags/tag47.xml"/><Relationship Id="rId2" Type="http://schemas.openxmlformats.org/officeDocument/2006/relationships/tags" Target="../tags/tag32.xml"/><Relationship Id="rId16" Type="http://schemas.openxmlformats.org/officeDocument/2006/relationships/tags" Target="../tags/tag46.xml"/><Relationship Id="rId20" Type="http://schemas.openxmlformats.org/officeDocument/2006/relationships/tags" Target="../tags/tag50.xml"/><Relationship Id="rId1" Type="http://schemas.openxmlformats.org/officeDocument/2006/relationships/tags" Target="../tags/tag31.xml"/><Relationship Id="rId6" Type="http://schemas.openxmlformats.org/officeDocument/2006/relationships/tags" Target="../tags/tag36.xml"/><Relationship Id="rId11" Type="http://schemas.openxmlformats.org/officeDocument/2006/relationships/tags" Target="../tags/tag41.xml"/><Relationship Id="rId5" Type="http://schemas.openxmlformats.org/officeDocument/2006/relationships/tags" Target="../tags/tag35.xml"/><Relationship Id="rId15" Type="http://schemas.openxmlformats.org/officeDocument/2006/relationships/tags" Target="../tags/tag45.xml"/><Relationship Id="rId23" Type="http://schemas.openxmlformats.org/officeDocument/2006/relationships/image" Target="../media/image1.jpeg"/><Relationship Id="rId10" Type="http://schemas.openxmlformats.org/officeDocument/2006/relationships/tags" Target="../tags/tag40.xml"/><Relationship Id="rId19" Type="http://schemas.openxmlformats.org/officeDocument/2006/relationships/tags" Target="../tags/tag49.xml"/><Relationship Id="rId4" Type="http://schemas.openxmlformats.org/officeDocument/2006/relationships/tags" Target="../tags/tag34.xml"/><Relationship Id="rId9" Type="http://schemas.openxmlformats.org/officeDocument/2006/relationships/tags" Target="../tags/tag39.xml"/><Relationship Id="rId14" Type="http://schemas.openxmlformats.org/officeDocument/2006/relationships/tags" Target="../tags/tag44.xml"/><Relationship Id="rId2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8" Type="http://schemas.openxmlformats.org/officeDocument/2006/relationships/notesSlide" Target="../notesSlides/notesSlide3.xml"/><Relationship Id="rId3" Type="http://schemas.openxmlformats.org/officeDocument/2006/relationships/tags" Target="../tags/tag53.xml"/><Relationship Id="rId7" Type="http://schemas.openxmlformats.org/officeDocument/2006/relationships/slideLayout" Target="../slideLayouts/slideLayout18.xml"/><Relationship Id="rId2" Type="http://schemas.openxmlformats.org/officeDocument/2006/relationships/tags" Target="../tags/tag52.xml"/><Relationship Id="rId1" Type="http://schemas.openxmlformats.org/officeDocument/2006/relationships/tags" Target="../tags/tag51.xml"/><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9" Type="http://schemas.openxmlformats.org/officeDocument/2006/relationships/image" Target="../media/image1.jpeg"/></Relationships>
</file>

<file path=ppt/slides/_rels/slide4.xml.rels><?xml version="1.0" encoding="UTF-8" standalone="yes"?>
<Relationships xmlns="http://schemas.openxmlformats.org/package/2006/relationships"><Relationship Id="rId8" Type="http://schemas.openxmlformats.org/officeDocument/2006/relationships/tags" Target="../tags/tag64.xml"/><Relationship Id="rId13" Type="http://schemas.openxmlformats.org/officeDocument/2006/relationships/tags" Target="../tags/tag69.xml"/><Relationship Id="rId18" Type="http://schemas.openxmlformats.org/officeDocument/2006/relationships/slideLayout" Target="../slideLayouts/slideLayout18.xml"/><Relationship Id="rId3" Type="http://schemas.openxmlformats.org/officeDocument/2006/relationships/tags" Target="../tags/tag59.xml"/><Relationship Id="rId7" Type="http://schemas.openxmlformats.org/officeDocument/2006/relationships/tags" Target="../tags/tag63.xml"/><Relationship Id="rId12" Type="http://schemas.openxmlformats.org/officeDocument/2006/relationships/tags" Target="../tags/tag68.xml"/><Relationship Id="rId17" Type="http://schemas.openxmlformats.org/officeDocument/2006/relationships/tags" Target="../tags/tag73.xml"/><Relationship Id="rId2" Type="http://schemas.openxmlformats.org/officeDocument/2006/relationships/tags" Target="../tags/tag58.xml"/><Relationship Id="rId16" Type="http://schemas.openxmlformats.org/officeDocument/2006/relationships/tags" Target="../tags/tag72.xml"/><Relationship Id="rId20" Type="http://schemas.openxmlformats.org/officeDocument/2006/relationships/image" Target="../media/image1.jpeg"/><Relationship Id="rId1" Type="http://schemas.openxmlformats.org/officeDocument/2006/relationships/tags" Target="../tags/tag57.xml"/><Relationship Id="rId6" Type="http://schemas.openxmlformats.org/officeDocument/2006/relationships/tags" Target="../tags/tag62.xml"/><Relationship Id="rId11" Type="http://schemas.openxmlformats.org/officeDocument/2006/relationships/tags" Target="../tags/tag67.xml"/><Relationship Id="rId5" Type="http://schemas.openxmlformats.org/officeDocument/2006/relationships/tags" Target="../tags/tag61.xml"/><Relationship Id="rId15" Type="http://schemas.openxmlformats.org/officeDocument/2006/relationships/tags" Target="../tags/tag71.xml"/><Relationship Id="rId10" Type="http://schemas.openxmlformats.org/officeDocument/2006/relationships/tags" Target="../tags/tag66.xml"/><Relationship Id="rId19" Type="http://schemas.openxmlformats.org/officeDocument/2006/relationships/notesSlide" Target="../notesSlides/notesSlide4.xml"/><Relationship Id="rId4" Type="http://schemas.openxmlformats.org/officeDocument/2006/relationships/tags" Target="../tags/tag60.xml"/><Relationship Id="rId9" Type="http://schemas.openxmlformats.org/officeDocument/2006/relationships/tags" Target="../tags/tag65.xml"/><Relationship Id="rId14" Type="http://schemas.openxmlformats.org/officeDocument/2006/relationships/tags" Target="../tags/tag70.xml"/></Relationships>
</file>

<file path=ppt/slides/_rels/slide5.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tags" Target="../tags/tag76.xml"/><Relationship Id="rId7" Type="http://schemas.openxmlformats.org/officeDocument/2006/relationships/notesSlide" Target="../notesSlides/notesSlide5.xml"/><Relationship Id="rId2" Type="http://schemas.openxmlformats.org/officeDocument/2006/relationships/tags" Target="../tags/tag75.xml"/><Relationship Id="rId1" Type="http://schemas.openxmlformats.org/officeDocument/2006/relationships/tags" Target="../tags/tag74.xml"/><Relationship Id="rId6" Type="http://schemas.openxmlformats.org/officeDocument/2006/relationships/slideLayout" Target="../slideLayouts/slideLayout18.xml"/><Relationship Id="rId5" Type="http://schemas.openxmlformats.org/officeDocument/2006/relationships/tags" Target="../tags/tag78.xml"/><Relationship Id="rId4" Type="http://schemas.openxmlformats.org/officeDocument/2006/relationships/tags" Target="../tags/tag77.xml"/></Relationships>
</file>

<file path=ppt/slides/_rels/slide6.xml.rels><?xml version="1.0" encoding="UTF-8" standalone="yes"?>
<Relationships xmlns="http://schemas.openxmlformats.org/package/2006/relationships"><Relationship Id="rId8" Type="http://schemas.openxmlformats.org/officeDocument/2006/relationships/tags" Target="../tags/tag86.xml"/><Relationship Id="rId13" Type="http://schemas.openxmlformats.org/officeDocument/2006/relationships/tags" Target="../tags/tag91.xml"/><Relationship Id="rId18" Type="http://schemas.openxmlformats.org/officeDocument/2006/relationships/tags" Target="../tags/tag96.xml"/><Relationship Id="rId3" Type="http://schemas.openxmlformats.org/officeDocument/2006/relationships/tags" Target="../tags/tag81.xml"/><Relationship Id="rId21" Type="http://schemas.openxmlformats.org/officeDocument/2006/relationships/image" Target="../media/image1.jpeg"/><Relationship Id="rId7" Type="http://schemas.openxmlformats.org/officeDocument/2006/relationships/tags" Target="../tags/tag85.xml"/><Relationship Id="rId12" Type="http://schemas.openxmlformats.org/officeDocument/2006/relationships/tags" Target="../tags/tag90.xml"/><Relationship Id="rId17" Type="http://schemas.openxmlformats.org/officeDocument/2006/relationships/tags" Target="../tags/tag95.xml"/><Relationship Id="rId2" Type="http://schemas.openxmlformats.org/officeDocument/2006/relationships/tags" Target="../tags/tag80.xml"/><Relationship Id="rId16" Type="http://schemas.openxmlformats.org/officeDocument/2006/relationships/tags" Target="../tags/tag94.xml"/><Relationship Id="rId20" Type="http://schemas.openxmlformats.org/officeDocument/2006/relationships/notesSlide" Target="../notesSlides/notesSlide6.xml"/><Relationship Id="rId1" Type="http://schemas.openxmlformats.org/officeDocument/2006/relationships/tags" Target="../tags/tag79.xml"/><Relationship Id="rId6" Type="http://schemas.openxmlformats.org/officeDocument/2006/relationships/tags" Target="../tags/tag84.xml"/><Relationship Id="rId11" Type="http://schemas.openxmlformats.org/officeDocument/2006/relationships/tags" Target="../tags/tag89.xml"/><Relationship Id="rId5" Type="http://schemas.openxmlformats.org/officeDocument/2006/relationships/tags" Target="../tags/tag83.xml"/><Relationship Id="rId15" Type="http://schemas.openxmlformats.org/officeDocument/2006/relationships/tags" Target="../tags/tag93.xml"/><Relationship Id="rId10" Type="http://schemas.openxmlformats.org/officeDocument/2006/relationships/tags" Target="../tags/tag88.xml"/><Relationship Id="rId19" Type="http://schemas.openxmlformats.org/officeDocument/2006/relationships/slideLayout" Target="../slideLayouts/slideLayout18.xml"/><Relationship Id="rId4" Type="http://schemas.openxmlformats.org/officeDocument/2006/relationships/tags" Target="../tags/tag82.xml"/><Relationship Id="rId9" Type="http://schemas.openxmlformats.org/officeDocument/2006/relationships/tags" Target="../tags/tag87.xml"/><Relationship Id="rId14" Type="http://schemas.openxmlformats.org/officeDocument/2006/relationships/tags" Target="../tags/tag92.xml"/></Relationships>
</file>

<file path=ppt/slides/_rels/slide7.xml.rels><?xml version="1.0" encoding="UTF-8" standalone="yes"?>
<Relationships xmlns="http://schemas.openxmlformats.org/package/2006/relationships"><Relationship Id="rId13" Type="http://schemas.openxmlformats.org/officeDocument/2006/relationships/tags" Target="../tags/tag109.xml"/><Relationship Id="rId18" Type="http://schemas.openxmlformats.org/officeDocument/2006/relationships/tags" Target="../tags/tag114.xml"/><Relationship Id="rId26" Type="http://schemas.openxmlformats.org/officeDocument/2006/relationships/tags" Target="../tags/tag122.xml"/><Relationship Id="rId3" Type="http://schemas.openxmlformats.org/officeDocument/2006/relationships/tags" Target="../tags/tag99.xml"/><Relationship Id="rId21" Type="http://schemas.openxmlformats.org/officeDocument/2006/relationships/tags" Target="../tags/tag117.xml"/><Relationship Id="rId7" Type="http://schemas.openxmlformats.org/officeDocument/2006/relationships/tags" Target="../tags/tag103.xml"/><Relationship Id="rId12" Type="http://schemas.openxmlformats.org/officeDocument/2006/relationships/tags" Target="../tags/tag108.xml"/><Relationship Id="rId17" Type="http://schemas.openxmlformats.org/officeDocument/2006/relationships/tags" Target="../tags/tag113.xml"/><Relationship Id="rId25" Type="http://schemas.openxmlformats.org/officeDocument/2006/relationships/tags" Target="../tags/tag121.xml"/><Relationship Id="rId33" Type="http://schemas.openxmlformats.org/officeDocument/2006/relationships/image" Target="../media/image1.jpeg"/><Relationship Id="rId2" Type="http://schemas.openxmlformats.org/officeDocument/2006/relationships/tags" Target="../tags/tag98.xml"/><Relationship Id="rId16" Type="http://schemas.openxmlformats.org/officeDocument/2006/relationships/tags" Target="../tags/tag112.xml"/><Relationship Id="rId20" Type="http://schemas.openxmlformats.org/officeDocument/2006/relationships/tags" Target="../tags/tag116.xml"/><Relationship Id="rId29" Type="http://schemas.openxmlformats.org/officeDocument/2006/relationships/tags" Target="../tags/tag125.xml"/><Relationship Id="rId1" Type="http://schemas.openxmlformats.org/officeDocument/2006/relationships/tags" Target="../tags/tag97.xml"/><Relationship Id="rId6" Type="http://schemas.openxmlformats.org/officeDocument/2006/relationships/tags" Target="../tags/tag102.xml"/><Relationship Id="rId11" Type="http://schemas.openxmlformats.org/officeDocument/2006/relationships/tags" Target="../tags/tag107.xml"/><Relationship Id="rId24" Type="http://schemas.openxmlformats.org/officeDocument/2006/relationships/tags" Target="../tags/tag120.xml"/><Relationship Id="rId32" Type="http://schemas.openxmlformats.org/officeDocument/2006/relationships/notesSlide" Target="../notesSlides/notesSlide7.xml"/><Relationship Id="rId5" Type="http://schemas.openxmlformats.org/officeDocument/2006/relationships/tags" Target="../tags/tag101.xml"/><Relationship Id="rId15" Type="http://schemas.openxmlformats.org/officeDocument/2006/relationships/tags" Target="../tags/tag111.xml"/><Relationship Id="rId23" Type="http://schemas.openxmlformats.org/officeDocument/2006/relationships/tags" Target="../tags/tag119.xml"/><Relationship Id="rId28" Type="http://schemas.openxmlformats.org/officeDocument/2006/relationships/tags" Target="../tags/tag124.xml"/><Relationship Id="rId10" Type="http://schemas.openxmlformats.org/officeDocument/2006/relationships/tags" Target="../tags/tag106.xml"/><Relationship Id="rId19" Type="http://schemas.openxmlformats.org/officeDocument/2006/relationships/tags" Target="../tags/tag115.xml"/><Relationship Id="rId31" Type="http://schemas.openxmlformats.org/officeDocument/2006/relationships/slideLayout" Target="../slideLayouts/slideLayout18.xml"/><Relationship Id="rId4" Type="http://schemas.openxmlformats.org/officeDocument/2006/relationships/tags" Target="../tags/tag100.xml"/><Relationship Id="rId9" Type="http://schemas.openxmlformats.org/officeDocument/2006/relationships/tags" Target="../tags/tag105.xml"/><Relationship Id="rId14" Type="http://schemas.openxmlformats.org/officeDocument/2006/relationships/tags" Target="../tags/tag110.xml"/><Relationship Id="rId22" Type="http://schemas.openxmlformats.org/officeDocument/2006/relationships/tags" Target="../tags/tag118.xml"/><Relationship Id="rId27" Type="http://schemas.openxmlformats.org/officeDocument/2006/relationships/tags" Target="../tags/tag123.xml"/><Relationship Id="rId30" Type="http://schemas.openxmlformats.org/officeDocument/2006/relationships/tags" Target="../tags/tag126.xml"/><Relationship Id="rId8" Type="http://schemas.openxmlformats.org/officeDocument/2006/relationships/tags" Target="../tags/tag104.xml"/></Relationships>
</file>

<file path=ppt/slides/_rels/slide8.xml.rels><?xml version="1.0" encoding="UTF-8" standalone="yes"?>
<Relationships xmlns="http://schemas.openxmlformats.org/package/2006/relationships"><Relationship Id="rId8" Type="http://schemas.openxmlformats.org/officeDocument/2006/relationships/tags" Target="../tags/tag134.xml"/><Relationship Id="rId13" Type="http://schemas.openxmlformats.org/officeDocument/2006/relationships/tags" Target="../tags/tag139.xml"/><Relationship Id="rId18" Type="http://schemas.openxmlformats.org/officeDocument/2006/relationships/slideLayout" Target="../slideLayouts/slideLayout18.xml"/><Relationship Id="rId3" Type="http://schemas.openxmlformats.org/officeDocument/2006/relationships/tags" Target="../tags/tag129.xml"/><Relationship Id="rId7" Type="http://schemas.openxmlformats.org/officeDocument/2006/relationships/tags" Target="../tags/tag133.xml"/><Relationship Id="rId12" Type="http://schemas.openxmlformats.org/officeDocument/2006/relationships/tags" Target="../tags/tag138.xml"/><Relationship Id="rId17" Type="http://schemas.openxmlformats.org/officeDocument/2006/relationships/tags" Target="../tags/tag143.xml"/><Relationship Id="rId2" Type="http://schemas.openxmlformats.org/officeDocument/2006/relationships/tags" Target="../tags/tag128.xml"/><Relationship Id="rId16" Type="http://schemas.openxmlformats.org/officeDocument/2006/relationships/tags" Target="../tags/tag142.xml"/><Relationship Id="rId20" Type="http://schemas.openxmlformats.org/officeDocument/2006/relationships/image" Target="../media/image1.jpeg"/><Relationship Id="rId1" Type="http://schemas.openxmlformats.org/officeDocument/2006/relationships/tags" Target="../tags/tag127.xml"/><Relationship Id="rId6" Type="http://schemas.openxmlformats.org/officeDocument/2006/relationships/tags" Target="../tags/tag132.xml"/><Relationship Id="rId11" Type="http://schemas.openxmlformats.org/officeDocument/2006/relationships/tags" Target="../tags/tag137.xml"/><Relationship Id="rId5" Type="http://schemas.openxmlformats.org/officeDocument/2006/relationships/tags" Target="../tags/tag131.xml"/><Relationship Id="rId15" Type="http://schemas.openxmlformats.org/officeDocument/2006/relationships/tags" Target="../tags/tag141.xml"/><Relationship Id="rId10" Type="http://schemas.openxmlformats.org/officeDocument/2006/relationships/tags" Target="../tags/tag136.xml"/><Relationship Id="rId19" Type="http://schemas.openxmlformats.org/officeDocument/2006/relationships/notesSlide" Target="../notesSlides/notesSlide8.xml"/><Relationship Id="rId4" Type="http://schemas.openxmlformats.org/officeDocument/2006/relationships/tags" Target="../tags/tag130.xml"/><Relationship Id="rId9" Type="http://schemas.openxmlformats.org/officeDocument/2006/relationships/tags" Target="../tags/tag135.xml"/><Relationship Id="rId14" Type="http://schemas.openxmlformats.org/officeDocument/2006/relationships/tags" Target="../tags/tag140.xml"/></Relationships>
</file>

<file path=ppt/slides/_rels/slide9.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tags" Target="../tags/tag146.xml"/><Relationship Id="rId7" Type="http://schemas.openxmlformats.org/officeDocument/2006/relationships/notesSlide" Target="../notesSlides/notesSlide9.xml"/><Relationship Id="rId2" Type="http://schemas.openxmlformats.org/officeDocument/2006/relationships/tags" Target="../tags/tag145.xml"/><Relationship Id="rId1" Type="http://schemas.openxmlformats.org/officeDocument/2006/relationships/tags" Target="../tags/tag144.xml"/><Relationship Id="rId6" Type="http://schemas.openxmlformats.org/officeDocument/2006/relationships/slideLayout" Target="../slideLayouts/slideLayout18.xml"/><Relationship Id="rId5" Type="http://schemas.openxmlformats.org/officeDocument/2006/relationships/tags" Target="../tags/tag148.xml"/><Relationship Id="rId4" Type="http://schemas.openxmlformats.org/officeDocument/2006/relationships/tags" Target="../tags/tag147.xml"/></Relationships>
</file>

<file path=ppt/slides/_rels/slide10.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tags" Target="../tags/tag151.xml"/><Relationship Id="rId7" Type="http://schemas.openxmlformats.org/officeDocument/2006/relationships/notesSlide" Target="../notesSlides/notesSlide10.xml"/><Relationship Id="rId2" Type="http://schemas.openxmlformats.org/officeDocument/2006/relationships/tags" Target="../tags/tag150.xml"/><Relationship Id="rId1" Type="http://schemas.openxmlformats.org/officeDocument/2006/relationships/tags" Target="../tags/tag149.xml"/><Relationship Id="rId6" Type="http://schemas.openxmlformats.org/officeDocument/2006/relationships/slideLayout" Target="../slideLayouts/slideLayout18.xml"/><Relationship Id="rId5" Type="http://schemas.openxmlformats.org/officeDocument/2006/relationships/tags" Target="../tags/tag153.xml"/><Relationship Id="rId4" Type="http://schemas.openxmlformats.org/officeDocument/2006/relationships/tags" Target="../tags/tag152.xml"/><Relationship Id="rId9" Type="http://schemas.openxmlformats.org/officeDocument/2006/relationships/image" Target="../media/image2.png"/></Relationships>
</file>

<file path=ppt/slides/_rels/slide11.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tags" Target="../tags/tag156.xml"/><Relationship Id="rId7" Type="http://schemas.openxmlformats.org/officeDocument/2006/relationships/notesSlide" Target="../notesSlides/notesSlide11.xml"/><Relationship Id="rId2" Type="http://schemas.openxmlformats.org/officeDocument/2006/relationships/tags" Target="../tags/tag155.xml"/><Relationship Id="rId1" Type="http://schemas.openxmlformats.org/officeDocument/2006/relationships/tags" Target="../tags/tag154.xml"/><Relationship Id="rId6" Type="http://schemas.openxmlformats.org/officeDocument/2006/relationships/slideLayout" Target="../slideLayouts/slideLayout18.xml"/><Relationship Id="rId5" Type="http://schemas.openxmlformats.org/officeDocument/2006/relationships/tags" Target="../tags/tag158.xml"/><Relationship Id="rId4" Type="http://schemas.openxmlformats.org/officeDocument/2006/relationships/tags" Target="../tags/tag157.xml"/></Relationships>
</file>

<file path=ppt/slides/_rels/slide12.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tags" Target="../tags/tag161.xml"/><Relationship Id="rId7" Type="http://schemas.openxmlformats.org/officeDocument/2006/relationships/notesSlide" Target="../notesSlides/notesSlide12.xml"/><Relationship Id="rId2" Type="http://schemas.openxmlformats.org/officeDocument/2006/relationships/tags" Target="../tags/tag160.xml"/><Relationship Id="rId1" Type="http://schemas.openxmlformats.org/officeDocument/2006/relationships/tags" Target="../tags/tag159.xml"/><Relationship Id="rId6" Type="http://schemas.openxmlformats.org/officeDocument/2006/relationships/slideLayout" Target="../slideLayouts/slideLayout18.xml"/><Relationship Id="rId5" Type="http://schemas.openxmlformats.org/officeDocument/2006/relationships/tags" Target="../tags/tag163.xml"/><Relationship Id="rId10" Type="http://schemas.openxmlformats.org/officeDocument/2006/relationships/image" Target="../media/image4.png"/><Relationship Id="rId4" Type="http://schemas.openxmlformats.org/officeDocument/2006/relationships/tags" Target="../tags/tag162.xml"/><Relationship Id="rId9" Type="http://schemas.openxmlformats.org/officeDocument/2006/relationships/image" Target="../media/image3.jpeg"/></Relationships>
</file>

<file path=ppt/slides/_rels/slide13.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tags" Target="../tags/tag166.xml"/><Relationship Id="rId7" Type="http://schemas.openxmlformats.org/officeDocument/2006/relationships/notesSlide" Target="../notesSlides/notesSlide13.xml"/><Relationship Id="rId2" Type="http://schemas.openxmlformats.org/officeDocument/2006/relationships/tags" Target="../tags/tag165.xml"/><Relationship Id="rId1" Type="http://schemas.openxmlformats.org/officeDocument/2006/relationships/tags" Target="../tags/tag164.xml"/><Relationship Id="rId6" Type="http://schemas.openxmlformats.org/officeDocument/2006/relationships/slideLayout" Target="../slideLayouts/slideLayout18.xml"/><Relationship Id="rId5" Type="http://schemas.openxmlformats.org/officeDocument/2006/relationships/tags" Target="../tags/tag168.xml"/><Relationship Id="rId4" Type="http://schemas.openxmlformats.org/officeDocument/2006/relationships/tags" Target="../tags/tag167.xml"/><Relationship Id="rId9" Type="http://schemas.openxmlformats.org/officeDocument/2006/relationships/image" Target="../media/image5.png"/></Relationships>
</file>

<file path=ppt/slides/_rels/slide14.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tags" Target="../tags/tag171.xml"/><Relationship Id="rId7" Type="http://schemas.openxmlformats.org/officeDocument/2006/relationships/notesSlide" Target="../notesSlides/notesSlide14.xml"/><Relationship Id="rId2" Type="http://schemas.openxmlformats.org/officeDocument/2006/relationships/tags" Target="../tags/tag170.xml"/><Relationship Id="rId1" Type="http://schemas.openxmlformats.org/officeDocument/2006/relationships/tags" Target="../tags/tag169.xml"/><Relationship Id="rId6" Type="http://schemas.openxmlformats.org/officeDocument/2006/relationships/slideLayout" Target="../slideLayouts/slideLayout18.xml"/><Relationship Id="rId5" Type="http://schemas.openxmlformats.org/officeDocument/2006/relationships/tags" Target="../tags/tag173.xml"/><Relationship Id="rId4" Type="http://schemas.openxmlformats.org/officeDocument/2006/relationships/tags" Target="../tags/tag172.xml"/></Relationships>
</file>

<file path=ppt/slides/_rels/slide15.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tags" Target="../tags/tag176.xml"/><Relationship Id="rId7" Type="http://schemas.openxmlformats.org/officeDocument/2006/relationships/notesSlide" Target="../notesSlides/notesSlide15.xml"/><Relationship Id="rId2" Type="http://schemas.openxmlformats.org/officeDocument/2006/relationships/tags" Target="../tags/tag175.xml"/><Relationship Id="rId1" Type="http://schemas.openxmlformats.org/officeDocument/2006/relationships/tags" Target="../tags/tag174.xml"/><Relationship Id="rId6" Type="http://schemas.openxmlformats.org/officeDocument/2006/relationships/slideLayout" Target="../slideLayouts/slideLayout18.xml"/><Relationship Id="rId5" Type="http://schemas.openxmlformats.org/officeDocument/2006/relationships/tags" Target="../tags/tag178.xml"/><Relationship Id="rId4" Type="http://schemas.openxmlformats.org/officeDocument/2006/relationships/tags" Target="../tags/tag177.xml"/></Relationships>
</file>

<file path=ppt/slides/_rels/slide16.xml.rels><?xml version="1.0" encoding="UTF-8" standalone="yes"?>
<Relationships xmlns="http://schemas.openxmlformats.org/package/2006/relationships"><Relationship Id="rId3" Type="http://schemas.openxmlformats.org/officeDocument/2006/relationships/tags" Target="../tags/tag181.xml"/><Relationship Id="rId2" Type="http://schemas.openxmlformats.org/officeDocument/2006/relationships/tags" Target="../tags/tag180.xml"/><Relationship Id="rId1" Type="http://schemas.openxmlformats.org/officeDocument/2006/relationships/tags" Target="../tags/tag179.xml"/><Relationship Id="rId6" Type="http://schemas.openxmlformats.org/officeDocument/2006/relationships/image" Target="../media/image1.jpeg"/><Relationship Id="rId5" Type="http://schemas.openxmlformats.org/officeDocument/2006/relationships/notesSlide" Target="../notesSlides/notesSlide16.xml"/><Relationship Id="rId4"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tags" Target="../tags/tag184.xml"/><Relationship Id="rId7" Type="http://schemas.openxmlformats.org/officeDocument/2006/relationships/notesSlide" Target="../notesSlides/notesSlide17.xml"/><Relationship Id="rId2" Type="http://schemas.openxmlformats.org/officeDocument/2006/relationships/tags" Target="../tags/tag183.xml"/><Relationship Id="rId1" Type="http://schemas.openxmlformats.org/officeDocument/2006/relationships/tags" Target="../tags/tag182.xml"/><Relationship Id="rId6" Type="http://schemas.openxmlformats.org/officeDocument/2006/relationships/slideLayout" Target="../slideLayouts/slideLayout18.xml"/><Relationship Id="rId5" Type="http://schemas.openxmlformats.org/officeDocument/2006/relationships/tags" Target="../tags/tag186.xml"/><Relationship Id="rId4" Type="http://schemas.openxmlformats.org/officeDocument/2006/relationships/tags" Target="../tags/tag185.xml"/></Relationships>
</file>

<file path=ppt/slides/_rels/slide18.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tags" Target="../tags/tag189.xml"/><Relationship Id="rId7" Type="http://schemas.openxmlformats.org/officeDocument/2006/relationships/notesSlide" Target="../notesSlides/notesSlide18.xml"/><Relationship Id="rId2" Type="http://schemas.openxmlformats.org/officeDocument/2006/relationships/tags" Target="../tags/tag188.xml"/><Relationship Id="rId1" Type="http://schemas.openxmlformats.org/officeDocument/2006/relationships/tags" Target="../tags/tag187.xml"/><Relationship Id="rId6" Type="http://schemas.openxmlformats.org/officeDocument/2006/relationships/slideLayout" Target="../slideLayouts/slideLayout18.xml"/><Relationship Id="rId5" Type="http://schemas.openxmlformats.org/officeDocument/2006/relationships/tags" Target="../tags/tag191.xml"/><Relationship Id="rId10" Type="http://schemas.openxmlformats.org/officeDocument/2006/relationships/image" Target="../media/image7.png"/><Relationship Id="rId4" Type="http://schemas.openxmlformats.org/officeDocument/2006/relationships/tags" Target="../tags/tag190.xml"/><Relationship Id="rId9"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标题 1"/>
          <p:cNvSpPr>
            <a:spLocks noGrp="1"/>
          </p:cNvSpPr>
          <p:nvPr>
            <p:ph type="ctrTitle" hasCustomPrompt="1"/>
            <p:custDataLst>
              <p:tags r:id="rId2"/>
            </p:custDataLst>
          </p:nvPr>
        </p:nvSpPr>
        <p:spPr>
          <a:xfrm>
            <a:off x="1859915" y="2958465"/>
            <a:ext cx="8472805" cy="664210"/>
          </a:xfrm>
        </p:spPr>
        <p:txBody>
          <a:bodyPr vert="horz" wrap="square" lIns="90000" tIns="46800" rIns="90000" bIns="46800" anchor="ctr">
            <a:normAutofit fontScale="90000"/>
          </a:bodyPr>
          <a:lstStyle/>
          <a:p>
            <a:pPr algn="l" defTabSz="914400">
              <a:buNone/>
            </a:pPr>
            <a:r>
              <a:rPr lang="zh-CN" altLang="en-US" sz="3600" kern="1200">
                <a:solidFill>
                  <a:schemeClr val="tx1"/>
                </a:solidFill>
                <a:latin typeface="+mj-lt"/>
                <a:ea typeface="+mj-ea"/>
                <a:cs typeface="+mj-cs"/>
              </a:rPr>
              <a:t>能源勘探领域专用并行标记语言的设计与实现</a:t>
            </a:r>
          </a:p>
        </p:txBody>
      </p:sp>
      <p:sp>
        <p:nvSpPr>
          <p:cNvPr id="13314" name="副标题 2"/>
          <p:cNvSpPr>
            <a:spLocks noGrp="1"/>
          </p:cNvSpPr>
          <p:nvPr>
            <p:ph type="subTitle" idx="1"/>
            <p:custDataLst>
              <p:tags r:id="rId3"/>
            </p:custDataLst>
          </p:nvPr>
        </p:nvSpPr>
        <p:spPr>
          <a:xfrm>
            <a:off x="3069590" y="4001770"/>
            <a:ext cx="6052185" cy="425450"/>
          </a:xfrm>
        </p:spPr>
        <p:txBody>
          <a:bodyPr vert="horz" wrap="square" lIns="90000" tIns="46800" rIns="90000" bIns="46800" anchor="t">
            <a:normAutofit fontScale="90000"/>
          </a:bodyPr>
          <a:lstStyle/>
          <a:p>
            <a:pPr algn="ctr" defTabSz="685800">
              <a:lnSpc>
                <a:spcPct val="80000"/>
              </a:lnSpc>
            </a:pPr>
            <a:r>
              <a:rPr lang="zh-CN" altLang="zh-CN" kern="1200" baseline="0">
                <a:latin typeface="黑体" panose="02010609060101010101" charset="-122"/>
                <a:ea typeface="黑体" panose="02010609060101010101" charset="-122"/>
                <a:cs typeface="黑体" panose="02010609060101010101" charset="-122"/>
              </a:rPr>
              <a:t>开题人：王世领</a:t>
            </a:r>
            <a:r>
              <a:rPr lang="en-US" altLang="zh-CN" kern="1200" baseline="0">
                <a:latin typeface="黑体" panose="02010609060101010101" charset="-122"/>
                <a:ea typeface="黑体" panose="02010609060101010101" charset="-122"/>
                <a:cs typeface="黑体" panose="02010609060101010101" charset="-122"/>
              </a:rPr>
              <a:t>			</a:t>
            </a:r>
            <a:r>
              <a:rPr lang="zh-CN" altLang="en-US" kern="1200" baseline="0">
                <a:latin typeface="黑体" panose="02010609060101010101" charset="-122"/>
                <a:ea typeface="黑体" panose="02010609060101010101" charset="-122"/>
                <a:cs typeface="黑体" panose="02010609060101010101" charset="-122"/>
              </a:rPr>
              <a:t>指导教师：彭蔓蔓  吴强</a:t>
            </a:r>
            <a:endParaRPr lang="zh-CN" altLang="zh-CN" kern="1200" baseline="0">
              <a:latin typeface="黑体" panose="02010609060101010101" charset="-122"/>
              <a:ea typeface="黑体" panose="02010609060101010101" charset="-122"/>
              <a:cs typeface="黑体" panose="02010609060101010101" charset="-122"/>
            </a:endParaRPr>
          </a:p>
          <a:p>
            <a:pPr defTabSz="685800">
              <a:lnSpc>
                <a:spcPct val="80000"/>
              </a:lnSpc>
            </a:pPr>
            <a:endParaRPr lang="en-US" altLang="zh-CN" kern="1200" dirty="0">
              <a:latin typeface="黑体" panose="02010609060101010101" charset="-122"/>
              <a:ea typeface="黑体" panose="02010609060101010101" charset="-122"/>
              <a:cs typeface="黑体" panose="02010609060101010101" charset="-122"/>
            </a:endParaRPr>
          </a:p>
        </p:txBody>
      </p:sp>
      <p:sp>
        <p:nvSpPr>
          <p:cNvPr id="4" name="文本框 3"/>
          <p:cNvSpPr txBox="1"/>
          <p:nvPr>
            <p:custDataLst>
              <p:tags r:id="rId4"/>
            </p:custDataLst>
          </p:nvPr>
        </p:nvSpPr>
        <p:spPr>
          <a:xfrm>
            <a:off x="4670425" y="2075180"/>
            <a:ext cx="2898775" cy="504190"/>
          </a:xfrm>
          <a:prstGeom prst="rect">
            <a:avLst/>
          </a:prstGeom>
          <a:noFill/>
        </p:spPr>
        <p:txBody>
          <a:bodyPr wrap="square" lIns="90000" tIns="46800" rIns="90000" bIns="46800" rtlCol="0" anchor="ctr" anchorCtr="0">
            <a:normAutofit fontScale="87500" lnSpcReduction="20000"/>
          </a:bodyPr>
          <a:lstStyle>
            <a:defPPr>
              <a:defRPr lang="en-US"/>
            </a:defPPr>
            <a:lvl1pPr algn="dist">
              <a:defRPr sz="4000">
                <a:solidFill>
                  <a:schemeClr val="tx1">
                    <a:lumMod val="75000"/>
                    <a:lumOff val="25000"/>
                  </a:schemeClr>
                </a:solidFill>
              </a:defRPr>
            </a:lvl1pPr>
          </a:lstStyle>
          <a:p>
            <a:pPr fontAlgn="base"/>
            <a:r>
              <a:rPr lang="zh-CN" altLang="en-US" sz="2800" strike="noStrike" noProof="1"/>
              <a:t>开题报告（</a:t>
            </a:r>
            <a:r>
              <a:rPr lang="en-US" altLang="zh-CN" sz="2800" strike="noStrike" noProof="1"/>
              <a:t>2018.12</a:t>
            </a:r>
            <a:r>
              <a:rPr lang="zh-CN" altLang="en-US" sz="2800" strike="noStrike" noProof="1"/>
              <a:t>）</a:t>
            </a:r>
          </a:p>
        </p:txBody>
      </p:sp>
      <p:pic>
        <p:nvPicPr>
          <p:cNvPr id="6" name="图片 5" descr="timg"/>
          <p:cNvPicPr>
            <a:picLocks noChangeAspect="1"/>
          </p:cNvPicPr>
          <p:nvPr/>
        </p:nvPicPr>
        <p:blipFill>
          <a:blip r:embed="rId7"/>
          <a:stretch>
            <a:fillRect/>
          </a:stretch>
        </p:blipFill>
        <p:spPr>
          <a:xfrm>
            <a:off x="9907270" y="2540"/>
            <a:ext cx="2282190" cy="992505"/>
          </a:xfrm>
          <a:prstGeom prst="rect">
            <a:avLst/>
          </a:prstGeom>
        </p:spPr>
      </p:pic>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372" name="组合 75"/>
          <p:cNvGrpSpPr/>
          <p:nvPr/>
        </p:nvGrpSpPr>
        <p:grpSpPr>
          <a:xfrm>
            <a:off x="3622479" y="3353024"/>
            <a:ext cx="5282286" cy="1229284"/>
            <a:chOff x="3508748" y="2504707"/>
            <a:chExt cx="4387021" cy="1019333"/>
          </a:xfrm>
        </p:grpSpPr>
        <p:cxnSp>
          <p:nvCxnSpPr>
            <p:cNvPr id="49" name="直接连接符 48"/>
            <p:cNvCxnSpPr/>
            <p:nvPr>
              <p:custDataLst>
                <p:tags r:id="rId17"/>
              </p:custDataLst>
            </p:nvPr>
          </p:nvCxnSpPr>
          <p:spPr>
            <a:xfrm flipH="1">
              <a:off x="3885645" y="2645609"/>
              <a:ext cx="693178" cy="650445"/>
            </a:xfrm>
            <a:prstGeom prst="line">
              <a:avLst/>
            </a:prstGeom>
            <a:ln w="12700">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50" name="任意多边形 49"/>
            <p:cNvSpPr/>
            <p:nvPr>
              <p:custDataLst>
                <p:tags r:id="rId18"/>
              </p:custDataLst>
            </p:nvPr>
          </p:nvSpPr>
          <p:spPr>
            <a:xfrm>
              <a:off x="3525847" y="3026721"/>
              <a:ext cx="505039" cy="228766"/>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72000" rtlCol="0" anchor="ctr">
              <a:normAutofit fontScale="95000"/>
            </a:bodyPr>
            <a:lstStyle/>
            <a:p>
              <a:pPr algn="ctr" fontAlgn="base"/>
              <a:endParaRPr lang="zh-CN" altLang="en-US" sz="1400" strike="noStrike" noProof="1">
                <a:solidFill>
                  <a:schemeClr val="accent1">
                    <a:lumMod val="50000"/>
                  </a:schemeClr>
                </a:solidFill>
                <a:sym typeface="Arial" panose="020B0604020202020204" pitchFamily="34" charset="0"/>
              </a:endParaRPr>
            </a:p>
          </p:txBody>
        </p:sp>
        <p:sp>
          <p:nvSpPr>
            <p:cNvPr id="15375" name="文本框 50"/>
            <p:cNvSpPr txBox="1"/>
            <p:nvPr>
              <p:custDataLst>
                <p:tags r:id="rId19"/>
              </p:custDataLst>
            </p:nvPr>
          </p:nvSpPr>
          <p:spPr>
            <a:xfrm>
              <a:off x="4249914" y="2936909"/>
              <a:ext cx="3645855" cy="587131"/>
            </a:xfrm>
            <a:prstGeom prst="rect">
              <a:avLst/>
            </a:prstGeom>
            <a:noFill/>
            <a:ln w="9525">
              <a:noFill/>
            </a:ln>
          </p:spPr>
          <p:txBody>
            <a:bodyPr wrap="square" anchor="ctr"/>
            <a:lstStyle/>
            <a:p>
              <a:r>
                <a:rPr lang="zh-CN" altLang="en-US" sz="2400" dirty="0">
                  <a:solidFill>
                    <a:schemeClr val="accent1"/>
                  </a:solidFill>
                  <a:latin typeface="Arial" panose="020B0604020202020204" pitchFamily="34" charset="0"/>
                  <a:ea typeface="宋体" panose="02010600030101010101" pitchFamily="2" charset="-122"/>
                  <a:sym typeface="Arial" panose="020B0604020202020204" pitchFamily="34" charset="0"/>
                </a:rPr>
                <a:t>研究内容与方法</a:t>
              </a:r>
            </a:p>
          </p:txBody>
        </p:sp>
        <p:sp>
          <p:nvSpPr>
            <p:cNvPr id="15376" name="文本框 51"/>
            <p:cNvSpPr txBox="1"/>
            <p:nvPr>
              <p:custDataLst>
                <p:tags r:id="rId20"/>
              </p:custDataLst>
            </p:nvPr>
          </p:nvSpPr>
          <p:spPr>
            <a:xfrm>
              <a:off x="3508748" y="2504707"/>
              <a:ext cx="536523" cy="522014"/>
            </a:xfrm>
            <a:prstGeom prst="rect">
              <a:avLst/>
            </a:prstGeom>
            <a:noFill/>
            <a:ln w="9525">
              <a:noFill/>
            </a:ln>
          </p:spPr>
          <p:txBody>
            <a:bodyPr wrap="square" lIns="0" tIns="0" rIns="0" bIns="0" anchor="b"/>
            <a:lstStyle/>
            <a:p>
              <a:pPr algn="ctr"/>
              <a:r>
                <a:rPr lang="en-US" altLang="zh-CN" dirty="0">
                  <a:solidFill>
                    <a:srgbClr val="000000"/>
                  </a:solidFill>
                  <a:latin typeface="Arial" panose="020B0604020202020204" pitchFamily="34" charset="0"/>
                  <a:ea typeface="宋体" panose="02010600030101010101" pitchFamily="2" charset="-122"/>
                  <a:sym typeface="Arial" panose="020B0604020202020204" pitchFamily="34" charset="0"/>
                </a:rPr>
                <a:t>C</a:t>
              </a:r>
              <a:endParaRPr lang="zh-CN" altLang="en-US" dirty="0">
                <a:solidFill>
                  <a:srgbClr val="000000"/>
                </a:solidFill>
                <a:latin typeface="Arial" panose="020B0604020202020204" pitchFamily="34" charset="0"/>
                <a:ea typeface="宋体" panose="02010600030101010101" pitchFamily="2" charset="-122"/>
                <a:sym typeface="Arial" panose="020B0604020202020204" pitchFamily="34" charset="0"/>
              </a:endParaRPr>
            </a:p>
          </p:txBody>
        </p:sp>
      </p:grpSp>
      <p:grpSp>
        <p:nvGrpSpPr>
          <p:cNvPr id="15377" name="组合 70"/>
          <p:cNvGrpSpPr/>
          <p:nvPr/>
        </p:nvGrpSpPr>
        <p:grpSpPr>
          <a:xfrm>
            <a:off x="3622479" y="4547896"/>
            <a:ext cx="5282286" cy="1227372"/>
            <a:chOff x="3508748" y="3359586"/>
            <a:chExt cx="4387021" cy="1019333"/>
          </a:xfrm>
        </p:grpSpPr>
        <p:cxnSp>
          <p:nvCxnSpPr>
            <p:cNvPr id="54" name="直接连接符 53"/>
            <p:cNvCxnSpPr/>
            <p:nvPr>
              <p:custDataLst>
                <p:tags r:id="rId13"/>
              </p:custDataLst>
            </p:nvPr>
          </p:nvCxnSpPr>
          <p:spPr>
            <a:xfrm flipH="1">
              <a:off x="3885645" y="3500488"/>
              <a:ext cx="693178" cy="650445"/>
            </a:xfrm>
            <a:prstGeom prst="line">
              <a:avLst/>
            </a:prstGeom>
            <a:ln w="127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55" name="任意多边形 54"/>
            <p:cNvSpPr/>
            <p:nvPr>
              <p:custDataLst>
                <p:tags r:id="rId14"/>
              </p:custDataLst>
            </p:nvPr>
          </p:nvSpPr>
          <p:spPr>
            <a:xfrm>
              <a:off x="3525847" y="3881600"/>
              <a:ext cx="505039" cy="228766"/>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72000" rtlCol="0" anchor="ctr">
              <a:normAutofit fontScale="95000"/>
            </a:bodyPr>
            <a:lstStyle/>
            <a:p>
              <a:pPr algn="ctr" fontAlgn="base"/>
              <a:endParaRPr lang="zh-CN" altLang="en-US" sz="1400" strike="noStrike" noProof="1">
                <a:solidFill>
                  <a:schemeClr val="accent1">
                    <a:lumMod val="50000"/>
                  </a:schemeClr>
                </a:solidFill>
                <a:sym typeface="Arial" panose="020B0604020202020204" pitchFamily="34" charset="0"/>
              </a:endParaRPr>
            </a:p>
          </p:txBody>
        </p:sp>
        <p:sp>
          <p:nvSpPr>
            <p:cNvPr id="15380" name="文本框 55"/>
            <p:cNvSpPr txBox="1"/>
            <p:nvPr>
              <p:custDataLst>
                <p:tags r:id="rId15"/>
              </p:custDataLst>
            </p:nvPr>
          </p:nvSpPr>
          <p:spPr>
            <a:xfrm>
              <a:off x="4249914" y="3791788"/>
              <a:ext cx="3645855" cy="587131"/>
            </a:xfrm>
            <a:prstGeom prst="rect">
              <a:avLst/>
            </a:prstGeom>
            <a:noFill/>
            <a:ln w="9525">
              <a:noFill/>
            </a:ln>
          </p:spPr>
          <p:txBody>
            <a:bodyPr wrap="square" anchor="ctr"/>
            <a:lstStyle/>
            <a:p>
              <a:r>
                <a:rPr lang="zh-CN" altLang="en-US" sz="2400" dirty="0">
                  <a:solidFill>
                    <a:schemeClr val="accent2"/>
                  </a:solidFill>
                  <a:latin typeface="Arial" panose="020B0604020202020204" pitchFamily="34" charset="0"/>
                  <a:ea typeface="宋体" panose="02010600030101010101" pitchFamily="2" charset="-122"/>
                  <a:sym typeface="Arial" panose="020B0604020202020204" pitchFamily="34" charset="0"/>
                </a:rPr>
                <a:t>预期目标与计划</a:t>
              </a:r>
            </a:p>
          </p:txBody>
        </p:sp>
        <p:sp>
          <p:nvSpPr>
            <p:cNvPr id="15381" name="文本框 56"/>
            <p:cNvSpPr txBox="1"/>
            <p:nvPr>
              <p:custDataLst>
                <p:tags r:id="rId16"/>
              </p:custDataLst>
            </p:nvPr>
          </p:nvSpPr>
          <p:spPr>
            <a:xfrm>
              <a:off x="3508748" y="3359586"/>
              <a:ext cx="536523" cy="522014"/>
            </a:xfrm>
            <a:prstGeom prst="rect">
              <a:avLst/>
            </a:prstGeom>
            <a:noFill/>
            <a:ln w="9525">
              <a:noFill/>
            </a:ln>
          </p:spPr>
          <p:txBody>
            <a:bodyPr wrap="square" lIns="0" tIns="0" rIns="0" bIns="0" anchor="b"/>
            <a:lstStyle/>
            <a:p>
              <a:pPr algn="ctr"/>
              <a:r>
                <a:rPr lang="en-US" altLang="zh-CN" dirty="0">
                  <a:solidFill>
                    <a:srgbClr val="000000"/>
                  </a:solidFill>
                  <a:latin typeface="Arial" panose="020B0604020202020204" pitchFamily="34" charset="0"/>
                  <a:ea typeface="宋体" panose="02010600030101010101" pitchFamily="2" charset="-122"/>
                  <a:sym typeface="Arial" panose="020B0604020202020204" pitchFamily="34" charset="0"/>
                </a:rPr>
                <a:t>D</a:t>
              </a:r>
              <a:endParaRPr lang="zh-CN" altLang="en-US" dirty="0">
                <a:solidFill>
                  <a:srgbClr val="000000"/>
                </a:solidFill>
                <a:latin typeface="Arial" panose="020B0604020202020204" pitchFamily="34" charset="0"/>
                <a:ea typeface="宋体" panose="02010600030101010101" pitchFamily="2" charset="-122"/>
                <a:sym typeface="Arial" panose="020B0604020202020204" pitchFamily="34" charset="0"/>
              </a:endParaRPr>
            </a:p>
          </p:txBody>
        </p:sp>
      </p:grpSp>
      <p:grpSp>
        <p:nvGrpSpPr>
          <p:cNvPr id="14" name="组合 13"/>
          <p:cNvGrpSpPr/>
          <p:nvPr/>
        </p:nvGrpSpPr>
        <p:grpSpPr>
          <a:xfrm>
            <a:off x="997585" y="967105"/>
            <a:ext cx="8434835" cy="4808162"/>
            <a:chOff x="3975" y="2335"/>
            <a:chExt cx="11030" cy="6288"/>
          </a:xfrm>
        </p:grpSpPr>
        <p:sp>
          <p:nvSpPr>
            <p:cNvPr id="15361" name="文本框 8"/>
            <p:cNvSpPr txBox="1"/>
            <p:nvPr>
              <p:custDataLst>
                <p:tags r:id="rId2"/>
              </p:custDataLst>
            </p:nvPr>
          </p:nvSpPr>
          <p:spPr>
            <a:xfrm>
              <a:off x="3975" y="2573"/>
              <a:ext cx="2995" cy="6050"/>
            </a:xfrm>
            <a:prstGeom prst="rect">
              <a:avLst/>
            </a:prstGeom>
            <a:noFill/>
            <a:ln w="9525">
              <a:noFill/>
            </a:ln>
          </p:spPr>
          <p:txBody>
            <a:bodyPr wrap="square" anchor="ctr"/>
            <a:lstStyle/>
            <a:p>
              <a:pPr algn="ctr"/>
              <a:r>
                <a:rPr lang="zh-CN" altLang="en-US" sz="3200" b="1" dirty="0">
                  <a:solidFill>
                    <a:schemeClr val="accent1"/>
                  </a:solidFill>
                  <a:latin typeface="Arial" panose="020B0604020202020204" pitchFamily="34" charset="0"/>
                  <a:ea typeface="微软雅黑" panose="020B0503020204020204" charset="-122"/>
                  <a:sym typeface="Arial" panose="020B0604020202020204" pitchFamily="34" charset="0"/>
                </a:rPr>
                <a:t>目录</a:t>
              </a:r>
            </a:p>
          </p:txBody>
        </p:sp>
        <p:grpSp>
          <p:nvGrpSpPr>
            <p:cNvPr id="15362" name="组合 67"/>
            <p:cNvGrpSpPr/>
            <p:nvPr/>
          </p:nvGrpSpPr>
          <p:grpSpPr>
            <a:xfrm>
              <a:off x="7408" y="2335"/>
              <a:ext cx="7597" cy="1605"/>
              <a:chOff x="3508748" y="794949"/>
              <a:chExt cx="4387021" cy="1019333"/>
            </a:xfrm>
          </p:grpSpPr>
          <p:cxnSp>
            <p:nvCxnSpPr>
              <p:cNvPr id="6" name="直接连接符 5"/>
              <p:cNvCxnSpPr/>
              <p:nvPr>
                <p:custDataLst>
                  <p:tags r:id="rId9"/>
                </p:custDataLst>
              </p:nvPr>
            </p:nvCxnSpPr>
            <p:spPr>
              <a:xfrm flipH="1">
                <a:off x="3885645" y="935851"/>
                <a:ext cx="693178" cy="650445"/>
              </a:xfrm>
              <a:prstGeom prst="line">
                <a:avLst/>
              </a:prstGeom>
              <a:ln w="12700">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7" name="任意多边形 6"/>
              <p:cNvSpPr/>
              <p:nvPr>
                <p:custDataLst>
                  <p:tags r:id="rId10"/>
                </p:custDataLst>
              </p:nvPr>
            </p:nvSpPr>
            <p:spPr>
              <a:xfrm>
                <a:off x="3525847" y="1316963"/>
                <a:ext cx="505039" cy="228766"/>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72000" rtlCol="0" anchor="ctr">
                <a:normAutofit fontScale="95000"/>
              </a:bodyPr>
              <a:lstStyle/>
              <a:p>
                <a:pPr algn="ctr" fontAlgn="base"/>
                <a:endParaRPr lang="zh-CN" altLang="en-US" sz="1400" strike="noStrike" noProof="1">
                  <a:solidFill>
                    <a:schemeClr val="accent1">
                      <a:lumMod val="50000"/>
                    </a:schemeClr>
                  </a:solidFill>
                  <a:sym typeface="Arial" panose="020B0604020202020204" pitchFamily="34" charset="0"/>
                </a:endParaRPr>
              </a:p>
            </p:txBody>
          </p:sp>
          <p:sp>
            <p:nvSpPr>
              <p:cNvPr id="15365" name="文本框 7"/>
              <p:cNvSpPr txBox="1"/>
              <p:nvPr>
                <p:custDataLst>
                  <p:tags r:id="rId11"/>
                </p:custDataLst>
              </p:nvPr>
            </p:nvSpPr>
            <p:spPr>
              <a:xfrm>
                <a:off x="4249639" y="1115674"/>
                <a:ext cx="3646130" cy="698608"/>
              </a:xfrm>
              <a:prstGeom prst="rect">
                <a:avLst/>
              </a:prstGeom>
              <a:noFill/>
              <a:ln w="9525">
                <a:noFill/>
              </a:ln>
            </p:spPr>
            <p:txBody>
              <a:bodyPr wrap="square" anchor="ctr"/>
              <a:lstStyle/>
              <a:p>
                <a:r>
                  <a:rPr lang="zh-CN" altLang="zh-CN" sz="2400" dirty="0">
                    <a:solidFill>
                      <a:schemeClr val="accent1"/>
                    </a:solidFill>
                    <a:latin typeface="Arial" panose="020B0604020202020204" pitchFamily="34" charset="0"/>
                    <a:ea typeface="宋体" panose="02010600030101010101" pitchFamily="2" charset="-122"/>
                    <a:sym typeface="Arial" panose="020B0604020202020204" pitchFamily="34" charset="0"/>
                  </a:rPr>
                  <a:t>选题来源与意义</a:t>
                </a:r>
              </a:p>
            </p:txBody>
          </p:sp>
          <p:sp>
            <p:nvSpPr>
              <p:cNvPr id="15366" name="文本框 13"/>
              <p:cNvSpPr txBox="1"/>
              <p:nvPr>
                <p:custDataLst>
                  <p:tags r:id="rId12"/>
                </p:custDataLst>
              </p:nvPr>
            </p:nvSpPr>
            <p:spPr>
              <a:xfrm>
                <a:off x="3508748" y="794949"/>
                <a:ext cx="536523" cy="522014"/>
              </a:xfrm>
              <a:prstGeom prst="rect">
                <a:avLst/>
              </a:prstGeom>
              <a:noFill/>
              <a:ln w="9525">
                <a:noFill/>
              </a:ln>
            </p:spPr>
            <p:txBody>
              <a:bodyPr wrap="square" lIns="0" tIns="0" rIns="0" bIns="0" anchor="b"/>
              <a:lstStyle/>
              <a:p>
                <a:pPr algn="ctr"/>
                <a:r>
                  <a:rPr lang="da-DK" altLang="zh-CN">
                    <a:solidFill>
                      <a:srgbClr val="000000"/>
                    </a:solidFill>
                    <a:latin typeface="Arial" panose="020B0604020202020204" pitchFamily="34" charset="0"/>
                    <a:ea typeface="宋体" panose="02010600030101010101" pitchFamily="2" charset="-122"/>
                    <a:sym typeface="Arial" panose="020B0604020202020204" pitchFamily="34" charset="0"/>
                  </a:rPr>
                  <a:t>A</a:t>
                </a:r>
                <a:endParaRPr lang="zh-CN" altLang="en-US">
                  <a:solidFill>
                    <a:srgbClr val="000000"/>
                  </a:solidFill>
                  <a:latin typeface="Arial" panose="020B0604020202020204" pitchFamily="34" charset="0"/>
                  <a:ea typeface="宋体" panose="02010600030101010101" pitchFamily="2" charset="-122"/>
                  <a:sym typeface="Arial" panose="020B0604020202020204" pitchFamily="34" charset="0"/>
                </a:endParaRPr>
              </a:p>
            </p:txBody>
          </p:sp>
        </p:grpSp>
        <p:grpSp>
          <p:nvGrpSpPr>
            <p:cNvPr id="15367" name="组合 68"/>
            <p:cNvGrpSpPr/>
            <p:nvPr/>
          </p:nvGrpSpPr>
          <p:grpSpPr>
            <a:xfrm>
              <a:off x="7408" y="3895"/>
              <a:ext cx="6907" cy="1605"/>
              <a:chOff x="3508748" y="1649828"/>
              <a:chExt cx="4387215" cy="1019810"/>
            </a:xfrm>
          </p:grpSpPr>
          <p:cxnSp>
            <p:nvCxnSpPr>
              <p:cNvPr id="44" name="直接连接符 43"/>
              <p:cNvCxnSpPr/>
              <p:nvPr>
                <p:custDataLst>
                  <p:tags r:id="rId5"/>
                </p:custDataLst>
              </p:nvPr>
            </p:nvCxnSpPr>
            <p:spPr>
              <a:xfrm flipH="1">
                <a:off x="3885645" y="1790730"/>
                <a:ext cx="693178" cy="650445"/>
              </a:xfrm>
              <a:prstGeom prst="line">
                <a:avLst/>
              </a:prstGeom>
              <a:ln w="127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45" name="任意多边形 44"/>
              <p:cNvSpPr/>
              <p:nvPr>
                <p:custDataLst>
                  <p:tags r:id="rId6"/>
                </p:custDataLst>
              </p:nvPr>
            </p:nvSpPr>
            <p:spPr>
              <a:xfrm>
                <a:off x="3525847" y="2171842"/>
                <a:ext cx="505039" cy="228766"/>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72000" rtlCol="0" anchor="ctr">
                <a:normAutofit fontScale="95000"/>
              </a:bodyPr>
              <a:lstStyle/>
              <a:p>
                <a:pPr algn="ctr" fontAlgn="base"/>
                <a:endParaRPr lang="zh-CN" altLang="en-US" sz="1400" strike="noStrike" noProof="1">
                  <a:solidFill>
                    <a:schemeClr val="accent1">
                      <a:lumMod val="50000"/>
                    </a:schemeClr>
                  </a:solidFill>
                  <a:sym typeface="Arial" panose="020B0604020202020204" pitchFamily="34" charset="0"/>
                </a:endParaRPr>
              </a:p>
            </p:txBody>
          </p:sp>
          <p:sp>
            <p:nvSpPr>
              <p:cNvPr id="15370" name="文本框 45"/>
              <p:cNvSpPr txBox="1"/>
              <p:nvPr>
                <p:custDataLst>
                  <p:tags r:id="rId7"/>
                </p:custDataLst>
              </p:nvPr>
            </p:nvSpPr>
            <p:spPr>
              <a:xfrm>
                <a:off x="4249793" y="1960978"/>
                <a:ext cx="3646170" cy="708660"/>
              </a:xfrm>
              <a:prstGeom prst="rect">
                <a:avLst/>
              </a:prstGeom>
              <a:noFill/>
              <a:ln w="9525">
                <a:noFill/>
              </a:ln>
            </p:spPr>
            <p:txBody>
              <a:bodyPr wrap="square" anchor="ctr"/>
              <a:lstStyle/>
              <a:p>
                <a:pPr>
                  <a:lnSpc>
                    <a:spcPct val="80000"/>
                  </a:lnSpc>
                </a:pPr>
                <a:r>
                  <a:rPr lang="zh-CN" altLang="en-US" sz="2400" dirty="0">
                    <a:solidFill>
                      <a:schemeClr val="accent2"/>
                    </a:solidFill>
                    <a:latin typeface="Arial" panose="020B0604020202020204" pitchFamily="34" charset="0"/>
                    <a:ea typeface="宋体" panose="02010600030101010101" pitchFamily="2" charset="-122"/>
                    <a:sym typeface="Arial" panose="020B0604020202020204" pitchFamily="34" charset="0"/>
                  </a:rPr>
                  <a:t>相关研究现状分析</a:t>
                </a:r>
              </a:p>
            </p:txBody>
          </p:sp>
          <p:sp>
            <p:nvSpPr>
              <p:cNvPr id="15371" name="文本框 46"/>
              <p:cNvSpPr txBox="1"/>
              <p:nvPr>
                <p:custDataLst>
                  <p:tags r:id="rId8"/>
                </p:custDataLst>
              </p:nvPr>
            </p:nvSpPr>
            <p:spPr>
              <a:xfrm>
                <a:off x="3508748" y="1649828"/>
                <a:ext cx="536523" cy="522014"/>
              </a:xfrm>
              <a:prstGeom prst="rect">
                <a:avLst/>
              </a:prstGeom>
              <a:noFill/>
              <a:ln w="9525">
                <a:noFill/>
              </a:ln>
            </p:spPr>
            <p:txBody>
              <a:bodyPr wrap="square" lIns="0" tIns="0" rIns="0" bIns="0" anchor="b"/>
              <a:lstStyle/>
              <a:p>
                <a:pPr algn="ctr"/>
                <a:r>
                  <a:rPr lang="en-US" altLang="zh-CN">
                    <a:solidFill>
                      <a:srgbClr val="000000"/>
                    </a:solidFill>
                    <a:latin typeface="Arial" panose="020B0604020202020204" pitchFamily="34" charset="0"/>
                    <a:ea typeface="宋体" panose="02010600030101010101" pitchFamily="2" charset="-122"/>
                    <a:sym typeface="Arial" panose="020B0604020202020204" pitchFamily="34" charset="0"/>
                  </a:rPr>
                  <a:t>B</a:t>
                </a:r>
                <a:endParaRPr lang="zh-CN" altLang="en-US">
                  <a:solidFill>
                    <a:srgbClr val="000000"/>
                  </a:solidFill>
                  <a:latin typeface="Arial" panose="020B0604020202020204" pitchFamily="34" charset="0"/>
                  <a:ea typeface="宋体" panose="02010600030101010101" pitchFamily="2" charset="-122"/>
                  <a:sym typeface="Arial" panose="020B0604020202020204" pitchFamily="34" charset="0"/>
                </a:endParaRPr>
              </a:p>
            </p:txBody>
          </p:sp>
        </p:grpSp>
        <p:cxnSp>
          <p:nvCxnSpPr>
            <p:cNvPr id="3" name="直接连接符 2"/>
            <p:cNvCxnSpPr/>
            <p:nvPr>
              <p:custDataLst>
                <p:tags r:id="rId3"/>
              </p:custDataLst>
            </p:nvPr>
          </p:nvCxnSpPr>
          <p:spPr>
            <a:xfrm flipH="1">
              <a:off x="8001" y="5677"/>
              <a:ext cx="1091" cy="1026"/>
            </a:xfrm>
            <a:prstGeom prst="line">
              <a:avLst/>
            </a:prstGeom>
            <a:ln w="12700">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custDataLst>
                <p:tags r:id="rId4"/>
              </p:custDataLst>
            </p:nvPr>
          </p:nvCxnSpPr>
          <p:spPr>
            <a:xfrm flipH="1">
              <a:off x="8001" y="7239"/>
              <a:ext cx="1091" cy="1024"/>
            </a:xfrm>
            <a:prstGeom prst="line">
              <a:avLst/>
            </a:prstGeom>
            <a:ln w="127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grpSp>
      <p:pic>
        <p:nvPicPr>
          <p:cNvPr id="15" name="图片 14" descr="timg"/>
          <p:cNvPicPr>
            <a:picLocks noChangeAspect="1"/>
          </p:cNvPicPr>
          <p:nvPr/>
        </p:nvPicPr>
        <p:blipFill>
          <a:blip r:embed="rId23"/>
          <a:stretch>
            <a:fillRect/>
          </a:stretch>
        </p:blipFill>
        <p:spPr>
          <a:xfrm>
            <a:off x="9907270" y="2540"/>
            <a:ext cx="2282190" cy="992505"/>
          </a:xfrm>
          <a:prstGeom prst="rect">
            <a:avLst/>
          </a:prstGeom>
        </p:spPr>
      </p:pic>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custDataLst>
              <p:tags r:id="rId2"/>
            </p:custDataLst>
          </p:nvPr>
        </p:nvSpPr>
        <p:spPr>
          <a:xfrm>
            <a:off x="641985" y="52070"/>
            <a:ext cx="2857500" cy="417830"/>
          </a:xfrm>
        </p:spPr>
        <p:txBody>
          <a:bodyPr lIns="0" tIns="0" rIns="0" bIns="0" anchor="ctr" anchorCtr="1">
            <a:normAutofit fontScale="90000"/>
          </a:bodyPr>
          <a:lstStyle/>
          <a:p>
            <a:r>
              <a:rPr lang="zh-CN" altLang="en-US" dirty="0">
                <a:solidFill>
                  <a:srgbClr val="C00000"/>
                </a:solidFill>
              </a:rPr>
              <a:t>选题来源与意义</a:t>
            </a:r>
          </a:p>
        </p:txBody>
      </p:sp>
      <p:sp>
        <p:nvSpPr>
          <p:cNvPr id="2" name="文本占位符 1"/>
          <p:cNvSpPr>
            <a:spLocks noGrp="1"/>
          </p:cNvSpPr>
          <p:nvPr>
            <p:ph type="body" sz="half" idx="2"/>
            <p:custDataLst>
              <p:tags r:id="rId3"/>
            </p:custDataLst>
          </p:nvPr>
        </p:nvSpPr>
        <p:spPr>
          <a:xfrm>
            <a:off x="299085" y="1608455"/>
            <a:ext cx="5202555" cy="4395470"/>
          </a:xfrm>
        </p:spPr>
        <p:txBody>
          <a:bodyPr/>
          <a:lstStyle/>
          <a:p>
            <a:r>
              <a:rPr lang="zh-CN" altLang="en-US" sz="1600" dirty="0">
                <a:latin typeface="宋体" panose="02010600030101010101" pitchFamily="2" charset="-122"/>
                <a:ea typeface="宋体" panose="02010600030101010101" pitchFamily="2" charset="-122"/>
                <a:cs typeface="宋体" panose="02010600030101010101" pitchFamily="2" charset="-122"/>
              </a:rPr>
              <a:t>地震勘探是高性能计算最重要的领域之一。其数据采集常以</a:t>
            </a:r>
            <a:r>
              <a:rPr lang="en-US" altLang="zh-CN" sz="1600" dirty="0">
                <a:latin typeface="宋体" panose="02010600030101010101" pitchFamily="2" charset="-122"/>
                <a:ea typeface="宋体" panose="02010600030101010101" pitchFamily="2" charset="-122"/>
                <a:cs typeface="宋体" panose="02010600030101010101" pitchFamily="2" charset="-122"/>
              </a:rPr>
              <a:t>PB</a:t>
            </a:r>
            <a:r>
              <a:rPr lang="zh-CN" altLang="en-US" sz="1600" dirty="0">
                <a:latin typeface="宋体" panose="02010600030101010101" pitchFamily="2" charset="-122"/>
                <a:ea typeface="宋体" panose="02010600030101010101" pitchFamily="2" charset="-122"/>
                <a:cs typeface="宋体" panose="02010600030101010101" pitchFamily="2" charset="-122"/>
              </a:rPr>
              <a:t>计量。且随着勘探技术的发展，数据量仍在进一步增加。</a:t>
            </a:r>
            <a:endParaRPr lang="zh-CN" altLang="en-US" dirty="0">
              <a:latin typeface="黑体" panose="02010609060101010101" charset="-122"/>
              <a:ea typeface="黑体" panose="02010609060101010101" charset="-122"/>
              <a:cs typeface="黑体" panose="02010609060101010101" charset="-122"/>
            </a:endParaRPr>
          </a:p>
          <a:p>
            <a:endParaRPr lang="zh-CN" altLang="en-US" dirty="0">
              <a:latin typeface="黑体" panose="02010609060101010101" charset="-122"/>
              <a:ea typeface="黑体" panose="02010609060101010101" charset="-122"/>
              <a:cs typeface="黑体" panose="02010609060101010101" charset="-122"/>
            </a:endParaRPr>
          </a:p>
          <a:p>
            <a:endParaRPr lang="zh-CN" altLang="en-US" dirty="0">
              <a:latin typeface="黑体" panose="02010609060101010101" charset="-122"/>
              <a:ea typeface="黑体" panose="02010609060101010101" charset="-122"/>
              <a:cs typeface="黑体" panose="02010609060101010101" charset="-122"/>
            </a:endParaRPr>
          </a:p>
          <a:p>
            <a:r>
              <a:rPr lang="zh-CN" altLang="en-US" sz="1600" dirty="0">
                <a:latin typeface="宋体" panose="02010600030101010101" pitchFamily="2" charset="-122"/>
                <a:ea typeface="宋体" panose="02010600030101010101" pitchFamily="2" charset="-122"/>
                <a:cs typeface="黑体" panose="02010609060101010101" charset="-122"/>
              </a:rPr>
              <a:t>短时间内进行出色的地下油藏描述和反演定位难度进一步加大。</a:t>
            </a:r>
            <a:endParaRPr lang="zh-CN" altLang="en-US" dirty="0">
              <a:latin typeface="黑体" panose="02010609060101010101" charset="-122"/>
              <a:ea typeface="黑体" panose="02010609060101010101" charset="-122"/>
              <a:cs typeface="黑体" panose="02010609060101010101" charset="-122"/>
            </a:endParaRPr>
          </a:p>
          <a:p>
            <a:endParaRPr lang="zh-CN" altLang="en-US" dirty="0">
              <a:latin typeface="黑体" panose="02010609060101010101" charset="-122"/>
              <a:ea typeface="黑体" panose="02010609060101010101" charset="-122"/>
              <a:cs typeface="黑体" panose="02010609060101010101" charset="-122"/>
            </a:endParaRPr>
          </a:p>
          <a:p>
            <a:endParaRPr lang="zh-CN" altLang="en-US" dirty="0">
              <a:latin typeface="黑体" panose="02010609060101010101" charset="-122"/>
              <a:ea typeface="黑体" panose="02010609060101010101" charset="-122"/>
              <a:cs typeface="黑体" panose="02010609060101010101" charset="-122"/>
            </a:endParaRPr>
          </a:p>
          <a:p>
            <a:r>
              <a:rPr lang="zh-CN" altLang="en-US" sz="1600" dirty="0">
                <a:latin typeface="宋体" panose="02010600030101010101" pitchFamily="2" charset="-122"/>
                <a:ea typeface="宋体" panose="02010600030101010101" pitchFamily="2" charset="-122"/>
                <a:cs typeface="宋体" panose="02010600030101010101" pitchFamily="2" charset="-122"/>
              </a:rPr>
              <a:t>需要研发面向 E 级计算的能源勘探行业的应用软件系统，提供缓解能源之痛的治本良方。</a:t>
            </a:r>
          </a:p>
        </p:txBody>
      </p:sp>
      <p:grpSp>
        <p:nvGrpSpPr>
          <p:cNvPr id="21506" name="组合 7"/>
          <p:cNvGrpSpPr/>
          <p:nvPr/>
        </p:nvGrpSpPr>
        <p:grpSpPr>
          <a:xfrm>
            <a:off x="166370" y="208280"/>
            <a:ext cx="366395" cy="193040"/>
            <a:chOff x="1990725" y="838200"/>
            <a:chExt cx="295275" cy="142875"/>
          </a:xfrm>
        </p:grpSpPr>
        <p:cxnSp>
          <p:nvCxnSpPr>
            <p:cNvPr id="4" name="直接连接符 3"/>
            <p:cNvCxnSpPr/>
            <p:nvPr>
              <p:custDataLst>
                <p:tags r:id="rId4"/>
              </p:custDataLst>
            </p:nvPr>
          </p:nvCxnSpPr>
          <p:spPr>
            <a:xfrm>
              <a:off x="1990725" y="838200"/>
              <a:ext cx="295275"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5"/>
              </p:custDataLst>
            </p:nvPr>
          </p:nvCxnSpPr>
          <p:spPr>
            <a:xfrm>
              <a:off x="1990725" y="909637"/>
              <a:ext cx="295275"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custDataLst>
                <p:tags r:id="rId6"/>
              </p:custDataLst>
            </p:nvPr>
          </p:nvCxnSpPr>
          <p:spPr>
            <a:xfrm>
              <a:off x="1990725" y="981075"/>
              <a:ext cx="295275"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36" name="组合 35"/>
          <p:cNvGrpSpPr/>
          <p:nvPr/>
        </p:nvGrpSpPr>
        <p:grpSpPr>
          <a:xfrm>
            <a:off x="5478780" y="994410"/>
            <a:ext cx="6239510" cy="5823585"/>
            <a:chOff x="8664" y="740"/>
            <a:chExt cx="10161" cy="9764"/>
          </a:xfrm>
        </p:grpSpPr>
        <p:sp>
          <p:nvSpPr>
            <p:cNvPr id="13" name="竖卷形 12"/>
            <p:cNvSpPr/>
            <p:nvPr/>
          </p:nvSpPr>
          <p:spPr>
            <a:xfrm>
              <a:off x="8664" y="740"/>
              <a:ext cx="10161" cy="9764"/>
            </a:xfrm>
            <a:prstGeom prst="verticalScroll">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p:cNvSpPr txBox="1"/>
            <p:nvPr/>
          </p:nvSpPr>
          <p:spPr>
            <a:xfrm>
              <a:off x="10564" y="1995"/>
              <a:ext cx="6356" cy="1907"/>
            </a:xfrm>
            <a:prstGeom prst="rect">
              <a:avLst/>
            </a:prstGeom>
            <a:noFill/>
          </p:spPr>
          <p:txBody>
            <a:bodyPr wrap="square" rtlCol="0">
              <a:spAutoFit/>
            </a:bodyPr>
            <a:lstStyle/>
            <a:p>
              <a:pPr algn="ctr"/>
              <a:r>
                <a:rPr lang="zh-CN" altLang="en-US" sz="2000" b="1">
                  <a:solidFill>
                    <a:srgbClr val="FF0000"/>
                  </a:solidFill>
                </a:rPr>
                <a:t>国家重点研发计划</a:t>
              </a:r>
              <a:endParaRPr lang="zh-CN" altLang="en-US" sz="1400" b="1">
                <a:solidFill>
                  <a:srgbClr val="FF0000"/>
                </a:solidFill>
              </a:endParaRPr>
            </a:p>
            <a:p>
              <a:pPr algn="ctr"/>
              <a:endParaRPr lang="zh-CN" altLang="en-US" sz="1600" b="1"/>
            </a:p>
            <a:p>
              <a:pPr algn="ctr"/>
              <a:r>
                <a:rPr lang="en-US" altLang="zh-CN" sz="1600" b="1">
                  <a:latin typeface="宋体" panose="02010600030101010101" pitchFamily="2" charset="-122"/>
                  <a:ea typeface="宋体" panose="02010600030101010101" pitchFamily="2" charset="-122"/>
                  <a:cs typeface="宋体" panose="02010600030101010101" pitchFamily="2" charset="-122"/>
                </a:rPr>
                <a:t>“面向 E 级计算的能源勘探高性能应用软件系统与示范”</a:t>
              </a:r>
            </a:p>
          </p:txBody>
        </p:sp>
        <p:sp>
          <p:nvSpPr>
            <p:cNvPr id="15" name="文本框 14"/>
            <p:cNvSpPr txBox="1"/>
            <p:nvPr/>
          </p:nvSpPr>
          <p:spPr>
            <a:xfrm>
              <a:off x="9965" y="4013"/>
              <a:ext cx="6222" cy="514"/>
            </a:xfrm>
            <a:prstGeom prst="rect">
              <a:avLst/>
            </a:prstGeom>
            <a:noFill/>
          </p:spPr>
          <p:txBody>
            <a:bodyPr wrap="square" rtlCol="0">
              <a:spAutoFit/>
            </a:bodyPr>
            <a:lstStyle/>
            <a:p>
              <a:r>
                <a:rPr lang="zh-CN" altLang="en-US" sz="1400" b="1">
                  <a:latin typeface="宋体" panose="02010600030101010101" pitchFamily="2" charset="-122"/>
                  <a:ea typeface="宋体" panose="02010600030101010101" pitchFamily="2" charset="-122"/>
                  <a:cs typeface="宋体" panose="02010600030101010101" pitchFamily="2" charset="-122"/>
                </a:rPr>
                <a:t>课题一：面向</a:t>
              </a:r>
              <a:r>
                <a:rPr lang="en-US" altLang="zh-CN" sz="1400" b="1">
                  <a:latin typeface="宋体" panose="02010600030101010101" pitchFamily="2" charset="-122"/>
                  <a:ea typeface="宋体" panose="02010600030101010101" pitchFamily="2" charset="-122"/>
                  <a:cs typeface="宋体" panose="02010600030101010101" pitchFamily="2" charset="-122"/>
                </a:rPr>
                <a:t>E</a:t>
              </a:r>
              <a:r>
                <a:rPr lang="zh-CN" altLang="en-US" sz="1400" b="1">
                  <a:latin typeface="宋体" panose="02010600030101010101" pitchFamily="2" charset="-122"/>
                  <a:ea typeface="宋体" panose="02010600030101010101" pitchFamily="2" charset="-122"/>
                  <a:cs typeface="宋体" panose="02010600030101010101" pitchFamily="2" charset="-122"/>
                </a:rPr>
                <a:t>级计算的能源勘探软件架构</a:t>
              </a:r>
            </a:p>
          </p:txBody>
        </p:sp>
        <p:grpSp>
          <p:nvGrpSpPr>
            <p:cNvPr id="23" name="组合 22"/>
            <p:cNvGrpSpPr/>
            <p:nvPr/>
          </p:nvGrpSpPr>
          <p:grpSpPr>
            <a:xfrm>
              <a:off x="10679" y="4856"/>
              <a:ext cx="5944" cy="938"/>
              <a:chOff x="11345" y="4280"/>
              <a:chExt cx="5944" cy="938"/>
            </a:xfrm>
          </p:grpSpPr>
          <p:cxnSp>
            <p:nvCxnSpPr>
              <p:cNvPr id="16" name="直接连接符 15"/>
              <p:cNvCxnSpPr/>
              <p:nvPr/>
            </p:nvCxnSpPr>
            <p:spPr>
              <a:xfrm>
                <a:off x="11345" y="4280"/>
                <a:ext cx="5906" cy="19"/>
              </a:xfrm>
              <a:prstGeom prst="line">
                <a:avLst/>
              </a:prstGeom>
              <a:ln w="19050">
                <a:solidFill>
                  <a:schemeClr val="accent6">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11383" y="4893"/>
                <a:ext cx="5906" cy="19"/>
              </a:xfrm>
              <a:prstGeom prst="line">
                <a:avLst/>
              </a:prstGeom>
              <a:ln w="19050">
                <a:solidFill>
                  <a:schemeClr val="accent6">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11402" y="5184"/>
                <a:ext cx="5850" cy="34"/>
              </a:xfrm>
              <a:prstGeom prst="line">
                <a:avLst/>
              </a:prstGeom>
              <a:ln w="19050">
                <a:solidFill>
                  <a:schemeClr val="accent6">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flipV="1">
                <a:off x="11364" y="4595"/>
                <a:ext cx="4239" cy="3"/>
              </a:xfrm>
              <a:prstGeom prst="line">
                <a:avLst/>
              </a:prstGeom>
              <a:ln w="19050">
                <a:solidFill>
                  <a:schemeClr val="accent6">
                    <a:lumMod val="50000"/>
                  </a:schemeClr>
                </a:solidFill>
                <a:prstDash val="dash"/>
              </a:ln>
            </p:spPr>
            <p:style>
              <a:lnRef idx="1">
                <a:schemeClr val="accent1"/>
              </a:lnRef>
              <a:fillRef idx="0">
                <a:schemeClr val="accent1"/>
              </a:fillRef>
              <a:effectRef idx="0">
                <a:schemeClr val="accent1"/>
              </a:effectRef>
              <a:fontRef idx="minor">
                <a:schemeClr val="tx1"/>
              </a:fontRef>
            </p:style>
          </p:cxnSp>
        </p:grpSp>
        <p:grpSp>
          <p:nvGrpSpPr>
            <p:cNvPr id="24" name="组合 23"/>
            <p:cNvGrpSpPr/>
            <p:nvPr/>
          </p:nvGrpSpPr>
          <p:grpSpPr>
            <a:xfrm>
              <a:off x="10679" y="8991"/>
              <a:ext cx="5963" cy="938"/>
              <a:chOff x="11345" y="4280"/>
              <a:chExt cx="5963" cy="938"/>
            </a:xfrm>
          </p:grpSpPr>
          <p:cxnSp>
            <p:nvCxnSpPr>
              <p:cNvPr id="25" name="直接连接符 24"/>
              <p:cNvCxnSpPr/>
              <p:nvPr/>
            </p:nvCxnSpPr>
            <p:spPr>
              <a:xfrm>
                <a:off x="11402" y="4280"/>
                <a:ext cx="5906" cy="19"/>
              </a:xfrm>
              <a:prstGeom prst="line">
                <a:avLst/>
              </a:prstGeom>
              <a:ln w="19050">
                <a:solidFill>
                  <a:schemeClr val="accent6">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11364" y="4893"/>
                <a:ext cx="5906" cy="19"/>
              </a:xfrm>
              <a:prstGeom prst="line">
                <a:avLst/>
              </a:prstGeom>
              <a:ln w="19050">
                <a:solidFill>
                  <a:schemeClr val="accent6">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11345" y="5184"/>
                <a:ext cx="5850" cy="34"/>
              </a:xfrm>
              <a:prstGeom prst="line">
                <a:avLst/>
              </a:prstGeom>
              <a:ln w="19050">
                <a:solidFill>
                  <a:schemeClr val="accent6">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flipV="1">
                <a:off x="11383" y="4595"/>
                <a:ext cx="4239" cy="3"/>
              </a:xfrm>
              <a:prstGeom prst="line">
                <a:avLst/>
              </a:prstGeom>
              <a:ln w="19050">
                <a:solidFill>
                  <a:schemeClr val="accent6">
                    <a:lumMod val="50000"/>
                  </a:schemeClr>
                </a:solidFill>
                <a:prstDash val="dash"/>
              </a:ln>
            </p:spPr>
            <p:style>
              <a:lnRef idx="1">
                <a:schemeClr val="accent1"/>
              </a:lnRef>
              <a:fillRef idx="0">
                <a:schemeClr val="accent1"/>
              </a:fillRef>
              <a:effectRef idx="0">
                <a:schemeClr val="accent1"/>
              </a:effectRef>
              <a:fontRef idx="minor">
                <a:schemeClr val="tx1"/>
              </a:fontRef>
            </p:style>
          </p:cxnSp>
        </p:grpSp>
        <p:sp>
          <p:nvSpPr>
            <p:cNvPr id="29" name="文本框 28"/>
            <p:cNvSpPr txBox="1"/>
            <p:nvPr/>
          </p:nvSpPr>
          <p:spPr>
            <a:xfrm>
              <a:off x="10599" y="5993"/>
              <a:ext cx="6114" cy="462"/>
            </a:xfrm>
            <a:prstGeom prst="rect">
              <a:avLst/>
            </a:prstGeom>
            <a:noFill/>
          </p:spPr>
          <p:txBody>
            <a:bodyPr wrap="square" rtlCol="0">
              <a:spAutoFit/>
            </a:bodyPr>
            <a:lstStyle/>
            <a:p>
              <a:r>
                <a:rPr lang="zh-CN" altLang="en-US" sz="1200" b="1">
                  <a:latin typeface="微软雅黑" panose="020B0503020204020204" charset="-122"/>
                  <a:ea typeface="微软雅黑" panose="020B0503020204020204" charset="-122"/>
                  <a:cs typeface="微软雅黑" panose="020B0503020204020204" charset="-122"/>
                </a:rPr>
                <a:t>任务</a:t>
              </a:r>
              <a:r>
                <a:rPr lang="en-US" altLang="zh-CN" sz="1200" b="1">
                  <a:latin typeface="微软雅黑" panose="020B0503020204020204" charset="-122"/>
                  <a:ea typeface="微软雅黑" panose="020B0503020204020204" charset="-122"/>
                  <a:cs typeface="微软雅黑" panose="020B0503020204020204" charset="-122"/>
                </a:rPr>
                <a:t>3</a:t>
              </a:r>
              <a:r>
                <a:rPr lang="zh-CN" altLang="en-US" sz="1200" b="1">
                  <a:latin typeface="微软雅黑" panose="020B0503020204020204" charset="-122"/>
                  <a:ea typeface="微软雅黑" panose="020B0503020204020204" charset="-122"/>
                  <a:cs typeface="微软雅黑" panose="020B0503020204020204" charset="-122"/>
                </a:rPr>
                <a:t>：</a:t>
              </a:r>
              <a:r>
                <a:rPr lang="zh-CN" altLang="en-US" sz="1200" b="1">
                  <a:latin typeface="微软雅黑" panose="020B0503020204020204" charset="-122"/>
                  <a:ea typeface="微软雅黑" panose="020B0503020204020204" charset="-122"/>
                  <a:cs typeface="微软雅黑" panose="020B0503020204020204" charset="-122"/>
                  <a:sym typeface="+mn-ea"/>
                </a:rPr>
                <a:t>面向</a:t>
              </a:r>
              <a:r>
                <a:rPr lang="en-US" altLang="zh-CN" sz="1200" b="1">
                  <a:latin typeface="微软雅黑" panose="020B0503020204020204" charset="-122"/>
                  <a:ea typeface="微软雅黑" panose="020B0503020204020204" charset="-122"/>
                  <a:cs typeface="微软雅黑" panose="020B0503020204020204" charset="-122"/>
                  <a:sym typeface="+mn-ea"/>
                </a:rPr>
                <a:t>E</a:t>
              </a:r>
              <a:r>
                <a:rPr lang="zh-CN" altLang="en-US" sz="1200" b="1">
                  <a:latin typeface="微软雅黑" panose="020B0503020204020204" charset="-122"/>
                  <a:ea typeface="微软雅黑" panose="020B0503020204020204" charset="-122"/>
                  <a:cs typeface="微软雅黑" panose="020B0503020204020204" charset="-122"/>
                  <a:sym typeface="+mn-ea"/>
                </a:rPr>
                <a:t>级计算的能源勘探应用软件并行化策略</a:t>
              </a:r>
              <a:endParaRPr lang="zh-CN" altLang="en-US" sz="1200">
                <a:latin typeface="微软雅黑" panose="020B0503020204020204" charset="-122"/>
                <a:ea typeface="微软雅黑" panose="020B0503020204020204" charset="-122"/>
                <a:cs typeface="微软雅黑" panose="020B0503020204020204" charset="-122"/>
              </a:endParaRPr>
            </a:p>
          </p:txBody>
        </p:sp>
        <p:sp>
          <p:nvSpPr>
            <p:cNvPr id="30" name="文本框 29"/>
            <p:cNvSpPr txBox="1"/>
            <p:nvPr/>
          </p:nvSpPr>
          <p:spPr>
            <a:xfrm>
              <a:off x="10778" y="6455"/>
              <a:ext cx="6192" cy="2320"/>
            </a:xfrm>
            <a:prstGeom prst="rect">
              <a:avLst/>
            </a:prstGeom>
            <a:noFill/>
          </p:spPr>
          <p:txBody>
            <a:bodyPr wrap="square" rtlCol="0">
              <a:spAutoFit/>
            </a:bodyPr>
            <a:lstStyle/>
            <a:p>
              <a:pPr algn="l">
                <a:lnSpc>
                  <a:spcPct val="150000"/>
                </a:lnSpc>
              </a:pPr>
              <a:r>
                <a:rPr lang="zh-CN" altLang="en-US" sz="1400">
                  <a:latin typeface="宋体" panose="02010600030101010101" pitchFamily="2" charset="-122"/>
                  <a:ea typeface="宋体" panose="02010600030101010101" pitchFamily="2" charset="-122"/>
                  <a:cs typeface="宋体" panose="02010600030101010101" pitchFamily="2" charset="-122"/>
                </a:rPr>
                <a:t>研究一种适合能源勘探领域专用的并行化标记语言和代码生成工具，建立标记语言与并行混合编程模型之间的映射，实现能源勘探程序到E级计算平台上并行程序的自动生成。</a:t>
              </a:r>
            </a:p>
          </p:txBody>
        </p:sp>
      </p:grpSp>
      <p:grpSp>
        <p:nvGrpSpPr>
          <p:cNvPr id="42" name="组合 41"/>
          <p:cNvGrpSpPr/>
          <p:nvPr/>
        </p:nvGrpSpPr>
        <p:grpSpPr>
          <a:xfrm>
            <a:off x="2392680" y="2534920"/>
            <a:ext cx="830580" cy="2045970"/>
            <a:chOff x="3768" y="3074"/>
            <a:chExt cx="1308" cy="3989"/>
          </a:xfrm>
        </p:grpSpPr>
        <p:sp>
          <p:nvSpPr>
            <p:cNvPr id="135" name=" 135"/>
            <p:cNvSpPr/>
            <p:nvPr/>
          </p:nvSpPr>
          <p:spPr>
            <a:xfrm rot="5400000">
              <a:off x="3243" y="3599"/>
              <a:ext cx="1350" cy="300"/>
            </a:xfrm>
            <a:custGeom>
              <a:avLst/>
              <a:gdLst>
                <a:gd name="connsiteX0" fmla="*/ 4381875 w 6516714"/>
                <a:gd name="connsiteY0" fmla="*/ 0 h 2476413"/>
                <a:gd name="connsiteX1" fmla="*/ 6516714 w 6516714"/>
                <a:gd name="connsiteY1" fmla="*/ 1238208 h 2476413"/>
                <a:gd name="connsiteX2" fmla="*/ 4381875 w 6516714"/>
                <a:gd name="connsiteY2" fmla="*/ 2476413 h 2476413"/>
                <a:gd name="connsiteX3" fmla="*/ 4381875 w 6516714"/>
                <a:gd name="connsiteY3" fmla="*/ 2456682 h 2476413"/>
                <a:gd name="connsiteX4" fmla="*/ 4855462 w 6516714"/>
                <a:gd name="connsiteY4" fmla="*/ 1644997 h 2476413"/>
                <a:gd name="connsiteX5" fmla="*/ 0 w 6516714"/>
                <a:gd name="connsiteY5" fmla="*/ 1238206 h 2476413"/>
                <a:gd name="connsiteX6" fmla="*/ 4855461 w 6516714"/>
                <a:gd name="connsiteY6" fmla="*/ 831415 h 2476413"/>
                <a:gd name="connsiteX7" fmla="*/ 4381875 w 6516714"/>
                <a:gd name="connsiteY7" fmla="*/ 19731 h 2476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516714" h="2476413">
                  <a:moveTo>
                    <a:pt x="4381875" y="0"/>
                  </a:moveTo>
                  <a:lnTo>
                    <a:pt x="6516714" y="1238208"/>
                  </a:lnTo>
                  <a:lnTo>
                    <a:pt x="4381875" y="2476413"/>
                  </a:lnTo>
                  <a:lnTo>
                    <a:pt x="4381875" y="2456682"/>
                  </a:lnTo>
                  <a:lnTo>
                    <a:pt x="4855462" y="1644997"/>
                  </a:lnTo>
                  <a:lnTo>
                    <a:pt x="0" y="1238206"/>
                  </a:lnTo>
                  <a:lnTo>
                    <a:pt x="4855461" y="831415"/>
                  </a:lnTo>
                  <a:lnTo>
                    <a:pt x="4381875" y="19731"/>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
          <p:nvSpPr>
            <p:cNvPr id="32" name=" 135"/>
            <p:cNvSpPr/>
            <p:nvPr/>
          </p:nvSpPr>
          <p:spPr>
            <a:xfrm rot="5400000">
              <a:off x="3243" y="6238"/>
              <a:ext cx="1350" cy="300"/>
            </a:xfrm>
            <a:custGeom>
              <a:avLst/>
              <a:gdLst>
                <a:gd name="connsiteX0" fmla="*/ 4381875 w 6516714"/>
                <a:gd name="connsiteY0" fmla="*/ 0 h 2476413"/>
                <a:gd name="connsiteX1" fmla="*/ 6516714 w 6516714"/>
                <a:gd name="connsiteY1" fmla="*/ 1238208 h 2476413"/>
                <a:gd name="connsiteX2" fmla="*/ 4381875 w 6516714"/>
                <a:gd name="connsiteY2" fmla="*/ 2476413 h 2476413"/>
                <a:gd name="connsiteX3" fmla="*/ 4381875 w 6516714"/>
                <a:gd name="connsiteY3" fmla="*/ 2456682 h 2476413"/>
                <a:gd name="connsiteX4" fmla="*/ 4855462 w 6516714"/>
                <a:gd name="connsiteY4" fmla="*/ 1644997 h 2476413"/>
                <a:gd name="connsiteX5" fmla="*/ 0 w 6516714"/>
                <a:gd name="connsiteY5" fmla="*/ 1238206 h 2476413"/>
                <a:gd name="connsiteX6" fmla="*/ 4855461 w 6516714"/>
                <a:gd name="connsiteY6" fmla="*/ 831415 h 2476413"/>
                <a:gd name="connsiteX7" fmla="*/ 4381875 w 6516714"/>
                <a:gd name="connsiteY7" fmla="*/ 19731 h 2476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516714" h="2476413">
                  <a:moveTo>
                    <a:pt x="4381875" y="0"/>
                  </a:moveTo>
                  <a:lnTo>
                    <a:pt x="6516714" y="1238208"/>
                  </a:lnTo>
                  <a:lnTo>
                    <a:pt x="4381875" y="2476413"/>
                  </a:lnTo>
                  <a:lnTo>
                    <a:pt x="4381875" y="2456682"/>
                  </a:lnTo>
                  <a:lnTo>
                    <a:pt x="4855462" y="1644997"/>
                  </a:lnTo>
                  <a:lnTo>
                    <a:pt x="0" y="1238206"/>
                  </a:lnTo>
                  <a:lnTo>
                    <a:pt x="4855461" y="831415"/>
                  </a:lnTo>
                  <a:lnTo>
                    <a:pt x="4381875" y="19731"/>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
          <p:nvSpPr>
            <p:cNvPr id="33" name="文本框 32"/>
            <p:cNvSpPr txBox="1"/>
            <p:nvPr/>
          </p:nvSpPr>
          <p:spPr>
            <a:xfrm>
              <a:off x="4068" y="3459"/>
              <a:ext cx="1008" cy="718"/>
            </a:xfrm>
            <a:prstGeom prst="rect">
              <a:avLst/>
            </a:prstGeom>
            <a:noFill/>
          </p:spPr>
          <p:txBody>
            <a:bodyPr wrap="square" rtlCol="0">
              <a:spAutoFit/>
            </a:bodyPr>
            <a:lstStyle/>
            <a:p>
              <a:r>
                <a:rPr lang="zh-CN" altLang="en-US"/>
                <a:t>导致</a:t>
              </a:r>
            </a:p>
          </p:txBody>
        </p:sp>
        <p:sp>
          <p:nvSpPr>
            <p:cNvPr id="34" name="文本框 33"/>
            <p:cNvSpPr txBox="1"/>
            <p:nvPr/>
          </p:nvSpPr>
          <p:spPr>
            <a:xfrm>
              <a:off x="4068" y="6098"/>
              <a:ext cx="1008" cy="718"/>
            </a:xfrm>
            <a:prstGeom prst="rect">
              <a:avLst/>
            </a:prstGeom>
            <a:noFill/>
          </p:spPr>
          <p:txBody>
            <a:bodyPr wrap="square" rtlCol="0">
              <a:spAutoFit/>
            </a:bodyPr>
            <a:lstStyle/>
            <a:p>
              <a:r>
                <a:rPr lang="zh-CN" altLang="en-US"/>
                <a:t>因此</a:t>
              </a:r>
            </a:p>
          </p:txBody>
        </p:sp>
      </p:grpSp>
      <p:pic>
        <p:nvPicPr>
          <p:cNvPr id="87" name="图片 86" descr="timg"/>
          <p:cNvPicPr>
            <a:picLocks noChangeAspect="1"/>
          </p:cNvPicPr>
          <p:nvPr/>
        </p:nvPicPr>
        <p:blipFill>
          <a:blip r:embed="rId9"/>
          <a:stretch>
            <a:fillRect/>
          </a:stretch>
        </p:blipFill>
        <p:spPr>
          <a:xfrm>
            <a:off x="9907270" y="2540"/>
            <a:ext cx="2282190" cy="992505"/>
          </a:xfrm>
          <a:prstGeom prst="rect">
            <a:avLst/>
          </a:prstGeom>
        </p:spPr>
      </p:pic>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custDataLst>
              <p:tags r:id="rId2"/>
            </p:custDataLst>
          </p:nvPr>
        </p:nvSpPr>
        <p:spPr>
          <a:xfrm>
            <a:off x="641985" y="52070"/>
            <a:ext cx="2857500" cy="417830"/>
          </a:xfrm>
        </p:spPr>
        <p:txBody>
          <a:bodyPr lIns="0" tIns="0" rIns="0" bIns="0" anchor="ctr" anchorCtr="1">
            <a:normAutofit fontScale="90000"/>
          </a:bodyPr>
          <a:lstStyle/>
          <a:p>
            <a:r>
              <a:rPr lang="zh-CN" altLang="en-US" dirty="0">
                <a:solidFill>
                  <a:srgbClr val="C00000"/>
                </a:solidFill>
              </a:rPr>
              <a:t>选题来源与意义</a:t>
            </a:r>
          </a:p>
        </p:txBody>
      </p:sp>
      <p:grpSp>
        <p:nvGrpSpPr>
          <p:cNvPr id="21506" name="组合 7"/>
          <p:cNvGrpSpPr/>
          <p:nvPr/>
        </p:nvGrpSpPr>
        <p:grpSpPr>
          <a:xfrm>
            <a:off x="166370" y="208280"/>
            <a:ext cx="366395" cy="193040"/>
            <a:chOff x="1990725" y="838200"/>
            <a:chExt cx="295275" cy="142875"/>
          </a:xfrm>
        </p:grpSpPr>
        <p:cxnSp>
          <p:nvCxnSpPr>
            <p:cNvPr id="4" name="直接连接符 3"/>
            <p:cNvCxnSpPr/>
            <p:nvPr>
              <p:custDataLst>
                <p:tags r:id="rId15"/>
              </p:custDataLst>
            </p:nvPr>
          </p:nvCxnSpPr>
          <p:spPr>
            <a:xfrm>
              <a:off x="1990725" y="838200"/>
              <a:ext cx="295275"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16"/>
              </p:custDataLst>
            </p:nvPr>
          </p:nvCxnSpPr>
          <p:spPr>
            <a:xfrm>
              <a:off x="1990725" y="909637"/>
              <a:ext cx="295275"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custDataLst>
                <p:tags r:id="rId17"/>
              </p:custDataLst>
            </p:nvPr>
          </p:nvCxnSpPr>
          <p:spPr>
            <a:xfrm>
              <a:off x="1990725" y="981075"/>
              <a:ext cx="295275"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81" name="组合 80"/>
          <p:cNvGrpSpPr/>
          <p:nvPr/>
        </p:nvGrpSpPr>
        <p:grpSpPr>
          <a:xfrm>
            <a:off x="854393" y="1089343"/>
            <a:ext cx="8709342" cy="5148897"/>
            <a:chOff x="3915" y="1735"/>
            <a:chExt cx="13715" cy="8108"/>
          </a:xfrm>
        </p:grpSpPr>
        <p:grpSp>
          <p:nvGrpSpPr>
            <p:cNvPr id="41" name="组合 40"/>
            <p:cNvGrpSpPr/>
            <p:nvPr/>
          </p:nvGrpSpPr>
          <p:grpSpPr>
            <a:xfrm>
              <a:off x="3915" y="1735"/>
              <a:ext cx="13715" cy="5276"/>
              <a:chOff x="298" y="1359"/>
              <a:chExt cx="13715" cy="5276"/>
            </a:xfrm>
          </p:grpSpPr>
          <p:grpSp>
            <p:nvGrpSpPr>
              <p:cNvPr id="39942" name="组合 18"/>
              <p:cNvGrpSpPr/>
              <p:nvPr/>
            </p:nvGrpSpPr>
            <p:grpSpPr>
              <a:xfrm>
                <a:off x="298" y="1359"/>
                <a:ext cx="3537" cy="2331"/>
                <a:chOff x="1304924" y="3171825"/>
                <a:chExt cx="2647951" cy="1745305"/>
              </a:xfrm>
            </p:grpSpPr>
            <p:cxnSp>
              <p:nvCxnSpPr>
                <p:cNvPr id="6" name="直接连接符 5"/>
                <p:cNvCxnSpPr/>
                <p:nvPr>
                  <p:custDataLst>
                    <p:tags r:id="rId11"/>
                  </p:custDataLst>
                </p:nvPr>
              </p:nvCxnSpPr>
              <p:spPr>
                <a:xfrm>
                  <a:off x="1390650" y="4791075"/>
                  <a:ext cx="1866900" cy="0"/>
                </a:xfrm>
                <a:prstGeom prst="line">
                  <a:avLst/>
                </a:prstGeom>
                <a:ln>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custDataLst>
                    <p:tags r:id="rId12"/>
                  </p:custDataLst>
                </p:nvPr>
              </p:nvCxnSpPr>
              <p:spPr>
                <a:xfrm>
                  <a:off x="1304924" y="4907605"/>
                  <a:ext cx="2505076" cy="0"/>
                </a:xfrm>
                <a:prstGeom prst="line">
                  <a:avLst/>
                </a:prstGeom>
                <a:ln>
                  <a:solidFill>
                    <a:schemeClr val="accent6">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10" name="任意多边形 9"/>
                <p:cNvSpPr/>
                <p:nvPr>
                  <p:custDataLst>
                    <p:tags r:id="rId13"/>
                  </p:custDataLst>
                </p:nvPr>
              </p:nvSpPr>
              <p:spPr>
                <a:xfrm>
                  <a:off x="1304924" y="3171825"/>
                  <a:ext cx="2647951" cy="1745305"/>
                </a:xfrm>
                <a:custGeom>
                  <a:avLst/>
                  <a:gdLst>
                    <a:gd name="connsiteX0" fmla="*/ 1 w 2647951"/>
                    <a:gd name="connsiteY0" fmla="*/ 0 h 1743075"/>
                    <a:gd name="connsiteX1" fmla="*/ 2647951 w 2647951"/>
                    <a:gd name="connsiteY1" fmla="*/ 0 h 1743075"/>
                    <a:gd name="connsiteX2" fmla="*/ 2647951 w 2647951"/>
                    <a:gd name="connsiteY2" fmla="*/ 1266825 h 1743075"/>
                    <a:gd name="connsiteX3" fmla="*/ 297057 w 2647951"/>
                    <a:gd name="connsiteY3" fmla="*/ 1266825 h 1743075"/>
                    <a:gd name="connsiteX4" fmla="*/ 233437 w 2647951"/>
                    <a:gd name="connsiteY4" fmla="*/ 1329240 h 1743075"/>
                    <a:gd name="connsiteX5" fmla="*/ 0 w 2647951"/>
                    <a:gd name="connsiteY5" fmla="*/ 1743075 h 1743075"/>
                    <a:gd name="connsiteX6" fmla="*/ 0 w 2647951"/>
                    <a:gd name="connsiteY6" fmla="*/ 1114425 h 1743075"/>
                    <a:gd name="connsiteX7" fmla="*/ 1 w 2647951"/>
                    <a:gd name="connsiteY7" fmla="*/ 1114425 h 1743075"/>
                    <a:gd name="connsiteX0-1" fmla="*/ 1 w 2647951"/>
                    <a:gd name="connsiteY0-2" fmla="*/ 0 h 1743075"/>
                    <a:gd name="connsiteX1-3" fmla="*/ 2647951 w 2647951"/>
                    <a:gd name="connsiteY1-4" fmla="*/ 0 h 1743075"/>
                    <a:gd name="connsiteX2-5" fmla="*/ 2647951 w 2647951"/>
                    <a:gd name="connsiteY2-6" fmla="*/ 1266825 h 1743075"/>
                    <a:gd name="connsiteX3-7" fmla="*/ 297057 w 2647951"/>
                    <a:gd name="connsiteY3-8" fmla="*/ 1266825 h 1743075"/>
                    <a:gd name="connsiteX4-9" fmla="*/ 233437 w 2647951"/>
                    <a:gd name="connsiteY4-10" fmla="*/ 1329240 h 1743075"/>
                    <a:gd name="connsiteX5-11" fmla="*/ 0 w 2647951"/>
                    <a:gd name="connsiteY5-12" fmla="*/ 1743075 h 1743075"/>
                    <a:gd name="connsiteX6-13" fmla="*/ 0 w 2647951"/>
                    <a:gd name="connsiteY6-14" fmla="*/ 1114425 h 1743075"/>
                    <a:gd name="connsiteX7-15" fmla="*/ 1 w 2647951"/>
                    <a:gd name="connsiteY7-16" fmla="*/ 1114425 h 1743075"/>
                    <a:gd name="connsiteX8" fmla="*/ 1 w 2647951"/>
                    <a:gd name="connsiteY8" fmla="*/ 0 h 1743075"/>
                    <a:gd name="connsiteX0-17" fmla="*/ 1 w 2647951"/>
                    <a:gd name="connsiteY0-18" fmla="*/ 0 h 1743075"/>
                    <a:gd name="connsiteX1-19" fmla="*/ 2647951 w 2647951"/>
                    <a:gd name="connsiteY1-20" fmla="*/ 0 h 1743075"/>
                    <a:gd name="connsiteX2-21" fmla="*/ 2647951 w 2647951"/>
                    <a:gd name="connsiteY2-22" fmla="*/ 1266825 h 1743075"/>
                    <a:gd name="connsiteX3-23" fmla="*/ 516132 w 2647951"/>
                    <a:gd name="connsiteY3-24" fmla="*/ 1323975 h 1743075"/>
                    <a:gd name="connsiteX4-25" fmla="*/ 233437 w 2647951"/>
                    <a:gd name="connsiteY4-26" fmla="*/ 1329240 h 1743075"/>
                    <a:gd name="connsiteX5-27" fmla="*/ 0 w 2647951"/>
                    <a:gd name="connsiteY5-28" fmla="*/ 1743075 h 1743075"/>
                    <a:gd name="connsiteX6-29" fmla="*/ 0 w 2647951"/>
                    <a:gd name="connsiteY6-30" fmla="*/ 1114425 h 1743075"/>
                    <a:gd name="connsiteX7-31" fmla="*/ 1 w 2647951"/>
                    <a:gd name="connsiteY7-32" fmla="*/ 1114425 h 1743075"/>
                    <a:gd name="connsiteX8-33" fmla="*/ 1 w 2647951"/>
                    <a:gd name="connsiteY8-34" fmla="*/ 0 h 1743075"/>
                    <a:gd name="connsiteX0-35" fmla="*/ 1 w 2647951"/>
                    <a:gd name="connsiteY0-36" fmla="*/ 0 h 1743075"/>
                    <a:gd name="connsiteX1-37" fmla="*/ 2647951 w 2647951"/>
                    <a:gd name="connsiteY1-38" fmla="*/ 0 h 1743075"/>
                    <a:gd name="connsiteX2-39" fmla="*/ 2647951 w 2647951"/>
                    <a:gd name="connsiteY2-40" fmla="*/ 1266825 h 1743075"/>
                    <a:gd name="connsiteX3-41" fmla="*/ 516132 w 2647951"/>
                    <a:gd name="connsiteY3-42" fmla="*/ 1323975 h 1743075"/>
                    <a:gd name="connsiteX4-43" fmla="*/ 233437 w 2647951"/>
                    <a:gd name="connsiteY4-44" fmla="*/ 1329240 h 1743075"/>
                    <a:gd name="connsiteX5-45" fmla="*/ 0 w 2647951"/>
                    <a:gd name="connsiteY5-46" fmla="*/ 1743075 h 1743075"/>
                    <a:gd name="connsiteX6-47" fmla="*/ 0 w 2647951"/>
                    <a:gd name="connsiteY6-48" fmla="*/ 1114425 h 1743075"/>
                    <a:gd name="connsiteX7-49" fmla="*/ 1 w 2647951"/>
                    <a:gd name="connsiteY7-50" fmla="*/ 1114425 h 1743075"/>
                    <a:gd name="connsiteX8-51" fmla="*/ 1 w 2647951"/>
                    <a:gd name="connsiteY8-52" fmla="*/ 0 h 1743075"/>
                    <a:gd name="connsiteX0-53" fmla="*/ 1 w 2647951"/>
                    <a:gd name="connsiteY0-54" fmla="*/ 0 h 1745366"/>
                    <a:gd name="connsiteX1-55" fmla="*/ 2647951 w 2647951"/>
                    <a:gd name="connsiteY1-56" fmla="*/ 0 h 1745366"/>
                    <a:gd name="connsiteX2-57" fmla="*/ 2647951 w 2647951"/>
                    <a:gd name="connsiteY2-58" fmla="*/ 1266825 h 1745366"/>
                    <a:gd name="connsiteX3-59" fmla="*/ 516132 w 2647951"/>
                    <a:gd name="connsiteY3-60" fmla="*/ 1323975 h 1745366"/>
                    <a:gd name="connsiteX4-61" fmla="*/ 0 w 2647951"/>
                    <a:gd name="connsiteY4-62" fmla="*/ 1743075 h 1745366"/>
                    <a:gd name="connsiteX5-63" fmla="*/ 0 w 2647951"/>
                    <a:gd name="connsiteY5-64" fmla="*/ 1114425 h 1745366"/>
                    <a:gd name="connsiteX6-65" fmla="*/ 1 w 2647951"/>
                    <a:gd name="connsiteY6-66" fmla="*/ 1114425 h 1745366"/>
                    <a:gd name="connsiteX7-67" fmla="*/ 1 w 2647951"/>
                    <a:gd name="connsiteY7-68" fmla="*/ 0 h 1745366"/>
                    <a:gd name="connsiteX0-69" fmla="*/ 1 w 2647951"/>
                    <a:gd name="connsiteY0-70" fmla="*/ 0 h 1745305"/>
                    <a:gd name="connsiteX1-71" fmla="*/ 2647951 w 2647951"/>
                    <a:gd name="connsiteY1-72" fmla="*/ 0 h 1745305"/>
                    <a:gd name="connsiteX2-73" fmla="*/ 2638426 w 2647951"/>
                    <a:gd name="connsiteY2-74" fmla="*/ 1333500 h 1745305"/>
                    <a:gd name="connsiteX3-75" fmla="*/ 516132 w 2647951"/>
                    <a:gd name="connsiteY3-76" fmla="*/ 1323975 h 1745305"/>
                    <a:gd name="connsiteX4-77" fmla="*/ 0 w 2647951"/>
                    <a:gd name="connsiteY4-78" fmla="*/ 1743075 h 1745305"/>
                    <a:gd name="connsiteX5-79" fmla="*/ 0 w 2647951"/>
                    <a:gd name="connsiteY5-80" fmla="*/ 1114425 h 1745305"/>
                    <a:gd name="connsiteX6-81" fmla="*/ 1 w 2647951"/>
                    <a:gd name="connsiteY6-82" fmla="*/ 1114425 h 1745305"/>
                    <a:gd name="connsiteX7-83" fmla="*/ 1 w 2647951"/>
                    <a:gd name="connsiteY7-84" fmla="*/ 0 h 1745305"/>
                  </a:gdLst>
                  <a:ahLst/>
                  <a:cxnLst>
                    <a:cxn ang="0">
                      <a:pos x="connsiteX0-69" y="connsiteY0-70"/>
                    </a:cxn>
                    <a:cxn ang="0">
                      <a:pos x="connsiteX1-71" y="connsiteY1-72"/>
                    </a:cxn>
                    <a:cxn ang="0">
                      <a:pos x="connsiteX2-73" y="connsiteY2-74"/>
                    </a:cxn>
                    <a:cxn ang="0">
                      <a:pos x="connsiteX3-75" y="connsiteY3-76"/>
                    </a:cxn>
                    <a:cxn ang="0">
                      <a:pos x="connsiteX4-77" y="connsiteY4-78"/>
                    </a:cxn>
                    <a:cxn ang="0">
                      <a:pos x="connsiteX5-79" y="connsiteY5-80"/>
                    </a:cxn>
                    <a:cxn ang="0">
                      <a:pos x="connsiteX6-81" y="connsiteY6-82"/>
                    </a:cxn>
                    <a:cxn ang="0">
                      <a:pos x="connsiteX7-83" y="connsiteY7-84"/>
                    </a:cxn>
                  </a:cxnLst>
                  <a:rect l="l" t="t" r="r" b="b"/>
                  <a:pathLst>
                    <a:path w="2647951" h="1745305">
                      <a:moveTo>
                        <a:pt x="1" y="0"/>
                      </a:moveTo>
                      <a:lnTo>
                        <a:pt x="2647951" y="0"/>
                      </a:lnTo>
                      <a:lnTo>
                        <a:pt x="2638426" y="1333500"/>
                      </a:lnTo>
                      <a:cubicBezTo>
                        <a:pt x="2246610" y="1544638"/>
                        <a:pt x="955870" y="1255713"/>
                        <a:pt x="516132" y="1323975"/>
                      </a:cubicBezTo>
                      <a:cubicBezTo>
                        <a:pt x="76394" y="1392237"/>
                        <a:pt x="86022" y="1778000"/>
                        <a:pt x="0" y="1743075"/>
                      </a:cubicBezTo>
                      <a:lnTo>
                        <a:pt x="0" y="1114425"/>
                      </a:lnTo>
                      <a:lnTo>
                        <a:pt x="1" y="1114425"/>
                      </a:lnTo>
                      <a:lnTo>
                        <a:pt x="1" y="0"/>
                      </a:lnTo>
                      <a:close/>
                    </a:path>
                  </a:pathLst>
                </a:cu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378000" rtlCol="0" anchor="ctr">
                  <a:normAutofit/>
                </a:bodyPr>
                <a:lstStyle/>
                <a:p>
                  <a:pPr algn="ctr" fontAlgn="base">
                    <a:lnSpc>
                      <a:spcPct val="150000"/>
                    </a:lnSpc>
                  </a:pPr>
                  <a:r>
                    <a:rPr lang="zh-CN" altLang="en-US" sz="1800" strike="noStrike" noProof="1">
                      <a:solidFill>
                        <a:schemeClr val="bg1"/>
                      </a:solidFill>
                    </a:rPr>
                    <a:t>项目书</a:t>
                  </a:r>
                </a:p>
              </p:txBody>
            </p:sp>
            <p:sp>
              <p:nvSpPr>
                <p:cNvPr id="11" name="文本框 10"/>
                <p:cNvSpPr txBox="1"/>
                <p:nvPr>
                  <p:custDataLst>
                    <p:tags r:id="rId14"/>
                  </p:custDataLst>
                </p:nvPr>
              </p:nvSpPr>
              <p:spPr>
                <a:xfrm>
                  <a:off x="3295650" y="4539734"/>
                  <a:ext cx="476250" cy="369332"/>
                </a:xfrm>
                <a:prstGeom prst="rect">
                  <a:avLst/>
                </a:prstGeom>
                <a:noFill/>
              </p:spPr>
              <p:txBody>
                <a:bodyPr wrap="square" rtlCol="0" anchor="ctr">
                  <a:normAutofit fontScale="87500" lnSpcReduction="10000"/>
                </a:bodyPr>
                <a:lstStyle/>
                <a:p>
                  <a:pPr algn="ctr"/>
                  <a:r>
                    <a:rPr lang="en-US" altLang="zh-CN" noProof="1">
                      <a:solidFill>
                        <a:schemeClr val="tx1">
                          <a:lumMod val="75000"/>
                          <a:lumOff val="25000"/>
                        </a:schemeClr>
                      </a:solidFill>
                    </a:rPr>
                    <a:t>A</a:t>
                  </a:r>
                </a:p>
              </p:txBody>
            </p:sp>
          </p:grpSp>
          <p:sp>
            <p:nvSpPr>
              <p:cNvPr id="39957" name="文本框 1"/>
              <p:cNvSpPr txBox="1"/>
              <p:nvPr/>
            </p:nvSpPr>
            <p:spPr>
              <a:xfrm>
                <a:off x="4123" y="1580"/>
                <a:ext cx="9890" cy="1888"/>
              </a:xfrm>
              <a:prstGeom prst="rect">
                <a:avLst/>
              </a:prstGeom>
              <a:noFill/>
              <a:ln w="9525" cap="flat" cmpd="sng">
                <a:solidFill>
                  <a:schemeClr val="tx1"/>
                </a:solidFill>
                <a:prstDash val="solid"/>
                <a:round/>
                <a:headEnd type="none" w="med" len="med"/>
                <a:tailEnd type="none" w="med" len="med"/>
              </a:ln>
            </p:spPr>
            <p:txBody>
              <a:bodyPr wrap="square" anchor="t">
                <a:spAutoFit/>
              </a:bodyPr>
              <a:lstStyle/>
              <a:p>
                <a:pPr>
                  <a:lnSpc>
                    <a:spcPct val="150000"/>
                  </a:lnSpc>
                </a:pPr>
                <a:r>
                  <a:rPr lang="en-US" altLang="zh-CN" sz="1600">
                    <a:latin typeface="黑体" panose="02010609060101010101" charset="-122"/>
                    <a:ea typeface="黑体" panose="02010609060101010101" charset="-122"/>
                    <a:cs typeface="黑体" panose="02010609060101010101" charset="-122"/>
                  </a:rPr>
                  <a:t>1.</a:t>
                </a:r>
                <a:r>
                  <a:rPr lang="zh-CN" altLang="en-US" sz="1600">
                    <a:latin typeface="黑体" panose="02010609060101010101" charset="-122"/>
                    <a:ea typeface="黑体" panose="02010609060101010101" charset="-122"/>
                    <a:cs typeface="黑体" panose="02010609060101010101" charset="-122"/>
                  </a:rPr>
                  <a:t>研究一种类似于键值对映射的标记方法</a:t>
                </a:r>
              </a:p>
              <a:p>
                <a:pPr>
                  <a:lnSpc>
                    <a:spcPct val="150000"/>
                  </a:lnSpc>
                </a:pPr>
                <a:r>
                  <a:rPr lang="en-US" altLang="zh-CN" sz="1600">
                    <a:latin typeface="黑体" panose="02010609060101010101" charset="-122"/>
                    <a:ea typeface="黑体" panose="02010609060101010101" charset="-122"/>
                    <a:cs typeface="黑体" panose="02010609060101010101" charset="-122"/>
                  </a:rPr>
                  <a:t>2.</a:t>
                </a:r>
                <a:r>
                  <a:rPr lang="zh-CN" altLang="en-US" sz="1600">
                    <a:latin typeface="黑体" panose="02010609060101010101" charset="-122"/>
                    <a:ea typeface="黑体" panose="02010609060101010101" charset="-122"/>
                    <a:cs typeface="黑体" panose="02010609060101010101" charset="-122"/>
                  </a:rPr>
                  <a:t>将上述方法包装为类似于</a:t>
                </a:r>
                <a:r>
                  <a:rPr lang="en-US" altLang="zh-CN" sz="1600">
                    <a:latin typeface="黑体" panose="02010609060101010101" charset="-122"/>
                    <a:ea typeface="黑体" panose="02010609060101010101" charset="-122"/>
                    <a:cs typeface="黑体" panose="02010609060101010101" charset="-122"/>
                  </a:rPr>
                  <a:t>OpenMP</a:t>
                </a:r>
                <a:r>
                  <a:rPr lang="zh-CN" altLang="en-US" sz="1600">
                    <a:latin typeface="黑体" panose="02010609060101010101" charset="-122"/>
                    <a:ea typeface="黑体" panose="02010609060101010101" charset="-122"/>
                    <a:cs typeface="黑体" panose="02010609060101010101" charset="-122"/>
                  </a:rPr>
                  <a:t>、</a:t>
                </a:r>
                <a:r>
                  <a:rPr lang="en-US" altLang="zh-CN" sz="1600">
                    <a:latin typeface="黑体" panose="02010609060101010101" charset="-122"/>
                    <a:ea typeface="黑体" panose="02010609060101010101" charset="-122"/>
                    <a:cs typeface="黑体" panose="02010609060101010101" charset="-122"/>
                  </a:rPr>
                  <a:t>MPI</a:t>
                </a:r>
                <a:r>
                  <a:rPr lang="zh-CN" altLang="en-US" sz="1600">
                    <a:latin typeface="黑体" panose="02010609060101010101" charset="-122"/>
                    <a:ea typeface="黑体" panose="02010609060101010101" charset="-122"/>
                    <a:cs typeface="黑体" panose="02010609060101010101" charset="-122"/>
                  </a:rPr>
                  <a:t>的标记语言</a:t>
                </a:r>
              </a:p>
              <a:p>
                <a:pPr>
                  <a:lnSpc>
                    <a:spcPct val="150000"/>
                  </a:lnSpc>
                </a:pPr>
                <a:r>
                  <a:rPr lang="en-US" altLang="zh-CN" sz="1600">
                    <a:solidFill>
                      <a:srgbClr val="C00000"/>
                    </a:solidFill>
                    <a:latin typeface="黑体" panose="02010609060101010101" charset="-122"/>
                    <a:ea typeface="黑体" panose="02010609060101010101" charset="-122"/>
                    <a:cs typeface="黑体" panose="02010609060101010101" charset="-122"/>
                  </a:rPr>
                  <a:t>3.</a:t>
                </a:r>
                <a:r>
                  <a:rPr lang="zh-CN" altLang="en-US" sz="1600">
                    <a:solidFill>
                      <a:srgbClr val="C00000"/>
                    </a:solidFill>
                    <a:latin typeface="黑体" panose="02010609060101010101" charset="-122"/>
                    <a:ea typeface="黑体" panose="02010609060101010101" charset="-122"/>
                    <a:cs typeface="黑体" panose="02010609060101010101" charset="-122"/>
                  </a:rPr>
                  <a:t>实现标记后的串行代码到并行代码的转换（代码生成）</a:t>
                </a:r>
              </a:p>
            </p:txBody>
          </p:sp>
          <p:grpSp>
            <p:nvGrpSpPr>
              <p:cNvPr id="35" name="组合 18"/>
              <p:cNvGrpSpPr/>
              <p:nvPr/>
            </p:nvGrpSpPr>
            <p:grpSpPr>
              <a:xfrm>
                <a:off x="298" y="4221"/>
                <a:ext cx="3537" cy="2334"/>
                <a:chOff x="1304924" y="3162094"/>
                <a:chExt cx="2647951" cy="1746972"/>
              </a:xfrm>
            </p:grpSpPr>
            <p:cxnSp>
              <p:nvCxnSpPr>
                <p:cNvPr id="36" name="直接连接符 35"/>
                <p:cNvCxnSpPr/>
                <p:nvPr>
                  <p:custDataLst>
                    <p:tags r:id="rId7"/>
                  </p:custDataLst>
                </p:nvPr>
              </p:nvCxnSpPr>
              <p:spPr>
                <a:xfrm>
                  <a:off x="1390650" y="4791075"/>
                  <a:ext cx="1866900" cy="0"/>
                </a:xfrm>
                <a:prstGeom prst="line">
                  <a:avLst/>
                </a:prstGeom>
                <a:ln>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custDataLst>
                    <p:tags r:id="rId8"/>
                  </p:custDataLst>
                </p:nvPr>
              </p:nvCxnSpPr>
              <p:spPr>
                <a:xfrm>
                  <a:off x="1304924" y="4907605"/>
                  <a:ext cx="2505076" cy="0"/>
                </a:xfrm>
                <a:prstGeom prst="line">
                  <a:avLst/>
                </a:prstGeom>
                <a:ln>
                  <a:solidFill>
                    <a:schemeClr val="accent6">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38" name="任意多边形 37"/>
                <p:cNvSpPr/>
                <p:nvPr>
                  <p:custDataLst>
                    <p:tags r:id="rId9"/>
                  </p:custDataLst>
                </p:nvPr>
              </p:nvSpPr>
              <p:spPr>
                <a:xfrm>
                  <a:off x="1304924" y="3162094"/>
                  <a:ext cx="2647951" cy="1745305"/>
                </a:xfrm>
                <a:custGeom>
                  <a:avLst/>
                  <a:gdLst>
                    <a:gd name="connsiteX0" fmla="*/ 1 w 2647951"/>
                    <a:gd name="connsiteY0" fmla="*/ 0 h 1743075"/>
                    <a:gd name="connsiteX1" fmla="*/ 2647951 w 2647951"/>
                    <a:gd name="connsiteY1" fmla="*/ 0 h 1743075"/>
                    <a:gd name="connsiteX2" fmla="*/ 2647951 w 2647951"/>
                    <a:gd name="connsiteY2" fmla="*/ 1266825 h 1743075"/>
                    <a:gd name="connsiteX3" fmla="*/ 297057 w 2647951"/>
                    <a:gd name="connsiteY3" fmla="*/ 1266825 h 1743075"/>
                    <a:gd name="connsiteX4" fmla="*/ 233437 w 2647951"/>
                    <a:gd name="connsiteY4" fmla="*/ 1329240 h 1743075"/>
                    <a:gd name="connsiteX5" fmla="*/ 0 w 2647951"/>
                    <a:gd name="connsiteY5" fmla="*/ 1743075 h 1743075"/>
                    <a:gd name="connsiteX6" fmla="*/ 0 w 2647951"/>
                    <a:gd name="connsiteY6" fmla="*/ 1114425 h 1743075"/>
                    <a:gd name="connsiteX7" fmla="*/ 1 w 2647951"/>
                    <a:gd name="connsiteY7" fmla="*/ 1114425 h 1743075"/>
                    <a:gd name="connsiteX0-1" fmla="*/ 1 w 2647951"/>
                    <a:gd name="connsiteY0-2" fmla="*/ 0 h 1743075"/>
                    <a:gd name="connsiteX1-3" fmla="*/ 2647951 w 2647951"/>
                    <a:gd name="connsiteY1-4" fmla="*/ 0 h 1743075"/>
                    <a:gd name="connsiteX2-5" fmla="*/ 2647951 w 2647951"/>
                    <a:gd name="connsiteY2-6" fmla="*/ 1266825 h 1743075"/>
                    <a:gd name="connsiteX3-7" fmla="*/ 297057 w 2647951"/>
                    <a:gd name="connsiteY3-8" fmla="*/ 1266825 h 1743075"/>
                    <a:gd name="connsiteX4-9" fmla="*/ 233437 w 2647951"/>
                    <a:gd name="connsiteY4-10" fmla="*/ 1329240 h 1743075"/>
                    <a:gd name="connsiteX5-11" fmla="*/ 0 w 2647951"/>
                    <a:gd name="connsiteY5-12" fmla="*/ 1743075 h 1743075"/>
                    <a:gd name="connsiteX6-13" fmla="*/ 0 w 2647951"/>
                    <a:gd name="connsiteY6-14" fmla="*/ 1114425 h 1743075"/>
                    <a:gd name="connsiteX7-15" fmla="*/ 1 w 2647951"/>
                    <a:gd name="connsiteY7-16" fmla="*/ 1114425 h 1743075"/>
                    <a:gd name="connsiteX8" fmla="*/ 1 w 2647951"/>
                    <a:gd name="connsiteY8" fmla="*/ 0 h 1743075"/>
                    <a:gd name="connsiteX0-17" fmla="*/ 1 w 2647951"/>
                    <a:gd name="connsiteY0-18" fmla="*/ 0 h 1743075"/>
                    <a:gd name="connsiteX1-19" fmla="*/ 2647951 w 2647951"/>
                    <a:gd name="connsiteY1-20" fmla="*/ 0 h 1743075"/>
                    <a:gd name="connsiteX2-21" fmla="*/ 2647951 w 2647951"/>
                    <a:gd name="connsiteY2-22" fmla="*/ 1266825 h 1743075"/>
                    <a:gd name="connsiteX3-23" fmla="*/ 516132 w 2647951"/>
                    <a:gd name="connsiteY3-24" fmla="*/ 1323975 h 1743075"/>
                    <a:gd name="connsiteX4-25" fmla="*/ 233437 w 2647951"/>
                    <a:gd name="connsiteY4-26" fmla="*/ 1329240 h 1743075"/>
                    <a:gd name="connsiteX5-27" fmla="*/ 0 w 2647951"/>
                    <a:gd name="connsiteY5-28" fmla="*/ 1743075 h 1743075"/>
                    <a:gd name="connsiteX6-29" fmla="*/ 0 w 2647951"/>
                    <a:gd name="connsiteY6-30" fmla="*/ 1114425 h 1743075"/>
                    <a:gd name="connsiteX7-31" fmla="*/ 1 w 2647951"/>
                    <a:gd name="connsiteY7-32" fmla="*/ 1114425 h 1743075"/>
                    <a:gd name="connsiteX8-33" fmla="*/ 1 w 2647951"/>
                    <a:gd name="connsiteY8-34" fmla="*/ 0 h 1743075"/>
                    <a:gd name="connsiteX0-35" fmla="*/ 1 w 2647951"/>
                    <a:gd name="connsiteY0-36" fmla="*/ 0 h 1743075"/>
                    <a:gd name="connsiteX1-37" fmla="*/ 2647951 w 2647951"/>
                    <a:gd name="connsiteY1-38" fmla="*/ 0 h 1743075"/>
                    <a:gd name="connsiteX2-39" fmla="*/ 2647951 w 2647951"/>
                    <a:gd name="connsiteY2-40" fmla="*/ 1266825 h 1743075"/>
                    <a:gd name="connsiteX3-41" fmla="*/ 516132 w 2647951"/>
                    <a:gd name="connsiteY3-42" fmla="*/ 1323975 h 1743075"/>
                    <a:gd name="connsiteX4-43" fmla="*/ 233437 w 2647951"/>
                    <a:gd name="connsiteY4-44" fmla="*/ 1329240 h 1743075"/>
                    <a:gd name="connsiteX5-45" fmla="*/ 0 w 2647951"/>
                    <a:gd name="connsiteY5-46" fmla="*/ 1743075 h 1743075"/>
                    <a:gd name="connsiteX6-47" fmla="*/ 0 w 2647951"/>
                    <a:gd name="connsiteY6-48" fmla="*/ 1114425 h 1743075"/>
                    <a:gd name="connsiteX7-49" fmla="*/ 1 w 2647951"/>
                    <a:gd name="connsiteY7-50" fmla="*/ 1114425 h 1743075"/>
                    <a:gd name="connsiteX8-51" fmla="*/ 1 w 2647951"/>
                    <a:gd name="connsiteY8-52" fmla="*/ 0 h 1743075"/>
                    <a:gd name="connsiteX0-53" fmla="*/ 1 w 2647951"/>
                    <a:gd name="connsiteY0-54" fmla="*/ 0 h 1745366"/>
                    <a:gd name="connsiteX1-55" fmla="*/ 2647951 w 2647951"/>
                    <a:gd name="connsiteY1-56" fmla="*/ 0 h 1745366"/>
                    <a:gd name="connsiteX2-57" fmla="*/ 2647951 w 2647951"/>
                    <a:gd name="connsiteY2-58" fmla="*/ 1266825 h 1745366"/>
                    <a:gd name="connsiteX3-59" fmla="*/ 516132 w 2647951"/>
                    <a:gd name="connsiteY3-60" fmla="*/ 1323975 h 1745366"/>
                    <a:gd name="connsiteX4-61" fmla="*/ 0 w 2647951"/>
                    <a:gd name="connsiteY4-62" fmla="*/ 1743075 h 1745366"/>
                    <a:gd name="connsiteX5-63" fmla="*/ 0 w 2647951"/>
                    <a:gd name="connsiteY5-64" fmla="*/ 1114425 h 1745366"/>
                    <a:gd name="connsiteX6-65" fmla="*/ 1 w 2647951"/>
                    <a:gd name="connsiteY6-66" fmla="*/ 1114425 h 1745366"/>
                    <a:gd name="connsiteX7-67" fmla="*/ 1 w 2647951"/>
                    <a:gd name="connsiteY7-68" fmla="*/ 0 h 1745366"/>
                    <a:gd name="connsiteX0-69" fmla="*/ 1 w 2647951"/>
                    <a:gd name="connsiteY0-70" fmla="*/ 0 h 1745305"/>
                    <a:gd name="connsiteX1-71" fmla="*/ 2647951 w 2647951"/>
                    <a:gd name="connsiteY1-72" fmla="*/ 0 h 1745305"/>
                    <a:gd name="connsiteX2-73" fmla="*/ 2638426 w 2647951"/>
                    <a:gd name="connsiteY2-74" fmla="*/ 1333500 h 1745305"/>
                    <a:gd name="connsiteX3-75" fmla="*/ 516132 w 2647951"/>
                    <a:gd name="connsiteY3-76" fmla="*/ 1323975 h 1745305"/>
                    <a:gd name="connsiteX4-77" fmla="*/ 0 w 2647951"/>
                    <a:gd name="connsiteY4-78" fmla="*/ 1743075 h 1745305"/>
                    <a:gd name="connsiteX5-79" fmla="*/ 0 w 2647951"/>
                    <a:gd name="connsiteY5-80" fmla="*/ 1114425 h 1745305"/>
                    <a:gd name="connsiteX6-81" fmla="*/ 1 w 2647951"/>
                    <a:gd name="connsiteY6-82" fmla="*/ 1114425 h 1745305"/>
                    <a:gd name="connsiteX7-83" fmla="*/ 1 w 2647951"/>
                    <a:gd name="connsiteY7-84" fmla="*/ 0 h 1745305"/>
                  </a:gdLst>
                  <a:ahLst/>
                  <a:cxnLst>
                    <a:cxn ang="0">
                      <a:pos x="connsiteX0-69" y="connsiteY0-70"/>
                    </a:cxn>
                    <a:cxn ang="0">
                      <a:pos x="connsiteX1-71" y="connsiteY1-72"/>
                    </a:cxn>
                    <a:cxn ang="0">
                      <a:pos x="connsiteX2-73" y="connsiteY2-74"/>
                    </a:cxn>
                    <a:cxn ang="0">
                      <a:pos x="connsiteX3-75" y="connsiteY3-76"/>
                    </a:cxn>
                    <a:cxn ang="0">
                      <a:pos x="connsiteX4-77" y="connsiteY4-78"/>
                    </a:cxn>
                    <a:cxn ang="0">
                      <a:pos x="connsiteX5-79" y="connsiteY5-80"/>
                    </a:cxn>
                    <a:cxn ang="0">
                      <a:pos x="connsiteX6-81" y="connsiteY6-82"/>
                    </a:cxn>
                    <a:cxn ang="0">
                      <a:pos x="connsiteX7-83" y="connsiteY7-84"/>
                    </a:cxn>
                  </a:cxnLst>
                  <a:rect l="l" t="t" r="r" b="b"/>
                  <a:pathLst>
                    <a:path w="2647951" h="1745305">
                      <a:moveTo>
                        <a:pt x="1" y="0"/>
                      </a:moveTo>
                      <a:lnTo>
                        <a:pt x="2647951" y="0"/>
                      </a:lnTo>
                      <a:lnTo>
                        <a:pt x="2638426" y="1333500"/>
                      </a:lnTo>
                      <a:cubicBezTo>
                        <a:pt x="2246610" y="1544638"/>
                        <a:pt x="955870" y="1255713"/>
                        <a:pt x="516132" y="1323975"/>
                      </a:cubicBezTo>
                      <a:cubicBezTo>
                        <a:pt x="76394" y="1392237"/>
                        <a:pt x="86022" y="1778000"/>
                        <a:pt x="0" y="1743075"/>
                      </a:cubicBezTo>
                      <a:lnTo>
                        <a:pt x="0" y="1114425"/>
                      </a:lnTo>
                      <a:lnTo>
                        <a:pt x="1" y="1114425"/>
                      </a:lnTo>
                      <a:lnTo>
                        <a:pt x="1" y="0"/>
                      </a:lnTo>
                      <a:close/>
                    </a:path>
                  </a:pathLst>
                </a:cu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378000" rtlCol="0" anchor="ctr">
                  <a:normAutofit/>
                </a:bodyPr>
                <a:lstStyle/>
                <a:p>
                  <a:pPr algn="ctr" fontAlgn="base">
                    <a:lnSpc>
                      <a:spcPct val="150000"/>
                    </a:lnSpc>
                  </a:pPr>
                  <a:r>
                    <a:rPr lang="zh-CN" altLang="en-US" sz="1800" strike="noStrike" noProof="1">
                      <a:solidFill>
                        <a:schemeClr val="bg1"/>
                      </a:solidFill>
                    </a:rPr>
                    <a:t>企业调研</a:t>
                  </a:r>
                </a:p>
                <a:p>
                  <a:pPr algn="ctr" fontAlgn="base">
                    <a:lnSpc>
                      <a:spcPct val="150000"/>
                    </a:lnSpc>
                  </a:pPr>
                  <a:r>
                    <a:rPr lang="zh-CN" altLang="en-US" sz="1400" strike="noStrike" noProof="1">
                      <a:solidFill>
                        <a:schemeClr val="bg1"/>
                      </a:solidFill>
                    </a:rPr>
                    <a:t>（东方物探）</a:t>
                  </a:r>
                </a:p>
              </p:txBody>
            </p:sp>
            <p:sp>
              <p:nvSpPr>
                <p:cNvPr id="39" name="文本框 38"/>
                <p:cNvSpPr txBox="1"/>
                <p:nvPr>
                  <p:custDataLst>
                    <p:tags r:id="rId10"/>
                  </p:custDataLst>
                </p:nvPr>
              </p:nvSpPr>
              <p:spPr>
                <a:xfrm>
                  <a:off x="3295650" y="4539734"/>
                  <a:ext cx="476250" cy="369332"/>
                </a:xfrm>
                <a:prstGeom prst="rect">
                  <a:avLst/>
                </a:prstGeom>
                <a:noFill/>
              </p:spPr>
              <p:txBody>
                <a:bodyPr wrap="square" rtlCol="0" anchor="ctr">
                  <a:normAutofit fontScale="87500" lnSpcReduction="10000"/>
                </a:bodyPr>
                <a:lstStyle/>
                <a:p>
                  <a:pPr algn="ctr"/>
                  <a:r>
                    <a:rPr lang="en-US" altLang="zh-CN" noProof="1">
                      <a:solidFill>
                        <a:schemeClr val="tx1">
                          <a:lumMod val="75000"/>
                          <a:lumOff val="25000"/>
                        </a:schemeClr>
                      </a:solidFill>
                      <a:latin typeface="Arial" panose="020B0604020202020204" pitchFamily="34" charset="0"/>
                      <a:ea typeface="宋体" panose="02010600030101010101" pitchFamily="2" charset="-122"/>
                      <a:cs typeface="+mn-cs"/>
                    </a:rPr>
                    <a:t>B</a:t>
                  </a:r>
                  <a:endParaRPr lang="zh-CN" altLang="en-US" noProof="1">
                    <a:solidFill>
                      <a:schemeClr val="tx1">
                        <a:lumMod val="75000"/>
                        <a:lumOff val="25000"/>
                      </a:schemeClr>
                    </a:solidFill>
                  </a:endParaRPr>
                </a:p>
              </p:txBody>
            </p:sp>
          </p:grpSp>
          <p:sp>
            <p:nvSpPr>
              <p:cNvPr id="40" name="文本框 1"/>
              <p:cNvSpPr txBox="1"/>
              <p:nvPr/>
            </p:nvSpPr>
            <p:spPr>
              <a:xfrm>
                <a:off x="4123" y="4165"/>
                <a:ext cx="9889" cy="2470"/>
              </a:xfrm>
              <a:prstGeom prst="rect">
                <a:avLst/>
              </a:prstGeom>
              <a:noFill/>
              <a:ln w="9525" cap="flat" cmpd="sng">
                <a:solidFill>
                  <a:schemeClr val="tx1"/>
                </a:solidFill>
                <a:prstDash val="solid"/>
                <a:round/>
                <a:headEnd type="none" w="med" len="med"/>
                <a:tailEnd type="none" w="med" len="med"/>
              </a:ln>
            </p:spPr>
            <p:txBody>
              <a:bodyPr wrap="square" anchor="t">
                <a:spAutoFit/>
              </a:bodyPr>
              <a:lstStyle/>
              <a:p>
                <a:pPr>
                  <a:lnSpc>
                    <a:spcPct val="150000"/>
                  </a:lnSpc>
                </a:pPr>
                <a:r>
                  <a:rPr lang="en-US" altLang="zh-CN" sz="1600">
                    <a:latin typeface="黑体" panose="02010609060101010101" charset="-122"/>
                    <a:ea typeface="黑体" panose="02010609060101010101" charset="-122"/>
                    <a:cs typeface="黑体" panose="02010609060101010101" charset="-122"/>
                  </a:rPr>
                  <a:t>1.</a:t>
                </a:r>
                <a:r>
                  <a:rPr lang="zh-CN" altLang="en-US" sz="1600">
                    <a:latin typeface="黑体" panose="02010609060101010101" charset="-122"/>
                    <a:ea typeface="黑体" panose="02010609060101010101" charset="-122"/>
                    <a:cs typeface="黑体" panose="02010609060101010101" charset="-122"/>
                  </a:rPr>
                  <a:t>已经开始应用并行化技术提高数据的处理与解释效率</a:t>
                </a:r>
              </a:p>
              <a:p>
                <a:pPr>
                  <a:lnSpc>
                    <a:spcPct val="150000"/>
                  </a:lnSpc>
                </a:pPr>
                <a:r>
                  <a:rPr lang="en-US" altLang="zh-CN" sz="1600">
                    <a:latin typeface="黑体" panose="02010609060101010101" charset="-122"/>
                    <a:ea typeface="黑体" panose="02010609060101010101" charset="-122"/>
                    <a:cs typeface="黑体" panose="02010609060101010101" charset="-122"/>
                  </a:rPr>
                  <a:t>2.</a:t>
                </a:r>
                <a:r>
                  <a:rPr lang="zh-CN" altLang="en-US" sz="1600">
                    <a:latin typeface="黑体" panose="02010609060101010101" charset="-122"/>
                    <a:ea typeface="黑体" panose="02010609060101010101" charset="-122"/>
                    <a:cs typeface="黑体" panose="02010609060101010101" charset="-122"/>
                  </a:rPr>
                  <a:t>数据处理算法庞大且复杂，从业</a:t>
                </a:r>
                <a:r>
                  <a:rPr lang="zh-CN" altLang="en-US" sz="1600">
                    <a:latin typeface="黑体" panose="02010609060101010101" charset="-122"/>
                    <a:ea typeface="黑体" panose="02010609060101010101" charset="-122"/>
                    <a:cs typeface="黑体" panose="02010609060101010101" charset="-122"/>
                    <a:sym typeface="+mn-ea"/>
                  </a:rPr>
                  <a:t>人员计算机硬件知识储备不足，对代码可并行性掌握不准确，迫切需要更加方便快捷的并行编程方式</a:t>
                </a:r>
                <a:endParaRPr lang="zh-CN" altLang="en-US" sz="1600">
                  <a:latin typeface="黑体" panose="02010609060101010101" charset="-122"/>
                  <a:ea typeface="黑体" panose="02010609060101010101" charset="-122"/>
                  <a:cs typeface="黑体" panose="02010609060101010101" charset="-122"/>
                </a:endParaRPr>
              </a:p>
              <a:p>
                <a:pPr>
                  <a:lnSpc>
                    <a:spcPct val="150000"/>
                  </a:lnSpc>
                </a:pPr>
                <a:r>
                  <a:rPr lang="en-US" altLang="zh-CN" sz="1600">
                    <a:solidFill>
                      <a:srgbClr val="C00000"/>
                    </a:solidFill>
                    <a:latin typeface="黑体" panose="02010609060101010101" charset="-122"/>
                    <a:ea typeface="黑体" panose="02010609060101010101" charset="-122"/>
                    <a:cs typeface="黑体" panose="02010609060101010101" charset="-122"/>
                  </a:rPr>
                  <a:t>3.</a:t>
                </a:r>
                <a:r>
                  <a:rPr lang="zh-CN" altLang="en-US" sz="1600">
                    <a:solidFill>
                      <a:srgbClr val="C00000"/>
                    </a:solidFill>
                    <a:latin typeface="黑体" panose="02010609060101010101" charset="-122"/>
                    <a:ea typeface="黑体" panose="02010609060101010101" charset="-122"/>
                    <a:cs typeface="黑体" panose="02010609060101010101" charset="-122"/>
                  </a:rPr>
                  <a:t>建议标记语言舍弃函数调用而采用标签化结构</a:t>
                </a:r>
              </a:p>
            </p:txBody>
          </p:sp>
        </p:grpSp>
        <p:grpSp>
          <p:nvGrpSpPr>
            <p:cNvPr id="49" name="组合 18"/>
            <p:cNvGrpSpPr/>
            <p:nvPr/>
          </p:nvGrpSpPr>
          <p:grpSpPr>
            <a:xfrm>
              <a:off x="3915" y="7479"/>
              <a:ext cx="3425" cy="2257"/>
              <a:chOff x="1304924" y="3171825"/>
              <a:chExt cx="2647951" cy="1745305"/>
            </a:xfrm>
          </p:grpSpPr>
          <p:cxnSp>
            <p:nvCxnSpPr>
              <p:cNvPr id="50" name="直接连接符 49"/>
              <p:cNvCxnSpPr/>
              <p:nvPr>
                <p:custDataLst>
                  <p:tags r:id="rId3"/>
                </p:custDataLst>
              </p:nvPr>
            </p:nvCxnSpPr>
            <p:spPr>
              <a:xfrm>
                <a:off x="1390650" y="4791075"/>
                <a:ext cx="1866900" cy="0"/>
              </a:xfrm>
              <a:prstGeom prst="line">
                <a:avLst/>
              </a:prstGeom>
              <a:ln>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custDataLst>
                  <p:tags r:id="rId4"/>
                </p:custDataLst>
              </p:nvPr>
            </p:nvCxnSpPr>
            <p:spPr>
              <a:xfrm>
                <a:off x="1304924" y="4907605"/>
                <a:ext cx="2505076" cy="0"/>
              </a:xfrm>
              <a:prstGeom prst="line">
                <a:avLst/>
              </a:prstGeom>
              <a:ln>
                <a:solidFill>
                  <a:schemeClr val="accent6">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52" name="任意多边形 51"/>
              <p:cNvSpPr/>
              <p:nvPr>
                <p:custDataLst>
                  <p:tags r:id="rId5"/>
                </p:custDataLst>
              </p:nvPr>
            </p:nvSpPr>
            <p:spPr>
              <a:xfrm>
                <a:off x="1304924" y="3171825"/>
                <a:ext cx="2647951" cy="1745305"/>
              </a:xfrm>
              <a:custGeom>
                <a:avLst/>
                <a:gdLst>
                  <a:gd name="connsiteX0" fmla="*/ 1 w 2647951"/>
                  <a:gd name="connsiteY0" fmla="*/ 0 h 1743075"/>
                  <a:gd name="connsiteX1" fmla="*/ 2647951 w 2647951"/>
                  <a:gd name="connsiteY1" fmla="*/ 0 h 1743075"/>
                  <a:gd name="connsiteX2" fmla="*/ 2647951 w 2647951"/>
                  <a:gd name="connsiteY2" fmla="*/ 1266825 h 1743075"/>
                  <a:gd name="connsiteX3" fmla="*/ 297057 w 2647951"/>
                  <a:gd name="connsiteY3" fmla="*/ 1266825 h 1743075"/>
                  <a:gd name="connsiteX4" fmla="*/ 233437 w 2647951"/>
                  <a:gd name="connsiteY4" fmla="*/ 1329240 h 1743075"/>
                  <a:gd name="connsiteX5" fmla="*/ 0 w 2647951"/>
                  <a:gd name="connsiteY5" fmla="*/ 1743075 h 1743075"/>
                  <a:gd name="connsiteX6" fmla="*/ 0 w 2647951"/>
                  <a:gd name="connsiteY6" fmla="*/ 1114425 h 1743075"/>
                  <a:gd name="connsiteX7" fmla="*/ 1 w 2647951"/>
                  <a:gd name="connsiteY7" fmla="*/ 1114425 h 1743075"/>
                  <a:gd name="connsiteX0-1" fmla="*/ 1 w 2647951"/>
                  <a:gd name="connsiteY0-2" fmla="*/ 0 h 1743075"/>
                  <a:gd name="connsiteX1-3" fmla="*/ 2647951 w 2647951"/>
                  <a:gd name="connsiteY1-4" fmla="*/ 0 h 1743075"/>
                  <a:gd name="connsiteX2-5" fmla="*/ 2647951 w 2647951"/>
                  <a:gd name="connsiteY2-6" fmla="*/ 1266825 h 1743075"/>
                  <a:gd name="connsiteX3-7" fmla="*/ 297057 w 2647951"/>
                  <a:gd name="connsiteY3-8" fmla="*/ 1266825 h 1743075"/>
                  <a:gd name="connsiteX4-9" fmla="*/ 233437 w 2647951"/>
                  <a:gd name="connsiteY4-10" fmla="*/ 1329240 h 1743075"/>
                  <a:gd name="connsiteX5-11" fmla="*/ 0 w 2647951"/>
                  <a:gd name="connsiteY5-12" fmla="*/ 1743075 h 1743075"/>
                  <a:gd name="connsiteX6-13" fmla="*/ 0 w 2647951"/>
                  <a:gd name="connsiteY6-14" fmla="*/ 1114425 h 1743075"/>
                  <a:gd name="connsiteX7-15" fmla="*/ 1 w 2647951"/>
                  <a:gd name="connsiteY7-16" fmla="*/ 1114425 h 1743075"/>
                  <a:gd name="connsiteX8" fmla="*/ 1 w 2647951"/>
                  <a:gd name="connsiteY8" fmla="*/ 0 h 1743075"/>
                  <a:gd name="connsiteX0-17" fmla="*/ 1 w 2647951"/>
                  <a:gd name="connsiteY0-18" fmla="*/ 0 h 1743075"/>
                  <a:gd name="connsiteX1-19" fmla="*/ 2647951 w 2647951"/>
                  <a:gd name="connsiteY1-20" fmla="*/ 0 h 1743075"/>
                  <a:gd name="connsiteX2-21" fmla="*/ 2647951 w 2647951"/>
                  <a:gd name="connsiteY2-22" fmla="*/ 1266825 h 1743075"/>
                  <a:gd name="connsiteX3-23" fmla="*/ 516132 w 2647951"/>
                  <a:gd name="connsiteY3-24" fmla="*/ 1323975 h 1743075"/>
                  <a:gd name="connsiteX4-25" fmla="*/ 233437 w 2647951"/>
                  <a:gd name="connsiteY4-26" fmla="*/ 1329240 h 1743075"/>
                  <a:gd name="connsiteX5-27" fmla="*/ 0 w 2647951"/>
                  <a:gd name="connsiteY5-28" fmla="*/ 1743075 h 1743075"/>
                  <a:gd name="connsiteX6-29" fmla="*/ 0 w 2647951"/>
                  <a:gd name="connsiteY6-30" fmla="*/ 1114425 h 1743075"/>
                  <a:gd name="connsiteX7-31" fmla="*/ 1 w 2647951"/>
                  <a:gd name="connsiteY7-32" fmla="*/ 1114425 h 1743075"/>
                  <a:gd name="connsiteX8-33" fmla="*/ 1 w 2647951"/>
                  <a:gd name="connsiteY8-34" fmla="*/ 0 h 1743075"/>
                  <a:gd name="connsiteX0-35" fmla="*/ 1 w 2647951"/>
                  <a:gd name="connsiteY0-36" fmla="*/ 0 h 1743075"/>
                  <a:gd name="connsiteX1-37" fmla="*/ 2647951 w 2647951"/>
                  <a:gd name="connsiteY1-38" fmla="*/ 0 h 1743075"/>
                  <a:gd name="connsiteX2-39" fmla="*/ 2647951 w 2647951"/>
                  <a:gd name="connsiteY2-40" fmla="*/ 1266825 h 1743075"/>
                  <a:gd name="connsiteX3-41" fmla="*/ 516132 w 2647951"/>
                  <a:gd name="connsiteY3-42" fmla="*/ 1323975 h 1743075"/>
                  <a:gd name="connsiteX4-43" fmla="*/ 233437 w 2647951"/>
                  <a:gd name="connsiteY4-44" fmla="*/ 1329240 h 1743075"/>
                  <a:gd name="connsiteX5-45" fmla="*/ 0 w 2647951"/>
                  <a:gd name="connsiteY5-46" fmla="*/ 1743075 h 1743075"/>
                  <a:gd name="connsiteX6-47" fmla="*/ 0 w 2647951"/>
                  <a:gd name="connsiteY6-48" fmla="*/ 1114425 h 1743075"/>
                  <a:gd name="connsiteX7-49" fmla="*/ 1 w 2647951"/>
                  <a:gd name="connsiteY7-50" fmla="*/ 1114425 h 1743075"/>
                  <a:gd name="connsiteX8-51" fmla="*/ 1 w 2647951"/>
                  <a:gd name="connsiteY8-52" fmla="*/ 0 h 1743075"/>
                  <a:gd name="connsiteX0-53" fmla="*/ 1 w 2647951"/>
                  <a:gd name="connsiteY0-54" fmla="*/ 0 h 1745366"/>
                  <a:gd name="connsiteX1-55" fmla="*/ 2647951 w 2647951"/>
                  <a:gd name="connsiteY1-56" fmla="*/ 0 h 1745366"/>
                  <a:gd name="connsiteX2-57" fmla="*/ 2647951 w 2647951"/>
                  <a:gd name="connsiteY2-58" fmla="*/ 1266825 h 1745366"/>
                  <a:gd name="connsiteX3-59" fmla="*/ 516132 w 2647951"/>
                  <a:gd name="connsiteY3-60" fmla="*/ 1323975 h 1745366"/>
                  <a:gd name="connsiteX4-61" fmla="*/ 0 w 2647951"/>
                  <a:gd name="connsiteY4-62" fmla="*/ 1743075 h 1745366"/>
                  <a:gd name="connsiteX5-63" fmla="*/ 0 w 2647951"/>
                  <a:gd name="connsiteY5-64" fmla="*/ 1114425 h 1745366"/>
                  <a:gd name="connsiteX6-65" fmla="*/ 1 w 2647951"/>
                  <a:gd name="connsiteY6-66" fmla="*/ 1114425 h 1745366"/>
                  <a:gd name="connsiteX7-67" fmla="*/ 1 w 2647951"/>
                  <a:gd name="connsiteY7-68" fmla="*/ 0 h 1745366"/>
                  <a:gd name="connsiteX0-69" fmla="*/ 1 w 2647951"/>
                  <a:gd name="connsiteY0-70" fmla="*/ 0 h 1745305"/>
                  <a:gd name="connsiteX1-71" fmla="*/ 2647951 w 2647951"/>
                  <a:gd name="connsiteY1-72" fmla="*/ 0 h 1745305"/>
                  <a:gd name="connsiteX2-73" fmla="*/ 2638426 w 2647951"/>
                  <a:gd name="connsiteY2-74" fmla="*/ 1333500 h 1745305"/>
                  <a:gd name="connsiteX3-75" fmla="*/ 516132 w 2647951"/>
                  <a:gd name="connsiteY3-76" fmla="*/ 1323975 h 1745305"/>
                  <a:gd name="connsiteX4-77" fmla="*/ 0 w 2647951"/>
                  <a:gd name="connsiteY4-78" fmla="*/ 1743075 h 1745305"/>
                  <a:gd name="connsiteX5-79" fmla="*/ 0 w 2647951"/>
                  <a:gd name="connsiteY5-80" fmla="*/ 1114425 h 1745305"/>
                  <a:gd name="connsiteX6-81" fmla="*/ 1 w 2647951"/>
                  <a:gd name="connsiteY6-82" fmla="*/ 1114425 h 1745305"/>
                  <a:gd name="connsiteX7-83" fmla="*/ 1 w 2647951"/>
                  <a:gd name="connsiteY7-84" fmla="*/ 0 h 1745305"/>
                </a:gdLst>
                <a:ahLst/>
                <a:cxnLst>
                  <a:cxn ang="0">
                    <a:pos x="connsiteX0-69" y="connsiteY0-70"/>
                  </a:cxn>
                  <a:cxn ang="0">
                    <a:pos x="connsiteX1-71" y="connsiteY1-72"/>
                  </a:cxn>
                  <a:cxn ang="0">
                    <a:pos x="connsiteX2-73" y="connsiteY2-74"/>
                  </a:cxn>
                  <a:cxn ang="0">
                    <a:pos x="connsiteX3-75" y="connsiteY3-76"/>
                  </a:cxn>
                  <a:cxn ang="0">
                    <a:pos x="connsiteX4-77" y="connsiteY4-78"/>
                  </a:cxn>
                  <a:cxn ang="0">
                    <a:pos x="connsiteX5-79" y="connsiteY5-80"/>
                  </a:cxn>
                  <a:cxn ang="0">
                    <a:pos x="connsiteX6-81" y="connsiteY6-82"/>
                  </a:cxn>
                  <a:cxn ang="0">
                    <a:pos x="connsiteX7-83" y="connsiteY7-84"/>
                  </a:cxn>
                </a:cxnLst>
                <a:rect l="l" t="t" r="r" b="b"/>
                <a:pathLst>
                  <a:path w="2647951" h="1745305">
                    <a:moveTo>
                      <a:pt x="1" y="0"/>
                    </a:moveTo>
                    <a:lnTo>
                      <a:pt x="2647951" y="0"/>
                    </a:lnTo>
                    <a:lnTo>
                      <a:pt x="2638426" y="1333500"/>
                    </a:lnTo>
                    <a:cubicBezTo>
                      <a:pt x="2246610" y="1544638"/>
                      <a:pt x="955870" y="1255713"/>
                      <a:pt x="516132" y="1323975"/>
                    </a:cubicBezTo>
                    <a:cubicBezTo>
                      <a:pt x="76394" y="1392237"/>
                      <a:pt x="86022" y="1778000"/>
                      <a:pt x="0" y="1743075"/>
                    </a:cubicBezTo>
                    <a:lnTo>
                      <a:pt x="0" y="1114425"/>
                    </a:lnTo>
                    <a:lnTo>
                      <a:pt x="1" y="1114425"/>
                    </a:lnTo>
                    <a:lnTo>
                      <a:pt x="1" y="0"/>
                    </a:lnTo>
                    <a:close/>
                  </a:path>
                </a:pathLst>
              </a:cu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378000" rtlCol="0" anchor="ctr">
                <a:normAutofit/>
              </a:bodyPr>
              <a:lstStyle/>
              <a:p>
                <a:pPr algn="ctr" fontAlgn="base">
                  <a:lnSpc>
                    <a:spcPct val="150000"/>
                  </a:lnSpc>
                </a:pPr>
                <a:r>
                  <a:rPr lang="zh-CN" altLang="en-US" sz="1800" strike="noStrike" noProof="1">
                    <a:solidFill>
                      <a:schemeClr val="bg1"/>
                    </a:solidFill>
                  </a:rPr>
                  <a:t>实用性</a:t>
                </a:r>
              </a:p>
            </p:txBody>
          </p:sp>
          <p:sp>
            <p:nvSpPr>
              <p:cNvPr id="53" name="文本框 52"/>
              <p:cNvSpPr txBox="1"/>
              <p:nvPr>
                <p:custDataLst>
                  <p:tags r:id="rId6"/>
                </p:custDataLst>
              </p:nvPr>
            </p:nvSpPr>
            <p:spPr>
              <a:xfrm>
                <a:off x="3295650" y="4539734"/>
                <a:ext cx="476250" cy="369332"/>
              </a:xfrm>
              <a:prstGeom prst="rect">
                <a:avLst/>
              </a:prstGeom>
              <a:noFill/>
            </p:spPr>
            <p:txBody>
              <a:bodyPr wrap="square" rtlCol="0" anchor="ctr">
                <a:normAutofit fontScale="80000" lnSpcReduction="10000"/>
              </a:bodyPr>
              <a:lstStyle/>
              <a:p>
                <a:pPr algn="ctr"/>
                <a:r>
                  <a:rPr lang="en-US" altLang="zh-CN" noProof="1">
                    <a:solidFill>
                      <a:schemeClr val="tx1">
                        <a:lumMod val="75000"/>
                        <a:lumOff val="25000"/>
                      </a:schemeClr>
                    </a:solidFill>
                    <a:latin typeface="Arial" panose="020B0604020202020204" pitchFamily="34" charset="0"/>
                    <a:ea typeface="宋体" panose="02010600030101010101" pitchFamily="2" charset="-122"/>
                    <a:cs typeface="+mn-cs"/>
                  </a:rPr>
                  <a:t>B</a:t>
                </a:r>
                <a:endParaRPr lang="zh-CN" altLang="en-US" noProof="1">
                  <a:solidFill>
                    <a:schemeClr val="tx1">
                      <a:lumMod val="75000"/>
                      <a:lumOff val="25000"/>
                    </a:schemeClr>
                  </a:solidFill>
                </a:endParaRPr>
              </a:p>
            </p:txBody>
          </p:sp>
        </p:grpSp>
        <p:sp>
          <p:nvSpPr>
            <p:cNvPr id="54" name="文本框 1"/>
            <p:cNvSpPr txBox="1"/>
            <p:nvPr/>
          </p:nvSpPr>
          <p:spPr>
            <a:xfrm>
              <a:off x="7741" y="7373"/>
              <a:ext cx="9889" cy="2470"/>
            </a:xfrm>
            <a:prstGeom prst="rect">
              <a:avLst/>
            </a:prstGeom>
            <a:noFill/>
            <a:ln w="9525" cap="flat" cmpd="sng">
              <a:solidFill>
                <a:schemeClr val="tx1"/>
              </a:solidFill>
              <a:prstDash val="solid"/>
              <a:round/>
              <a:headEnd type="none" w="med" len="med"/>
              <a:tailEnd type="none" w="med" len="med"/>
            </a:ln>
          </p:spPr>
          <p:txBody>
            <a:bodyPr wrap="square" anchor="t">
              <a:spAutoFit/>
            </a:bodyPr>
            <a:lstStyle/>
            <a:p>
              <a:pPr>
                <a:lnSpc>
                  <a:spcPct val="150000"/>
                </a:lnSpc>
              </a:pPr>
              <a:r>
                <a:rPr lang="en-US" altLang="zh-CN" sz="1600">
                  <a:latin typeface="黑体" panose="02010609060101010101" charset="-122"/>
                  <a:ea typeface="黑体" panose="02010609060101010101" charset="-122"/>
                  <a:cs typeface="黑体" panose="02010609060101010101" charset="-122"/>
                </a:rPr>
                <a:t>1.</a:t>
              </a:r>
              <a:r>
                <a:rPr lang="zh-CN" altLang="en-US" sz="1600">
                  <a:latin typeface="黑体" panose="02010609060101010101" charset="-122"/>
                  <a:ea typeface="黑体" panose="02010609060101010101" charset="-122"/>
                  <a:cs typeface="黑体" panose="02010609060101010101" charset="-122"/>
                </a:rPr>
                <a:t>简化并行编程接口，降低并行编程技术门槛</a:t>
              </a:r>
            </a:p>
            <a:p>
              <a:pPr>
                <a:lnSpc>
                  <a:spcPct val="150000"/>
                </a:lnSpc>
              </a:pPr>
              <a:r>
                <a:rPr lang="en-US" altLang="zh-CN" sz="1600">
                  <a:latin typeface="黑体" panose="02010609060101010101" charset="-122"/>
                  <a:ea typeface="黑体" panose="02010609060101010101" charset="-122"/>
                  <a:cs typeface="黑体" panose="02010609060101010101" charset="-122"/>
                </a:rPr>
                <a:t>2.</a:t>
              </a:r>
              <a:r>
                <a:rPr lang="zh-CN" altLang="en-US" sz="1600">
                  <a:latin typeface="黑体" panose="02010609060101010101" charset="-122"/>
                  <a:ea typeface="黑体" panose="02010609060101010101" charset="-122"/>
                  <a:cs typeface="黑体" panose="02010609060101010101" charset="-122"/>
                </a:rPr>
                <a:t>对接从业人员能力短板，提供易懂易用、方便快捷的并行编程方式</a:t>
              </a:r>
              <a:endParaRPr lang="en-US" altLang="zh-CN" sz="1600">
                <a:latin typeface="黑体" panose="02010609060101010101" charset="-122"/>
                <a:ea typeface="黑体" panose="02010609060101010101" charset="-122"/>
                <a:cs typeface="黑体" panose="02010609060101010101" charset="-122"/>
              </a:endParaRPr>
            </a:p>
            <a:p>
              <a:pPr>
                <a:lnSpc>
                  <a:spcPct val="150000"/>
                </a:lnSpc>
              </a:pPr>
              <a:r>
                <a:rPr lang="zh-CN" altLang="en-US" sz="1600">
                  <a:latin typeface="黑体" panose="02010609060101010101" charset="-122"/>
                  <a:ea typeface="黑体" panose="02010609060101010101" charset="-122"/>
                  <a:cs typeface="黑体" panose="02010609060101010101" charset="-122"/>
                </a:rPr>
                <a:t>3.</a:t>
              </a:r>
              <a:r>
                <a:rPr lang="zh-CN" altLang="en-US" sz="1600">
                  <a:latin typeface="黑体" panose="02010609060101010101" charset="-122"/>
                  <a:ea typeface="黑体" panose="02010609060101010101" charset="-122"/>
                  <a:cs typeface="黑体" panose="02010609060101010101" charset="-122"/>
                  <a:sym typeface="+mn-ea"/>
                </a:rPr>
                <a:t>在并行编程方面最大限度地平衡数据处理需求和实际处理效率之间的不平衡关系</a:t>
              </a:r>
              <a:endParaRPr lang="zh-CN" altLang="en-US" sz="1600">
                <a:latin typeface="黑体" panose="02010609060101010101" charset="-122"/>
                <a:ea typeface="黑体" panose="02010609060101010101" charset="-122"/>
                <a:cs typeface="黑体" panose="02010609060101010101" charset="-122"/>
              </a:endParaRPr>
            </a:p>
          </p:txBody>
        </p:sp>
      </p:grpSp>
      <p:sp>
        <p:nvSpPr>
          <p:cNvPr id="82" name="右大括号 81"/>
          <p:cNvSpPr/>
          <p:nvPr/>
        </p:nvSpPr>
        <p:spPr>
          <a:xfrm>
            <a:off x="9703435" y="1581785"/>
            <a:ext cx="665480" cy="253619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3" name="文本框 82"/>
          <p:cNvSpPr txBox="1"/>
          <p:nvPr/>
        </p:nvSpPr>
        <p:spPr>
          <a:xfrm>
            <a:off x="10512425" y="2665730"/>
            <a:ext cx="868680" cy="368300"/>
          </a:xfrm>
          <a:prstGeom prst="rect">
            <a:avLst/>
          </a:prstGeom>
          <a:noFill/>
        </p:spPr>
        <p:txBody>
          <a:bodyPr wrap="none" rtlCol="0">
            <a:spAutoFit/>
          </a:bodyPr>
          <a:lstStyle/>
          <a:p>
            <a:r>
              <a:rPr lang="zh-CN" altLang="en-US" b="1">
                <a:solidFill>
                  <a:srgbClr val="FF0000"/>
                </a:solidFill>
              </a:rPr>
              <a:t>有需求</a:t>
            </a:r>
          </a:p>
        </p:txBody>
      </p:sp>
      <p:sp>
        <p:nvSpPr>
          <p:cNvPr id="85" name="右大括号 84"/>
          <p:cNvSpPr/>
          <p:nvPr/>
        </p:nvSpPr>
        <p:spPr>
          <a:xfrm>
            <a:off x="9703435" y="4669155"/>
            <a:ext cx="665480" cy="1569085"/>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6" name="文本框 85"/>
          <p:cNvSpPr txBox="1"/>
          <p:nvPr/>
        </p:nvSpPr>
        <p:spPr>
          <a:xfrm>
            <a:off x="10512425" y="5269230"/>
            <a:ext cx="868680" cy="368300"/>
          </a:xfrm>
          <a:prstGeom prst="rect">
            <a:avLst/>
          </a:prstGeom>
          <a:noFill/>
        </p:spPr>
        <p:txBody>
          <a:bodyPr wrap="none" rtlCol="0">
            <a:spAutoFit/>
          </a:bodyPr>
          <a:lstStyle/>
          <a:p>
            <a:r>
              <a:rPr lang="zh-CN" altLang="en-US" b="1">
                <a:solidFill>
                  <a:srgbClr val="FF0000"/>
                </a:solidFill>
              </a:rPr>
              <a:t>有意义</a:t>
            </a:r>
          </a:p>
        </p:txBody>
      </p:sp>
      <p:pic>
        <p:nvPicPr>
          <p:cNvPr id="87" name="图片 86" descr="timg"/>
          <p:cNvPicPr>
            <a:picLocks noChangeAspect="1"/>
          </p:cNvPicPr>
          <p:nvPr/>
        </p:nvPicPr>
        <p:blipFill>
          <a:blip r:embed="rId20"/>
          <a:stretch>
            <a:fillRect/>
          </a:stretch>
        </p:blipFill>
        <p:spPr>
          <a:xfrm>
            <a:off x="9907270" y="2540"/>
            <a:ext cx="2282190" cy="992505"/>
          </a:xfrm>
          <a:prstGeom prst="rect">
            <a:avLst/>
          </a:prstGeom>
        </p:spPr>
      </p:pic>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custDataLst>
              <p:tags r:id="rId2"/>
            </p:custDataLst>
          </p:nvPr>
        </p:nvSpPr>
        <p:spPr>
          <a:xfrm>
            <a:off x="641985" y="52070"/>
            <a:ext cx="2964815" cy="417830"/>
          </a:xfrm>
        </p:spPr>
        <p:txBody>
          <a:bodyPr lIns="0" tIns="0" rIns="0" bIns="0" anchor="ctr" anchorCtr="1">
            <a:normAutofit fontScale="90000"/>
          </a:bodyPr>
          <a:lstStyle/>
          <a:p>
            <a:r>
              <a:rPr lang="zh-CN" altLang="en-US" dirty="0">
                <a:solidFill>
                  <a:srgbClr val="C00000"/>
                </a:solidFill>
              </a:rPr>
              <a:t>相关研究现状分析</a:t>
            </a:r>
          </a:p>
        </p:txBody>
      </p:sp>
      <p:grpSp>
        <p:nvGrpSpPr>
          <p:cNvPr id="21506" name="组合 7"/>
          <p:cNvGrpSpPr/>
          <p:nvPr/>
        </p:nvGrpSpPr>
        <p:grpSpPr>
          <a:xfrm>
            <a:off x="166370" y="208280"/>
            <a:ext cx="366395" cy="193040"/>
            <a:chOff x="1990725" y="838200"/>
            <a:chExt cx="295275" cy="142875"/>
          </a:xfrm>
        </p:grpSpPr>
        <p:cxnSp>
          <p:nvCxnSpPr>
            <p:cNvPr id="4" name="直接连接符 3"/>
            <p:cNvCxnSpPr/>
            <p:nvPr>
              <p:custDataLst>
                <p:tags r:id="rId3"/>
              </p:custDataLst>
            </p:nvPr>
          </p:nvCxnSpPr>
          <p:spPr>
            <a:xfrm>
              <a:off x="1990725" y="838200"/>
              <a:ext cx="295275"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4"/>
              </p:custDataLst>
            </p:nvPr>
          </p:nvCxnSpPr>
          <p:spPr>
            <a:xfrm>
              <a:off x="1990725" y="909637"/>
              <a:ext cx="295275"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custDataLst>
                <p:tags r:id="rId5"/>
              </p:custDataLst>
            </p:nvPr>
          </p:nvCxnSpPr>
          <p:spPr>
            <a:xfrm>
              <a:off x="1990725" y="981075"/>
              <a:ext cx="295275"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grpSp>
      <p:pic>
        <p:nvPicPr>
          <p:cNvPr id="87" name="图片 86" descr="timg"/>
          <p:cNvPicPr>
            <a:picLocks noChangeAspect="1"/>
          </p:cNvPicPr>
          <p:nvPr/>
        </p:nvPicPr>
        <p:blipFill>
          <a:blip r:embed="rId8"/>
          <a:stretch>
            <a:fillRect/>
          </a:stretch>
        </p:blipFill>
        <p:spPr>
          <a:xfrm>
            <a:off x="9907270" y="2540"/>
            <a:ext cx="2282190" cy="992505"/>
          </a:xfrm>
          <a:prstGeom prst="rect">
            <a:avLst/>
          </a:prstGeom>
        </p:spPr>
      </p:pic>
      <p:graphicFrame>
        <p:nvGraphicFramePr>
          <p:cNvPr id="18" name="表格 17"/>
          <p:cNvGraphicFramePr/>
          <p:nvPr>
            <p:extLst>
              <p:ext uri="{D42A27DB-BD31-4B8C-83A1-F6EECF244321}">
                <p14:modId xmlns:p14="http://schemas.microsoft.com/office/powerpoint/2010/main" val="4038292007"/>
              </p:ext>
            </p:extLst>
          </p:nvPr>
        </p:nvGraphicFramePr>
        <p:xfrm>
          <a:off x="166370" y="1848485"/>
          <a:ext cx="11656695" cy="2875280"/>
        </p:xfrm>
        <a:graphic>
          <a:graphicData uri="http://schemas.openxmlformats.org/drawingml/2006/table">
            <a:tbl>
              <a:tblPr firstRow="1" firstCol="1">
                <a:tableStyleId>{5940675A-B579-460E-94D1-54222C63F5DA}</a:tableStyleId>
              </a:tblPr>
              <a:tblGrid>
                <a:gridCol w="2710180">
                  <a:extLst>
                    <a:ext uri="{9D8B030D-6E8A-4147-A177-3AD203B41FA5}">
                      <a16:colId xmlns:a16="http://schemas.microsoft.com/office/drawing/2014/main" val="20000"/>
                    </a:ext>
                  </a:extLst>
                </a:gridCol>
                <a:gridCol w="1605915">
                  <a:extLst>
                    <a:ext uri="{9D8B030D-6E8A-4147-A177-3AD203B41FA5}">
                      <a16:colId xmlns:a16="http://schemas.microsoft.com/office/drawing/2014/main" val="20001"/>
                    </a:ext>
                  </a:extLst>
                </a:gridCol>
                <a:gridCol w="1605280">
                  <a:extLst>
                    <a:ext uri="{9D8B030D-6E8A-4147-A177-3AD203B41FA5}">
                      <a16:colId xmlns:a16="http://schemas.microsoft.com/office/drawing/2014/main" val="20002"/>
                    </a:ext>
                  </a:extLst>
                </a:gridCol>
                <a:gridCol w="1394460">
                  <a:extLst>
                    <a:ext uri="{9D8B030D-6E8A-4147-A177-3AD203B41FA5}">
                      <a16:colId xmlns:a16="http://schemas.microsoft.com/office/drawing/2014/main" val="20003"/>
                    </a:ext>
                  </a:extLst>
                </a:gridCol>
                <a:gridCol w="1488440">
                  <a:extLst>
                    <a:ext uri="{9D8B030D-6E8A-4147-A177-3AD203B41FA5}">
                      <a16:colId xmlns:a16="http://schemas.microsoft.com/office/drawing/2014/main" val="20004"/>
                    </a:ext>
                  </a:extLst>
                </a:gridCol>
                <a:gridCol w="1513840">
                  <a:extLst>
                    <a:ext uri="{9D8B030D-6E8A-4147-A177-3AD203B41FA5}">
                      <a16:colId xmlns:a16="http://schemas.microsoft.com/office/drawing/2014/main" val="20005"/>
                    </a:ext>
                  </a:extLst>
                </a:gridCol>
                <a:gridCol w="1338580">
                  <a:extLst>
                    <a:ext uri="{9D8B030D-6E8A-4147-A177-3AD203B41FA5}">
                      <a16:colId xmlns:a16="http://schemas.microsoft.com/office/drawing/2014/main" val="20006"/>
                    </a:ext>
                  </a:extLst>
                </a:gridCol>
              </a:tblGrid>
              <a:tr h="783590">
                <a:tc>
                  <a:txBody>
                    <a:bodyPr/>
                    <a:lstStyle/>
                    <a:p>
                      <a:pPr algn="ctr">
                        <a:buNone/>
                      </a:pPr>
                      <a:endParaRPr lang="zh-CN" altLang="en-US" sz="1600">
                        <a:latin typeface="黑体" panose="02010609060101010101" charset="-122"/>
                        <a:ea typeface="黑体" panose="02010609060101010101" charset="-122"/>
                      </a:endParaRPr>
                    </a:p>
                  </a:txBody>
                  <a:tcPr anchor="ctr">
                    <a:solidFill>
                      <a:srgbClr val="BC4042"/>
                    </a:solidFill>
                  </a:tcPr>
                </a:tc>
                <a:tc>
                  <a:txBody>
                    <a:bodyPr/>
                    <a:lstStyle/>
                    <a:p>
                      <a:pPr algn="ctr">
                        <a:buNone/>
                      </a:pPr>
                      <a:r>
                        <a:rPr lang="zh-CN" altLang="en-US" sz="1600" dirty="0">
                          <a:solidFill>
                            <a:schemeClr val="bg1"/>
                          </a:solidFill>
                          <a:latin typeface="黑体" panose="02010609060101010101" charset="-122"/>
                          <a:ea typeface="黑体" panose="02010609060101010101" charset="-122"/>
                          <a:cs typeface="宋体" panose="02010600030101010101" pitchFamily="2" charset="-122"/>
                          <a:sym typeface="+mn-ea"/>
                        </a:rPr>
                        <a:t>业务应用集成</a:t>
                      </a:r>
                    </a:p>
                  </a:txBody>
                  <a:tcPr anchor="ctr">
                    <a:solidFill>
                      <a:srgbClr val="BC4042"/>
                    </a:solidFill>
                  </a:tcPr>
                </a:tc>
                <a:tc>
                  <a:txBody>
                    <a:bodyPr/>
                    <a:lstStyle/>
                    <a:p>
                      <a:pPr algn="ctr">
                        <a:buNone/>
                      </a:pPr>
                      <a:r>
                        <a:rPr lang="zh-CN" altLang="en-US" sz="1600" dirty="0">
                          <a:solidFill>
                            <a:schemeClr val="bg1"/>
                          </a:solidFill>
                          <a:latin typeface="黑体" panose="02010609060101010101" charset="-122"/>
                          <a:ea typeface="黑体" panose="02010609060101010101" charset="-122"/>
                        </a:rPr>
                        <a:t>处理算法覆盖</a:t>
                      </a:r>
                    </a:p>
                  </a:txBody>
                  <a:tcPr anchor="ctr">
                    <a:solidFill>
                      <a:srgbClr val="BC4042"/>
                    </a:solidFill>
                  </a:tcPr>
                </a:tc>
                <a:tc>
                  <a:txBody>
                    <a:bodyPr/>
                    <a:lstStyle/>
                    <a:p>
                      <a:pPr algn="ctr">
                        <a:buNone/>
                      </a:pPr>
                      <a:r>
                        <a:rPr lang="zh-CN" altLang="en-US" sz="1600" dirty="0">
                          <a:solidFill>
                            <a:schemeClr val="bg1"/>
                          </a:solidFill>
                          <a:latin typeface="黑体" panose="02010609060101010101" charset="-122"/>
                          <a:ea typeface="黑体" panose="02010609060101010101" charset="-122"/>
                          <a:cs typeface="宋体" panose="02010600030101010101" pitchFamily="2" charset="-122"/>
                          <a:sym typeface="+mn-ea"/>
                        </a:rPr>
                        <a:t>数据管理</a:t>
                      </a:r>
                    </a:p>
                  </a:txBody>
                  <a:tcPr anchor="ctr">
                    <a:solidFill>
                      <a:srgbClr val="BC4042"/>
                    </a:solidFill>
                  </a:tcPr>
                </a:tc>
                <a:tc>
                  <a:txBody>
                    <a:bodyPr/>
                    <a:lstStyle/>
                    <a:p>
                      <a:pPr algn="ctr">
                        <a:buNone/>
                      </a:pPr>
                      <a:r>
                        <a:rPr lang="zh-CN" altLang="en-US" sz="1600" dirty="0">
                          <a:solidFill>
                            <a:schemeClr val="bg1"/>
                          </a:solidFill>
                          <a:latin typeface="黑体" panose="02010609060101010101" charset="-122"/>
                          <a:ea typeface="黑体" panose="02010609060101010101" charset="-122"/>
                          <a:cs typeface="宋体" panose="02010600030101010101" pitchFamily="2" charset="-122"/>
                          <a:sym typeface="+mn-ea"/>
                        </a:rPr>
                        <a:t>作业调度管理</a:t>
                      </a:r>
                    </a:p>
                  </a:txBody>
                  <a:tcPr anchor="ctr">
                    <a:solidFill>
                      <a:srgbClr val="BC4042"/>
                    </a:solidFill>
                  </a:tcPr>
                </a:tc>
                <a:tc>
                  <a:txBody>
                    <a:bodyPr/>
                    <a:lstStyle/>
                    <a:p>
                      <a:pPr algn="ctr">
                        <a:buNone/>
                      </a:pPr>
                      <a:r>
                        <a:rPr lang="zh-CN" altLang="en-US" sz="1600" dirty="0">
                          <a:solidFill>
                            <a:schemeClr val="bg1"/>
                          </a:solidFill>
                          <a:latin typeface="黑体" panose="02010609060101010101" charset="-122"/>
                          <a:ea typeface="黑体" panose="02010609060101010101" charset="-122"/>
                        </a:rPr>
                        <a:t>自主编程方式</a:t>
                      </a:r>
                    </a:p>
                  </a:txBody>
                  <a:tcPr anchor="ctr">
                    <a:solidFill>
                      <a:srgbClr val="BC4042"/>
                    </a:solidFill>
                  </a:tcPr>
                </a:tc>
                <a:tc>
                  <a:txBody>
                    <a:bodyPr/>
                    <a:lstStyle/>
                    <a:p>
                      <a:pPr algn="ctr">
                        <a:buNone/>
                      </a:pPr>
                      <a:r>
                        <a:rPr lang="zh-CN" altLang="en-US" sz="1600" dirty="0">
                          <a:solidFill>
                            <a:schemeClr val="bg1"/>
                          </a:solidFill>
                          <a:latin typeface="黑体" panose="02010609060101010101" charset="-122"/>
                          <a:ea typeface="黑体" panose="02010609060101010101" charset="-122"/>
                        </a:rPr>
                        <a:t>应用形式</a:t>
                      </a:r>
                    </a:p>
                  </a:txBody>
                  <a:tcPr anchor="ctr">
                    <a:solidFill>
                      <a:srgbClr val="BC4042"/>
                    </a:solidFill>
                  </a:tcPr>
                </a:tc>
                <a:extLst>
                  <a:ext uri="{0D108BD9-81ED-4DB2-BD59-A6C34878D82A}">
                    <a16:rowId xmlns:a16="http://schemas.microsoft.com/office/drawing/2014/main" val="10000"/>
                  </a:ext>
                </a:extLst>
              </a:tr>
              <a:tr h="715010">
                <a:tc>
                  <a:txBody>
                    <a:bodyPr/>
                    <a:lstStyle/>
                    <a:p>
                      <a:pPr algn="ctr">
                        <a:buNone/>
                      </a:pPr>
                      <a:r>
                        <a:rPr lang="en-US" altLang="zh-CN" sz="1600" dirty="0">
                          <a:latin typeface="黑体" panose="02010609060101010101" charset="-122"/>
                          <a:ea typeface="黑体" panose="02010609060101010101" charset="-122"/>
                          <a:cs typeface="宋体" panose="02010600030101010101" pitchFamily="2" charset="-122"/>
                          <a:sym typeface="+mn-ea"/>
                        </a:rPr>
                        <a:t>Seismic Unix</a:t>
                      </a:r>
                      <a:r>
                        <a:rPr lang="zh-CN" altLang="en-US" sz="1600" dirty="0">
                          <a:latin typeface="黑体" panose="02010609060101010101" charset="-122"/>
                          <a:ea typeface="黑体" panose="02010609060101010101" charset="-122"/>
                          <a:cs typeface="宋体" panose="02010600030101010101" pitchFamily="2" charset="-122"/>
                          <a:sym typeface="+mn-ea"/>
                        </a:rPr>
                        <a:t>（研究）</a:t>
                      </a:r>
                    </a:p>
                  </a:txBody>
                  <a:tcPr anchor="ctr"/>
                </a:tc>
                <a:tc>
                  <a:txBody>
                    <a:bodyPr/>
                    <a:lstStyle/>
                    <a:p>
                      <a:pPr algn="ctr">
                        <a:buNone/>
                      </a:pPr>
                      <a:r>
                        <a:rPr lang="zh-CN" altLang="en-US" sz="1600">
                          <a:latin typeface="黑体" panose="02010609060101010101" charset="-122"/>
                          <a:ea typeface="黑体" panose="02010609060101010101" charset="-122"/>
                        </a:rPr>
                        <a:t>×</a:t>
                      </a:r>
                    </a:p>
                  </a:txBody>
                  <a:tcPr anchor="ctr"/>
                </a:tc>
                <a:tc>
                  <a:txBody>
                    <a:bodyPr/>
                    <a:lstStyle/>
                    <a:p>
                      <a:pPr algn="ctr">
                        <a:buNone/>
                      </a:pPr>
                      <a:r>
                        <a:rPr lang="en-US" altLang="zh-CN" sz="1600" dirty="0">
                          <a:latin typeface="黑体" panose="02010609060101010101" charset="-122"/>
                          <a:ea typeface="黑体" panose="02010609060101010101" charset="-122"/>
                          <a:sym typeface="+mn-ea"/>
                        </a:rPr>
                        <a:t>√</a:t>
                      </a:r>
                    </a:p>
                  </a:txBody>
                  <a:tcPr anchor="ctr"/>
                </a:tc>
                <a:tc>
                  <a:txBody>
                    <a:bodyPr/>
                    <a:lstStyle/>
                    <a:p>
                      <a:pPr algn="ctr">
                        <a:buNone/>
                      </a:pPr>
                      <a:r>
                        <a:rPr lang="en-US" altLang="zh-CN" sz="1600" dirty="0">
                          <a:latin typeface="黑体" panose="02010609060101010101" charset="-122"/>
                          <a:ea typeface="黑体" panose="02010609060101010101" charset="-122"/>
                        </a:rPr>
                        <a:t>√</a:t>
                      </a:r>
                    </a:p>
                  </a:txBody>
                  <a:tcPr anchor="ctr"/>
                </a:tc>
                <a:tc>
                  <a:txBody>
                    <a:bodyPr/>
                    <a:lstStyle/>
                    <a:p>
                      <a:pPr algn="ctr">
                        <a:buNone/>
                      </a:pPr>
                      <a:r>
                        <a:rPr lang="zh-CN" altLang="en-US" sz="1600">
                          <a:latin typeface="黑体" panose="02010609060101010101" charset="-122"/>
                          <a:ea typeface="黑体" panose="02010609060101010101" charset="-122"/>
                          <a:sym typeface="+mn-ea"/>
                        </a:rPr>
                        <a:t>×</a:t>
                      </a:r>
                    </a:p>
                  </a:txBody>
                  <a:tcPr anchor="ctr"/>
                </a:tc>
                <a:tc>
                  <a:txBody>
                    <a:bodyPr/>
                    <a:lstStyle/>
                    <a:p>
                      <a:pPr algn="ctr">
                        <a:buNone/>
                      </a:pPr>
                      <a:r>
                        <a:rPr lang="zh-CN" altLang="en-US" sz="1600" dirty="0">
                          <a:latin typeface="黑体" panose="02010609060101010101" charset="-122"/>
                          <a:ea typeface="黑体" panose="02010609060101010101" charset="-122"/>
                          <a:sym typeface="+mn-ea"/>
                        </a:rPr>
                        <a:t>原始编程</a:t>
                      </a:r>
                    </a:p>
                  </a:txBody>
                  <a:tcPr anchor="ctr"/>
                </a:tc>
                <a:tc>
                  <a:txBody>
                    <a:bodyPr/>
                    <a:lstStyle/>
                    <a:p>
                      <a:pPr algn="ctr">
                        <a:buNone/>
                      </a:pPr>
                      <a:r>
                        <a:rPr lang="zh-CN" altLang="en-US" sz="1600">
                          <a:latin typeface="黑体" panose="02010609060101010101" charset="-122"/>
                          <a:ea typeface="黑体" panose="02010609060101010101" charset="-122"/>
                          <a:cs typeface="黑体" panose="02010609060101010101" charset="-122"/>
                        </a:rPr>
                        <a:t>命令行</a:t>
                      </a:r>
                      <a:r>
                        <a:rPr lang="en-US" altLang="zh-CN" sz="1600">
                          <a:latin typeface="黑体" panose="02010609060101010101" charset="-122"/>
                          <a:ea typeface="黑体" panose="02010609060101010101" charset="-122"/>
                          <a:cs typeface="黑体" panose="02010609060101010101" charset="-122"/>
                        </a:rPr>
                        <a:t>+</a:t>
                      </a:r>
                      <a:r>
                        <a:rPr lang="zh-CN" altLang="en-US" sz="1600">
                          <a:latin typeface="黑体" panose="02010609060101010101" charset="-122"/>
                          <a:ea typeface="黑体" panose="02010609060101010101" charset="-122"/>
                          <a:cs typeface="黑体" panose="02010609060101010101" charset="-122"/>
                        </a:rPr>
                        <a:t>窗口</a:t>
                      </a:r>
                    </a:p>
                  </a:txBody>
                  <a:tcPr anchor="ctr"/>
                </a:tc>
                <a:extLst>
                  <a:ext uri="{0D108BD9-81ED-4DB2-BD59-A6C34878D82A}">
                    <a16:rowId xmlns:a16="http://schemas.microsoft.com/office/drawing/2014/main" val="10001"/>
                  </a:ext>
                </a:extLst>
              </a:tr>
              <a:tr h="688340">
                <a:tc>
                  <a:txBody>
                    <a:bodyPr/>
                    <a:lstStyle/>
                    <a:p>
                      <a:pPr algn="ctr">
                        <a:buNone/>
                      </a:pPr>
                      <a:r>
                        <a:rPr lang="en-US" altLang="zh-CN" sz="1600" dirty="0">
                          <a:latin typeface="黑体" panose="02010609060101010101" charset="-122"/>
                          <a:ea typeface="黑体" panose="02010609060101010101" charset="-122"/>
                          <a:cs typeface="宋体" panose="02010600030101010101" pitchFamily="2" charset="-122"/>
                          <a:sym typeface="+mn-ea"/>
                        </a:rPr>
                        <a:t>Madagascar</a:t>
                      </a:r>
                      <a:r>
                        <a:rPr lang="zh-CN" altLang="en-US" sz="1600" dirty="0">
                          <a:latin typeface="黑体" panose="02010609060101010101" charset="-122"/>
                          <a:ea typeface="黑体" panose="02010609060101010101" charset="-122"/>
                          <a:cs typeface="宋体" panose="02010600030101010101" pitchFamily="2" charset="-122"/>
                          <a:sym typeface="+mn-ea"/>
                        </a:rPr>
                        <a:t>（研究）</a:t>
                      </a:r>
                      <a:endParaRPr lang="en-US" altLang="zh-CN" sz="1600" dirty="0">
                        <a:latin typeface="黑体" panose="02010609060101010101" charset="-122"/>
                        <a:ea typeface="黑体" panose="02010609060101010101" charset="-122"/>
                        <a:cs typeface="宋体" panose="02010600030101010101" pitchFamily="2" charset="-122"/>
                        <a:sym typeface="+mn-ea"/>
                      </a:endParaRPr>
                    </a:p>
                  </a:txBody>
                  <a:tcPr anchor="ctr"/>
                </a:tc>
                <a:tc>
                  <a:txBody>
                    <a:bodyPr/>
                    <a:lstStyle/>
                    <a:p>
                      <a:pPr algn="ctr">
                        <a:buNone/>
                      </a:pPr>
                      <a:r>
                        <a:rPr lang="zh-CN" altLang="en-US" sz="1600">
                          <a:latin typeface="黑体" panose="02010609060101010101" charset="-122"/>
                          <a:ea typeface="黑体" panose="02010609060101010101" charset="-122"/>
                          <a:sym typeface="+mn-ea"/>
                        </a:rPr>
                        <a:t>×</a:t>
                      </a:r>
                    </a:p>
                  </a:txBody>
                  <a:tcPr anchor="ctr"/>
                </a:tc>
                <a:tc>
                  <a:txBody>
                    <a:bodyPr/>
                    <a:lstStyle/>
                    <a:p>
                      <a:pPr algn="ctr">
                        <a:buNone/>
                      </a:pPr>
                      <a:r>
                        <a:rPr lang="zh-CN" altLang="en-US" sz="1600">
                          <a:latin typeface="黑体" panose="02010609060101010101" charset="-122"/>
                          <a:ea typeface="黑体" panose="02010609060101010101" charset="-122"/>
                        </a:rPr>
                        <a:t>√</a:t>
                      </a:r>
                    </a:p>
                  </a:txBody>
                  <a:tcPr anchor="ctr"/>
                </a:tc>
                <a:tc>
                  <a:txBody>
                    <a:bodyPr/>
                    <a:lstStyle/>
                    <a:p>
                      <a:pPr algn="ctr">
                        <a:buNone/>
                      </a:pPr>
                      <a:r>
                        <a:rPr lang="zh-CN" altLang="en-US" sz="1600">
                          <a:latin typeface="黑体" panose="02010609060101010101" charset="-122"/>
                          <a:ea typeface="黑体" panose="02010609060101010101" charset="-122"/>
                          <a:sym typeface="+mn-ea"/>
                        </a:rPr>
                        <a:t>√</a:t>
                      </a:r>
                    </a:p>
                  </a:txBody>
                  <a:tcPr anchor="ctr"/>
                </a:tc>
                <a:tc>
                  <a:txBody>
                    <a:bodyPr/>
                    <a:lstStyle/>
                    <a:p>
                      <a:pPr algn="ctr">
                        <a:buNone/>
                      </a:pPr>
                      <a:r>
                        <a:rPr lang="zh-CN" altLang="en-US" sz="1600" dirty="0">
                          <a:latin typeface="黑体" panose="02010609060101010101" charset="-122"/>
                          <a:ea typeface="黑体" panose="02010609060101010101" charset="-122"/>
                          <a:sym typeface="+mn-ea"/>
                        </a:rPr>
                        <a:t>×</a:t>
                      </a:r>
                    </a:p>
                  </a:txBody>
                  <a:tcPr anchor="ctr"/>
                </a:tc>
                <a:tc>
                  <a:txBody>
                    <a:bodyPr/>
                    <a:lstStyle/>
                    <a:p>
                      <a:pPr algn="ctr">
                        <a:buNone/>
                      </a:pPr>
                      <a:r>
                        <a:rPr lang="zh-CN" altLang="en-US" sz="1600" dirty="0">
                          <a:latin typeface="黑体" panose="02010609060101010101" charset="-122"/>
                          <a:ea typeface="黑体" panose="02010609060101010101" charset="-122"/>
                          <a:sym typeface="+mn-ea"/>
                        </a:rPr>
                        <a:t>原始编程</a:t>
                      </a:r>
                    </a:p>
                  </a:txBody>
                  <a:tcPr anchor="ctr"/>
                </a:tc>
                <a:tc>
                  <a:txBody>
                    <a:bodyPr/>
                    <a:lstStyle/>
                    <a:p>
                      <a:pPr algn="ctr">
                        <a:buNone/>
                      </a:pPr>
                      <a:r>
                        <a:rPr lang="zh-CN" altLang="en-US" sz="1600">
                          <a:latin typeface="黑体" panose="02010609060101010101" charset="-122"/>
                          <a:ea typeface="黑体" panose="02010609060101010101" charset="-122"/>
                          <a:cs typeface="黑体" panose="02010609060101010101" charset="-122"/>
                          <a:sym typeface="+mn-ea"/>
                        </a:rPr>
                        <a:t>命令行</a:t>
                      </a:r>
                      <a:r>
                        <a:rPr lang="en-US" altLang="zh-CN" sz="1600">
                          <a:latin typeface="黑体" panose="02010609060101010101" charset="-122"/>
                          <a:ea typeface="黑体" panose="02010609060101010101" charset="-122"/>
                          <a:cs typeface="黑体" panose="02010609060101010101" charset="-122"/>
                          <a:sym typeface="+mn-ea"/>
                        </a:rPr>
                        <a:t>+</a:t>
                      </a:r>
                      <a:r>
                        <a:rPr lang="zh-CN" altLang="en-US" sz="1600">
                          <a:latin typeface="黑体" panose="02010609060101010101" charset="-122"/>
                          <a:ea typeface="黑体" panose="02010609060101010101" charset="-122"/>
                          <a:cs typeface="黑体" panose="02010609060101010101" charset="-122"/>
                          <a:sym typeface="+mn-ea"/>
                        </a:rPr>
                        <a:t>窗口</a:t>
                      </a:r>
                      <a:endParaRPr lang="en-US" altLang="zh-CN" sz="1600">
                        <a:latin typeface="黑体" panose="02010609060101010101" charset="-122"/>
                        <a:ea typeface="黑体" panose="02010609060101010101" charset="-122"/>
                        <a:cs typeface="黑体" panose="02010609060101010101" charset="-122"/>
                        <a:sym typeface="+mn-ea"/>
                      </a:endParaRPr>
                    </a:p>
                  </a:txBody>
                  <a:tcPr anchor="ctr"/>
                </a:tc>
                <a:extLst>
                  <a:ext uri="{0D108BD9-81ED-4DB2-BD59-A6C34878D82A}">
                    <a16:rowId xmlns:a16="http://schemas.microsoft.com/office/drawing/2014/main" val="10002"/>
                  </a:ext>
                </a:extLst>
              </a:tr>
              <a:tr h="688340">
                <a:tc>
                  <a:txBody>
                    <a:bodyPr/>
                    <a:lstStyle/>
                    <a:p>
                      <a:pPr algn="ctr">
                        <a:buNone/>
                      </a:pPr>
                      <a:r>
                        <a:rPr lang="en-US" altLang="zh-CN" sz="1600" dirty="0" err="1">
                          <a:latin typeface="黑体" panose="02010609060101010101" charset="-122"/>
                          <a:ea typeface="黑体" panose="02010609060101010101" charset="-122"/>
                          <a:cs typeface="宋体" panose="02010600030101010101" pitchFamily="2" charset="-122"/>
                          <a:sym typeface="+mn-ea"/>
                        </a:rPr>
                        <a:t>GeoEast</a:t>
                      </a:r>
                      <a:r>
                        <a:rPr lang="zh-CN" altLang="en-US" sz="1600" dirty="0">
                          <a:latin typeface="黑体" panose="02010609060101010101" charset="-122"/>
                          <a:ea typeface="黑体" panose="02010609060101010101" charset="-122"/>
                          <a:cs typeface="宋体" panose="02010600030101010101" pitchFamily="2" charset="-122"/>
                          <a:sym typeface="+mn-ea"/>
                        </a:rPr>
                        <a:t>（商业软件）</a:t>
                      </a:r>
                      <a:endParaRPr lang="en-US" altLang="zh-CN" sz="1600" dirty="0">
                        <a:latin typeface="黑体" panose="02010609060101010101" charset="-122"/>
                        <a:ea typeface="黑体" panose="02010609060101010101" charset="-122"/>
                        <a:cs typeface="宋体" panose="02010600030101010101" pitchFamily="2" charset="-122"/>
                        <a:sym typeface="+mn-ea"/>
                      </a:endParaRPr>
                    </a:p>
                  </a:txBody>
                  <a:tcPr anchor="ctr"/>
                </a:tc>
                <a:tc>
                  <a:txBody>
                    <a:bodyPr/>
                    <a:lstStyle/>
                    <a:p>
                      <a:pPr algn="ctr">
                        <a:buNone/>
                      </a:pPr>
                      <a:r>
                        <a:rPr lang="en-US" altLang="zh-CN" sz="1600">
                          <a:latin typeface="黑体" panose="02010609060101010101" charset="-122"/>
                          <a:ea typeface="黑体" panose="02010609060101010101" charset="-122"/>
                          <a:sym typeface="+mn-ea"/>
                        </a:rPr>
                        <a:t>√</a:t>
                      </a:r>
                    </a:p>
                  </a:txBody>
                  <a:tcPr anchor="ctr"/>
                </a:tc>
                <a:tc>
                  <a:txBody>
                    <a:bodyPr/>
                    <a:lstStyle/>
                    <a:p>
                      <a:pPr algn="ctr">
                        <a:buNone/>
                      </a:pPr>
                      <a:r>
                        <a:rPr lang="en-US" altLang="zh-CN" sz="1600">
                          <a:latin typeface="黑体" panose="02010609060101010101" charset="-122"/>
                          <a:ea typeface="黑体" panose="02010609060101010101" charset="-122"/>
                          <a:sym typeface="+mn-ea"/>
                        </a:rPr>
                        <a:t>√</a:t>
                      </a:r>
                    </a:p>
                  </a:txBody>
                  <a:tcPr anchor="ctr"/>
                </a:tc>
                <a:tc>
                  <a:txBody>
                    <a:bodyPr/>
                    <a:lstStyle/>
                    <a:p>
                      <a:pPr algn="ctr">
                        <a:buNone/>
                      </a:pPr>
                      <a:r>
                        <a:rPr lang="en-US" altLang="zh-CN" sz="1600">
                          <a:latin typeface="黑体" panose="02010609060101010101" charset="-122"/>
                          <a:ea typeface="黑体" panose="02010609060101010101" charset="-122"/>
                          <a:sym typeface="+mn-ea"/>
                        </a:rPr>
                        <a:t>√</a:t>
                      </a:r>
                    </a:p>
                  </a:txBody>
                  <a:tcPr anchor="ctr"/>
                </a:tc>
                <a:tc>
                  <a:txBody>
                    <a:bodyPr/>
                    <a:lstStyle/>
                    <a:p>
                      <a:pPr algn="ctr">
                        <a:buNone/>
                      </a:pPr>
                      <a:r>
                        <a:rPr lang="en-US" altLang="zh-CN" sz="1600">
                          <a:latin typeface="黑体" panose="02010609060101010101" charset="-122"/>
                          <a:ea typeface="黑体" panose="02010609060101010101" charset="-122"/>
                          <a:sym typeface="+mn-ea"/>
                        </a:rPr>
                        <a:t>√</a:t>
                      </a:r>
                    </a:p>
                  </a:txBody>
                  <a:tcPr anchor="ctr"/>
                </a:tc>
                <a:tc>
                  <a:txBody>
                    <a:bodyPr/>
                    <a:lstStyle/>
                    <a:p>
                      <a:pPr algn="ctr">
                        <a:buNone/>
                      </a:pPr>
                      <a:r>
                        <a:rPr lang="zh-CN" altLang="en-US" sz="1600" dirty="0">
                          <a:latin typeface="黑体" panose="02010609060101010101" charset="-122"/>
                          <a:ea typeface="黑体" panose="02010609060101010101" charset="-122"/>
                          <a:sym typeface="+mn-ea"/>
                        </a:rPr>
                        <a:t>原始编程</a:t>
                      </a:r>
                      <a:endParaRPr lang="zh-CN" altLang="en-US" sz="1600" dirty="0">
                        <a:latin typeface="黑体" panose="02010609060101010101" charset="-122"/>
                        <a:ea typeface="黑体" panose="02010609060101010101" charset="-122"/>
                      </a:endParaRPr>
                    </a:p>
                  </a:txBody>
                  <a:tcPr anchor="ctr"/>
                </a:tc>
                <a:tc>
                  <a:txBody>
                    <a:bodyPr/>
                    <a:lstStyle/>
                    <a:p>
                      <a:pPr algn="ctr">
                        <a:buNone/>
                      </a:pPr>
                      <a:r>
                        <a:rPr lang="en-US" altLang="zh-CN" sz="1600" dirty="0">
                          <a:latin typeface="黑体" panose="02010609060101010101" charset="-122"/>
                          <a:ea typeface="黑体" panose="02010609060101010101" charset="-122"/>
                          <a:cs typeface="黑体" panose="02010609060101010101" charset="-122"/>
                        </a:rPr>
                        <a:t>Web</a:t>
                      </a:r>
                      <a:r>
                        <a:rPr lang="zh-CN" altLang="en-US" sz="1600" dirty="0">
                          <a:latin typeface="黑体" panose="02010609060101010101" charset="-122"/>
                          <a:ea typeface="黑体" panose="02010609060101010101" charset="-122"/>
                          <a:cs typeface="黑体" panose="02010609060101010101" charset="-122"/>
                        </a:rPr>
                        <a:t>站点</a:t>
                      </a:r>
                    </a:p>
                  </a:txBody>
                  <a:tcPr anchor="ctr"/>
                </a:tc>
                <a:extLst>
                  <a:ext uri="{0D108BD9-81ED-4DB2-BD59-A6C34878D82A}">
                    <a16:rowId xmlns:a16="http://schemas.microsoft.com/office/drawing/2014/main" val="10003"/>
                  </a:ext>
                </a:extLst>
              </a:tr>
            </a:tbl>
          </a:graphicData>
        </a:graphic>
      </p:graphicFrame>
      <p:sp>
        <p:nvSpPr>
          <p:cNvPr id="19" name="文本框 18"/>
          <p:cNvSpPr txBox="1"/>
          <p:nvPr/>
        </p:nvSpPr>
        <p:spPr>
          <a:xfrm>
            <a:off x="166370" y="1249680"/>
            <a:ext cx="2697480" cy="368300"/>
          </a:xfrm>
          <a:prstGeom prst="rect">
            <a:avLst/>
          </a:prstGeom>
          <a:noFill/>
        </p:spPr>
        <p:txBody>
          <a:bodyPr wrap="none" rtlCol="0" anchor="t">
            <a:spAutoFit/>
          </a:bodyPr>
          <a:lstStyle/>
          <a:p>
            <a:r>
              <a:rPr lang="zh-CN" altLang="en-US" b="1">
                <a:sym typeface="+mn-ea"/>
              </a:rPr>
              <a:t>现有能源勘探软件现状：</a:t>
            </a:r>
            <a:endParaRPr lang="zh-CN" altLang="en-US"/>
          </a:p>
        </p:txBody>
      </p: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custDataLst>
              <p:tags r:id="rId2"/>
            </p:custDataLst>
          </p:nvPr>
        </p:nvSpPr>
        <p:spPr>
          <a:xfrm>
            <a:off x="641985" y="52070"/>
            <a:ext cx="2964815" cy="417830"/>
          </a:xfrm>
        </p:spPr>
        <p:txBody>
          <a:bodyPr lIns="0" tIns="0" rIns="0" bIns="0" anchor="ctr" anchorCtr="1">
            <a:normAutofit fontScale="90000"/>
          </a:bodyPr>
          <a:lstStyle/>
          <a:p>
            <a:r>
              <a:rPr lang="zh-CN" altLang="en-US" dirty="0">
                <a:solidFill>
                  <a:srgbClr val="C00000"/>
                </a:solidFill>
              </a:rPr>
              <a:t>相关研究现状分析</a:t>
            </a:r>
          </a:p>
        </p:txBody>
      </p:sp>
      <p:grpSp>
        <p:nvGrpSpPr>
          <p:cNvPr id="21506" name="组合 7"/>
          <p:cNvGrpSpPr/>
          <p:nvPr/>
        </p:nvGrpSpPr>
        <p:grpSpPr>
          <a:xfrm>
            <a:off x="166370" y="208280"/>
            <a:ext cx="366395" cy="193040"/>
            <a:chOff x="1990725" y="838200"/>
            <a:chExt cx="295275" cy="142875"/>
          </a:xfrm>
        </p:grpSpPr>
        <p:cxnSp>
          <p:nvCxnSpPr>
            <p:cNvPr id="4" name="直接连接符 3"/>
            <p:cNvCxnSpPr/>
            <p:nvPr>
              <p:custDataLst>
                <p:tags r:id="rId16"/>
              </p:custDataLst>
            </p:nvPr>
          </p:nvCxnSpPr>
          <p:spPr>
            <a:xfrm>
              <a:off x="1990725" y="838200"/>
              <a:ext cx="295275"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17"/>
              </p:custDataLst>
            </p:nvPr>
          </p:nvCxnSpPr>
          <p:spPr>
            <a:xfrm>
              <a:off x="1990725" y="909637"/>
              <a:ext cx="295275"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custDataLst>
                <p:tags r:id="rId18"/>
              </p:custDataLst>
            </p:nvPr>
          </p:nvCxnSpPr>
          <p:spPr>
            <a:xfrm>
              <a:off x="1990725" y="981075"/>
              <a:ext cx="295275"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grpSp>
      <p:pic>
        <p:nvPicPr>
          <p:cNvPr id="87" name="图片 86" descr="timg"/>
          <p:cNvPicPr>
            <a:picLocks noChangeAspect="1"/>
          </p:cNvPicPr>
          <p:nvPr/>
        </p:nvPicPr>
        <p:blipFill>
          <a:blip r:embed="rId21"/>
          <a:stretch>
            <a:fillRect/>
          </a:stretch>
        </p:blipFill>
        <p:spPr>
          <a:xfrm>
            <a:off x="9907270" y="2540"/>
            <a:ext cx="2282190" cy="992505"/>
          </a:xfrm>
          <a:prstGeom prst="rect">
            <a:avLst/>
          </a:prstGeom>
        </p:spPr>
      </p:pic>
      <p:sp>
        <p:nvSpPr>
          <p:cNvPr id="19" name="文本框 18"/>
          <p:cNvSpPr txBox="1"/>
          <p:nvPr/>
        </p:nvSpPr>
        <p:spPr>
          <a:xfrm>
            <a:off x="166370" y="862965"/>
            <a:ext cx="2240280" cy="368300"/>
          </a:xfrm>
          <a:prstGeom prst="rect">
            <a:avLst/>
          </a:prstGeom>
          <a:noFill/>
        </p:spPr>
        <p:txBody>
          <a:bodyPr wrap="none" rtlCol="0" anchor="t">
            <a:spAutoFit/>
          </a:bodyPr>
          <a:lstStyle/>
          <a:p>
            <a:pPr algn="l"/>
            <a:r>
              <a:rPr lang="zh-CN" altLang="en-US" b="1">
                <a:sym typeface="+mn-ea"/>
              </a:rPr>
              <a:t>标记语言相关研究：</a:t>
            </a:r>
            <a:endParaRPr lang="zh-CN" altLang="en-US">
              <a:latin typeface="宋体" panose="02010600030101010101" pitchFamily="2" charset="-122"/>
              <a:ea typeface="宋体" panose="02010600030101010101" pitchFamily="2" charset="-122"/>
              <a:cs typeface="宋体" panose="02010600030101010101" pitchFamily="2" charset="-122"/>
            </a:endParaRPr>
          </a:p>
        </p:txBody>
      </p:sp>
      <p:sp>
        <p:nvSpPr>
          <p:cNvPr id="59" name="任意多边形 58"/>
          <p:cNvSpPr/>
          <p:nvPr>
            <p:custDataLst>
              <p:tags r:id="rId3"/>
            </p:custDataLst>
          </p:nvPr>
        </p:nvSpPr>
        <p:spPr bwMode="auto">
          <a:xfrm rot="5400000">
            <a:off x="4443147" y="2010638"/>
            <a:ext cx="1248851" cy="1483180"/>
          </a:xfrm>
          <a:custGeom>
            <a:avLst/>
            <a:gdLst>
              <a:gd name="T0" fmla="*/ 0 w 581"/>
              <a:gd name="T1" fmla="*/ 690 h 690"/>
              <a:gd name="T2" fmla="*/ 0 w 581"/>
              <a:gd name="T3" fmla="*/ 328 h 690"/>
              <a:gd name="T4" fmla="*/ 128 w 581"/>
              <a:gd name="T5" fmla="*/ 200 h 690"/>
              <a:gd name="T6" fmla="*/ 382 w 581"/>
              <a:gd name="T7" fmla="*/ 200 h 690"/>
              <a:gd name="T8" fmla="*/ 581 w 581"/>
              <a:gd name="T9" fmla="*/ 0 h 690"/>
            </a:gdLst>
            <a:ahLst/>
            <a:cxnLst>
              <a:cxn ang="0">
                <a:pos x="T0" y="T1"/>
              </a:cxn>
              <a:cxn ang="0">
                <a:pos x="T2" y="T3"/>
              </a:cxn>
              <a:cxn ang="0">
                <a:pos x="T4" y="T5"/>
              </a:cxn>
              <a:cxn ang="0">
                <a:pos x="T6" y="T7"/>
              </a:cxn>
              <a:cxn ang="0">
                <a:pos x="T8" y="T9"/>
              </a:cxn>
            </a:cxnLst>
            <a:rect l="0" t="0" r="r" b="b"/>
            <a:pathLst>
              <a:path w="581" h="690">
                <a:moveTo>
                  <a:pt x="0" y="690"/>
                </a:moveTo>
                <a:cubicBezTo>
                  <a:pt x="0" y="328"/>
                  <a:pt x="0" y="328"/>
                  <a:pt x="0" y="328"/>
                </a:cubicBezTo>
                <a:cubicBezTo>
                  <a:pt x="0" y="257"/>
                  <a:pt x="57" y="200"/>
                  <a:pt x="128" y="200"/>
                </a:cubicBezTo>
                <a:cubicBezTo>
                  <a:pt x="382" y="200"/>
                  <a:pt x="382" y="200"/>
                  <a:pt x="382" y="200"/>
                </a:cubicBezTo>
                <a:cubicBezTo>
                  <a:pt x="492" y="200"/>
                  <a:pt x="581" y="111"/>
                  <a:pt x="581" y="0"/>
                </a:cubicBezTo>
              </a:path>
            </a:pathLst>
          </a:custGeom>
          <a:noFill/>
          <a:ln w="180975" cap="rnd">
            <a:solidFill>
              <a:srgbClr val="40A693"/>
            </a:solidFill>
            <a:prstDash val="solid"/>
            <a:round/>
          </a:ln>
          <a:extLst>
            <a:ext uri="{909E8E84-426E-40DD-AFC4-6F175D3DCCD1}">
              <a14:hiddenFill xmlns:a14="http://schemas.microsoft.com/office/drawing/2010/main">
                <a:solidFill>
                  <a:srgbClr val="FFFFFF"/>
                </a:solidFill>
              </a14:hiddenFill>
            </a:ext>
          </a:extLst>
        </p:spPr>
        <p:txBody>
          <a:bodyPr anchor="ctr"/>
          <a:lstStyle/>
          <a:p>
            <a:pPr algn="ctr">
              <a:lnSpc>
                <a:spcPct val="130000"/>
              </a:lnSpc>
            </a:pPr>
            <a:endParaRPr/>
          </a:p>
        </p:txBody>
      </p:sp>
      <p:sp>
        <p:nvSpPr>
          <p:cNvPr id="60" name="任意多边形 59"/>
          <p:cNvSpPr/>
          <p:nvPr>
            <p:custDataLst>
              <p:tags r:id="rId4"/>
            </p:custDataLst>
          </p:nvPr>
        </p:nvSpPr>
        <p:spPr bwMode="auto">
          <a:xfrm rot="5400000">
            <a:off x="4419533" y="3630966"/>
            <a:ext cx="1248851" cy="1530409"/>
          </a:xfrm>
          <a:custGeom>
            <a:avLst/>
            <a:gdLst>
              <a:gd name="T0" fmla="*/ 581 w 581"/>
              <a:gd name="T1" fmla="*/ 712 h 712"/>
              <a:gd name="T2" fmla="*/ 581 w 581"/>
              <a:gd name="T3" fmla="*/ 328 h 712"/>
              <a:gd name="T4" fmla="*/ 453 w 581"/>
              <a:gd name="T5" fmla="*/ 200 h 712"/>
              <a:gd name="T6" fmla="*/ 200 w 581"/>
              <a:gd name="T7" fmla="*/ 200 h 712"/>
              <a:gd name="T8" fmla="*/ 0 w 581"/>
              <a:gd name="T9" fmla="*/ 0 h 712"/>
            </a:gdLst>
            <a:ahLst/>
            <a:cxnLst>
              <a:cxn ang="0">
                <a:pos x="T0" y="T1"/>
              </a:cxn>
              <a:cxn ang="0">
                <a:pos x="T2" y="T3"/>
              </a:cxn>
              <a:cxn ang="0">
                <a:pos x="T4" y="T5"/>
              </a:cxn>
              <a:cxn ang="0">
                <a:pos x="T6" y="T7"/>
              </a:cxn>
              <a:cxn ang="0">
                <a:pos x="T8" y="T9"/>
              </a:cxn>
            </a:cxnLst>
            <a:rect l="0" t="0" r="r" b="b"/>
            <a:pathLst>
              <a:path w="581" h="712">
                <a:moveTo>
                  <a:pt x="581" y="712"/>
                </a:moveTo>
                <a:cubicBezTo>
                  <a:pt x="581" y="328"/>
                  <a:pt x="581" y="328"/>
                  <a:pt x="581" y="328"/>
                </a:cubicBezTo>
                <a:cubicBezTo>
                  <a:pt x="581" y="257"/>
                  <a:pt x="524" y="200"/>
                  <a:pt x="453" y="200"/>
                </a:cubicBezTo>
                <a:cubicBezTo>
                  <a:pt x="200" y="200"/>
                  <a:pt x="200" y="200"/>
                  <a:pt x="200" y="200"/>
                </a:cubicBezTo>
                <a:cubicBezTo>
                  <a:pt x="90" y="200"/>
                  <a:pt x="0" y="111"/>
                  <a:pt x="0" y="0"/>
                </a:cubicBezTo>
              </a:path>
            </a:pathLst>
          </a:custGeom>
          <a:noFill/>
          <a:ln w="180975" cap="rnd">
            <a:solidFill>
              <a:srgbClr val="5268A5"/>
            </a:solidFill>
            <a:prstDash val="solid"/>
            <a:round/>
          </a:ln>
          <a:extLst>
            <a:ext uri="{909E8E84-426E-40DD-AFC4-6F175D3DCCD1}">
              <a14:hiddenFill xmlns:a14="http://schemas.microsoft.com/office/drawing/2010/main">
                <a:solidFill>
                  <a:srgbClr val="FFFFFF"/>
                </a:solidFill>
              </a14:hiddenFill>
            </a:ext>
          </a:extLst>
        </p:spPr>
        <p:txBody>
          <a:bodyPr anchor="ctr"/>
          <a:lstStyle/>
          <a:p>
            <a:pPr algn="ctr">
              <a:lnSpc>
                <a:spcPct val="130000"/>
              </a:lnSpc>
            </a:pPr>
            <a:endParaRPr dirty="0"/>
          </a:p>
        </p:txBody>
      </p:sp>
      <p:sp>
        <p:nvSpPr>
          <p:cNvPr id="61" name="任意多边形 60"/>
          <p:cNvSpPr/>
          <p:nvPr>
            <p:custDataLst>
              <p:tags r:id="rId5"/>
            </p:custDataLst>
          </p:nvPr>
        </p:nvSpPr>
        <p:spPr bwMode="auto">
          <a:xfrm rot="5400000">
            <a:off x="5889090" y="1601016"/>
            <a:ext cx="1386905" cy="3979065"/>
          </a:xfrm>
          <a:custGeom>
            <a:avLst/>
            <a:gdLst>
              <a:gd name="T0" fmla="*/ 0 w 645"/>
              <a:gd name="T1" fmla="*/ 1852 h 1852"/>
              <a:gd name="T2" fmla="*/ 0 w 645"/>
              <a:gd name="T3" fmla="*/ 1691 h 1852"/>
              <a:gd name="T4" fmla="*/ 65 w 645"/>
              <a:gd name="T5" fmla="*/ 1625 h 1852"/>
              <a:gd name="T6" fmla="*/ 208 w 645"/>
              <a:gd name="T7" fmla="*/ 1625 h 1852"/>
              <a:gd name="T8" fmla="*/ 407 w 645"/>
              <a:gd name="T9" fmla="*/ 1426 h 1852"/>
              <a:gd name="T10" fmla="*/ 407 w 645"/>
              <a:gd name="T11" fmla="*/ 1405 h 1852"/>
              <a:gd name="T12" fmla="*/ 407 w 645"/>
              <a:gd name="T13" fmla="*/ 676 h 1852"/>
              <a:gd name="T14" fmla="*/ 495 w 645"/>
              <a:gd name="T15" fmla="*/ 587 h 1852"/>
              <a:gd name="T16" fmla="*/ 556 w 645"/>
              <a:gd name="T17" fmla="*/ 587 h 1852"/>
              <a:gd name="T18" fmla="*/ 645 w 645"/>
              <a:gd name="T19" fmla="*/ 499 h 1852"/>
              <a:gd name="T20" fmla="*/ 633 w 645"/>
              <a:gd name="T21" fmla="*/ 454 h 1852"/>
              <a:gd name="T22" fmla="*/ 319 w 645"/>
              <a:gd name="T23" fmla="*/ 0 h 18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45" h="1852">
                <a:moveTo>
                  <a:pt x="0" y="1852"/>
                </a:moveTo>
                <a:cubicBezTo>
                  <a:pt x="0" y="1691"/>
                  <a:pt x="0" y="1691"/>
                  <a:pt x="0" y="1691"/>
                </a:cubicBezTo>
                <a:cubicBezTo>
                  <a:pt x="0" y="1655"/>
                  <a:pt x="29" y="1625"/>
                  <a:pt x="65" y="1625"/>
                </a:cubicBezTo>
                <a:cubicBezTo>
                  <a:pt x="208" y="1625"/>
                  <a:pt x="208" y="1625"/>
                  <a:pt x="208" y="1625"/>
                </a:cubicBezTo>
                <a:cubicBezTo>
                  <a:pt x="318" y="1625"/>
                  <a:pt x="407" y="1536"/>
                  <a:pt x="407" y="1426"/>
                </a:cubicBezTo>
                <a:cubicBezTo>
                  <a:pt x="407" y="1405"/>
                  <a:pt x="407" y="1405"/>
                  <a:pt x="407" y="1405"/>
                </a:cubicBezTo>
                <a:cubicBezTo>
                  <a:pt x="407" y="676"/>
                  <a:pt x="407" y="676"/>
                  <a:pt x="407" y="676"/>
                </a:cubicBezTo>
                <a:cubicBezTo>
                  <a:pt x="407" y="627"/>
                  <a:pt x="446" y="587"/>
                  <a:pt x="495" y="587"/>
                </a:cubicBezTo>
                <a:cubicBezTo>
                  <a:pt x="556" y="587"/>
                  <a:pt x="556" y="587"/>
                  <a:pt x="556" y="587"/>
                </a:cubicBezTo>
                <a:cubicBezTo>
                  <a:pt x="605" y="587"/>
                  <a:pt x="645" y="548"/>
                  <a:pt x="645" y="499"/>
                </a:cubicBezTo>
                <a:cubicBezTo>
                  <a:pt x="645" y="482"/>
                  <a:pt x="640" y="467"/>
                  <a:pt x="633" y="454"/>
                </a:cubicBezTo>
                <a:cubicBezTo>
                  <a:pt x="319" y="0"/>
                  <a:pt x="319" y="0"/>
                  <a:pt x="319" y="0"/>
                </a:cubicBezTo>
              </a:path>
            </a:pathLst>
          </a:custGeom>
          <a:noFill/>
          <a:ln w="180975" cap="rnd">
            <a:solidFill>
              <a:srgbClr val="4276AA"/>
            </a:solidFill>
            <a:prstDash val="solid"/>
            <a:round/>
          </a:ln>
          <a:extLst>
            <a:ext uri="{909E8E84-426E-40DD-AFC4-6F175D3DCCD1}">
              <a14:hiddenFill xmlns:a14="http://schemas.microsoft.com/office/drawing/2010/main">
                <a:solidFill>
                  <a:srgbClr val="FFFFFF"/>
                </a:solidFill>
              </a14:hiddenFill>
            </a:ext>
          </a:extLst>
        </p:spPr>
        <p:txBody>
          <a:bodyPr anchor="ctr"/>
          <a:lstStyle/>
          <a:p>
            <a:pPr algn="ctr">
              <a:lnSpc>
                <a:spcPct val="130000"/>
              </a:lnSpc>
            </a:pPr>
            <a:endParaRPr/>
          </a:p>
        </p:txBody>
      </p:sp>
      <p:sp>
        <p:nvSpPr>
          <p:cNvPr id="62" name="椭圆 61"/>
          <p:cNvSpPr/>
          <p:nvPr>
            <p:custDataLst>
              <p:tags r:id="rId6"/>
            </p:custDataLst>
          </p:nvPr>
        </p:nvSpPr>
        <p:spPr bwMode="auto">
          <a:xfrm rot="5400000">
            <a:off x="3990383" y="1908460"/>
            <a:ext cx="447770" cy="446862"/>
          </a:xfrm>
          <a:prstGeom prst="ellipse">
            <a:avLst/>
          </a:prstGeom>
          <a:solidFill>
            <a:srgbClr val="F0F0F0"/>
          </a:solidFill>
          <a:ln w="104775" cap="rnd">
            <a:solidFill>
              <a:srgbClr val="40A693"/>
            </a:solidFill>
            <a:prstDash val="solid"/>
            <a:round/>
          </a:ln>
        </p:spPr>
        <p:txBody>
          <a:bodyPr anchor="ctr"/>
          <a:lstStyle/>
          <a:p>
            <a:pPr algn="ctr">
              <a:lnSpc>
                <a:spcPct val="130000"/>
              </a:lnSpc>
            </a:pPr>
            <a:endParaRPr/>
          </a:p>
        </p:txBody>
      </p:sp>
      <p:sp>
        <p:nvSpPr>
          <p:cNvPr id="63" name="椭圆 62"/>
          <p:cNvSpPr/>
          <p:nvPr>
            <p:custDataLst>
              <p:tags r:id="rId7"/>
            </p:custDataLst>
          </p:nvPr>
        </p:nvSpPr>
        <p:spPr bwMode="auto">
          <a:xfrm rot="5400000">
            <a:off x="3943366" y="4767955"/>
            <a:ext cx="541802" cy="540703"/>
          </a:xfrm>
          <a:prstGeom prst="ellipse">
            <a:avLst/>
          </a:prstGeom>
          <a:solidFill>
            <a:srgbClr val="F0F0F0"/>
          </a:solidFill>
          <a:ln w="104775" cap="rnd">
            <a:solidFill>
              <a:srgbClr val="5268A5"/>
            </a:solidFill>
            <a:prstDash val="solid"/>
            <a:round/>
          </a:ln>
        </p:spPr>
        <p:txBody>
          <a:bodyPr anchor="ctr"/>
          <a:lstStyle/>
          <a:p>
            <a:pPr algn="ctr">
              <a:lnSpc>
                <a:spcPct val="130000"/>
              </a:lnSpc>
            </a:pPr>
            <a:endParaRPr/>
          </a:p>
        </p:txBody>
      </p:sp>
      <p:sp>
        <p:nvSpPr>
          <p:cNvPr id="64" name="任意多边形 63"/>
          <p:cNvSpPr/>
          <p:nvPr>
            <p:custDataLst>
              <p:tags r:id="rId8"/>
            </p:custDataLst>
          </p:nvPr>
        </p:nvSpPr>
        <p:spPr bwMode="auto">
          <a:xfrm rot="5400000">
            <a:off x="5889090" y="1571043"/>
            <a:ext cx="1386905" cy="3979065"/>
          </a:xfrm>
          <a:custGeom>
            <a:avLst/>
            <a:gdLst>
              <a:gd name="T0" fmla="*/ 645 w 645"/>
              <a:gd name="T1" fmla="*/ 1852 h 1852"/>
              <a:gd name="T2" fmla="*/ 645 w 645"/>
              <a:gd name="T3" fmla="*/ 1691 h 1852"/>
              <a:gd name="T4" fmla="*/ 579 w 645"/>
              <a:gd name="T5" fmla="*/ 1625 h 1852"/>
              <a:gd name="T6" fmla="*/ 437 w 645"/>
              <a:gd name="T7" fmla="*/ 1625 h 1852"/>
              <a:gd name="T8" fmla="*/ 237 w 645"/>
              <a:gd name="T9" fmla="*/ 1426 h 1852"/>
              <a:gd name="T10" fmla="*/ 238 w 645"/>
              <a:gd name="T11" fmla="*/ 1405 h 1852"/>
              <a:gd name="T12" fmla="*/ 238 w 645"/>
              <a:gd name="T13" fmla="*/ 676 h 1852"/>
              <a:gd name="T14" fmla="*/ 149 w 645"/>
              <a:gd name="T15" fmla="*/ 587 h 1852"/>
              <a:gd name="T16" fmla="*/ 88 w 645"/>
              <a:gd name="T17" fmla="*/ 587 h 1852"/>
              <a:gd name="T18" fmla="*/ 0 w 645"/>
              <a:gd name="T19" fmla="*/ 499 h 1852"/>
              <a:gd name="T20" fmla="*/ 12 w 645"/>
              <a:gd name="T21" fmla="*/ 454 h 1852"/>
              <a:gd name="T22" fmla="*/ 325 w 645"/>
              <a:gd name="T23" fmla="*/ 0 h 18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45" h="1852">
                <a:moveTo>
                  <a:pt x="645" y="1852"/>
                </a:moveTo>
                <a:cubicBezTo>
                  <a:pt x="645" y="1691"/>
                  <a:pt x="645" y="1691"/>
                  <a:pt x="645" y="1691"/>
                </a:cubicBezTo>
                <a:cubicBezTo>
                  <a:pt x="645" y="1655"/>
                  <a:pt x="615" y="1625"/>
                  <a:pt x="579" y="1625"/>
                </a:cubicBezTo>
                <a:cubicBezTo>
                  <a:pt x="437" y="1625"/>
                  <a:pt x="437" y="1625"/>
                  <a:pt x="437" y="1625"/>
                </a:cubicBezTo>
                <a:cubicBezTo>
                  <a:pt x="327" y="1625"/>
                  <a:pt x="237" y="1536"/>
                  <a:pt x="237" y="1426"/>
                </a:cubicBezTo>
                <a:cubicBezTo>
                  <a:pt x="238" y="1405"/>
                  <a:pt x="238" y="1405"/>
                  <a:pt x="238" y="1405"/>
                </a:cubicBezTo>
                <a:cubicBezTo>
                  <a:pt x="238" y="676"/>
                  <a:pt x="238" y="676"/>
                  <a:pt x="238" y="676"/>
                </a:cubicBezTo>
                <a:cubicBezTo>
                  <a:pt x="238" y="627"/>
                  <a:pt x="198" y="587"/>
                  <a:pt x="149" y="587"/>
                </a:cubicBezTo>
                <a:cubicBezTo>
                  <a:pt x="88" y="587"/>
                  <a:pt x="88" y="587"/>
                  <a:pt x="88" y="587"/>
                </a:cubicBezTo>
                <a:cubicBezTo>
                  <a:pt x="39" y="587"/>
                  <a:pt x="0" y="548"/>
                  <a:pt x="0" y="499"/>
                </a:cubicBezTo>
                <a:cubicBezTo>
                  <a:pt x="0" y="482"/>
                  <a:pt x="4" y="467"/>
                  <a:pt x="12" y="454"/>
                </a:cubicBezTo>
                <a:cubicBezTo>
                  <a:pt x="325" y="0"/>
                  <a:pt x="325" y="0"/>
                  <a:pt x="325" y="0"/>
                </a:cubicBezTo>
              </a:path>
            </a:pathLst>
          </a:custGeom>
          <a:noFill/>
          <a:ln w="180975" cap="rnd">
            <a:solidFill>
              <a:srgbClr val="178AA1"/>
            </a:solidFill>
            <a:prstDash val="solid"/>
            <a:round/>
          </a:ln>
          <a:extLst>
            <a:ext uri="{909E8E84-426E-40DD-AFC4-6F175D3DCCD1}">
              <a14:hiddenFill xmlns:a14="http://schemas.microsoft.com/office/drawing/2010/main">
                <a:solidFill>
                  <a:srgbClr val="FFFFFF"/>
                </a:solidFill>
              </a14:hiddenFill>
            </a:ext>
          </a:extLst>
        </p:spPr>
        <p:txBody>
          <a:bodyPr anchor="ctr"/>
          <a:lstStyle/>
          <a:p>
            <a:pPr algn="ctr">
              <a:lnSpc>
                <a:spcPct val="130000"/>
              </a:lnSpc>
            </a:pPr>
            <a:endParaRPr/>
          </a:p>
        </p:txBody>
      </p:sp>
      <p:sp>
        <p:nvSpPr>
          <p:cNvPr id="65" name="椭圆 64"/>
          <p:cNvSpPr/>
          <p:nvPr>
            <p:custDataLst>
              <p:tags r:id="rId9"/>
            </p:custDataLst>
          </p:nvPr>
        </p:nvSpPr>
        <p:spPr bwMode="auto">
          <a:xfrm rot="5400000">
            <a:off x="4365472" y="4128662"/>
            <a:ext cx="241255" cy="241255"/>
          </a:xfrm>
          <a:prstGeom prst="ellipse">
            <a:avLst/>
          </a:prstGeom>
          <a:solidFill>
            <a:srgbClr val="F0F0F0"/>
          </a:solidFill>
          <a:ln w="57150" cap="rnd">
            <a:solidFill>
              <a:srgbClr val="178AA1"/>
            </a:solidFill>
            <a:prstDash val="solid"/>
            <a:round/>
          </a:ln>
        </p:spPr>
        <p:txBody>
          <a:bodyPr anchor="ctr"/>
          <a:lstStyle/>
          <a:p>
            <a:pPr algn="ctr">
              <a:lnSpc>
                <a:spcPct val="130000"/>
              </a:lnSpc>
            </a:pPr>
            <a:endParaRPr/>
          </a:p>
        </p:txBody>
      </p:sp>
      <p:sp>
        <p:nvSpPr>
          <p:cNvPr id="66" name="椭圆 65"/>
          <p:cNvSpPr/>
          <p:nvPr>
            <p:custDataLst>
              <p:tags r:id="rId10"/>
            </p:custDataLst>
          </p:nvPr>
        </p:nvSpPr>
        <p:spPr bwMode="auto">
          <a:xfrm rot="5400000">
            <a:off x="4365472" y="2776574"/>
            <a:ext cx="241255" cy="241255"/>
          </a:xfrm>
          <a:prstGeom prst="ellipse">
            <a:avLst/>
          </a:prstGeom>
          <a:solidFill>
            <a:srgbClr val="F0F0F0"/>
          </a:solidFill>
          <a:ln w="57150" cap="rnd">
            <a:solidFill>
              <a:srgbClr val="4276AA"/>
            </a:solidFill>
            <a:prstDash val="solid"/>
            <a:round/>
          </a:ln>
        </p:spPr>
        <p:txBody>
          <a:bodyPr anchor="ctr"/>
          <a:lstStyle/>
          <a:p>
            <a:pPr algn="ctr">
              <a:lnSpc>
                <a:spcPct val="130000"/>
              </a:lnSpc>
            </a:pPr>
            <a:endParaRPr/>
          </a:p>
        </p:txBody>
      </p:sp>
      <p:sp>
        <p:nvSpPr>
          <p:cNvPr id="68" name="文本框 67"/>
          <p:cNvSpPr txBox="1"/>
          <p:nvPr>
            <p:custDataLst>
              <p:tags r:id="rId11"/>
            </p:custDataLst>
          </p:nvPr>
        </p:nvSpPr>
        <p:spPr>
          <a:xfrm>
            <a:off x="8913000" y="3319359"/>
            <a:ext cx="2573574" cy="784225"/>
          </a:xfrm>
          <a:prstGeom prst="rect">
            <a:avLst/>
          </a:prstGeom>
          <a:noFill/>
        </p:spPr>
        <p:txBody>
          <a:bodyPr wrap="square" tIns="0" rtlCol="0">
            <a:spAutoFit/>
          </a:bodyPr>
          <a:lstStyle/>
          <a:p>
            <a:pPr>
              <a:lnSpc>
                <a:spcPct val="120000"/>
              </a:lnSpc>
            </a:pPr>
            <a:r>
              <a:rPr lang="en-US" altLang="zh-CN" sz="2000" spc="150" dirty="0">
                <a:solidFill>
                  <a:srgbClr val="FF0000"/>
                </a:solidFill>
                <a:latin typeface="微软雅黑" panose="020B0503020204020204" charset="-122"/>
                <a:ea typeface="微软雅黑" panose="020B0503020204020204" charset="-122"/>
              </a:rPr>
              <a:t>XML</a:t>
            </a:r>
            <a:r>
              <a:rPr lang="zh-CN" altLang="en-US" sz="2000" spc="150" dirty="0">
                <a:solidFill>
                  <a:srgbClr val="FF0000"/>
                </a:solidFill>
                <a:latin typeface="微软雅黑" panose="020B0503020204020204" charset="-122"/>
                <a:ea typeface="微软雅黑" panose="020B0503020204020204" charset="-122"/>
              </a:rPr>
              <a:t>是实现标记语言的一个良好选择</a:t>
            </a:r>
          </a:p>
        </p:txBody>
      </p:sp>
      <p:sp>
        <p:nvSpPr>
          <p:cNvPr id="69" name="文本框 68"/>
          <p:cNvSpPr txBox="1"/>
          <p:nvPr>
            <p:custDataLst>
              <p:tags r:id="rId12"/>
            </p:custDataLst>
          </p:nvPr>
        </p:nvSpPr>
        <p:spPr>
          <a:xfrm>
            <a:off x="681990" y="1885315"/>
            <a:ext cx="3174365" cy="423545"/>
          </a:xfrm>
          <a:prstGeom prst="rect">
            <a:avLst/>
          </a:prstGeom>
          <a:noFill/>
        </p:spPr>
        <p:txBody>
          <a:bodyPr wrap="square" rtlCol="0">
            <a:spAutoFit/>
          </a:bodyPr>
          <a:lstStyle/>
          <a:p>
            <a:pPr algn="r">
              <a:lnSpc>
                <a:spcPct val="120000"/>
              </a:lnSpc>
            </a:pPr>
            <a:r>
              <a:rPr lang="zh-CN" altLang="en-US" dirty="0">
                <a:latin typeface="宋体" panose="02010600030101010101" pitchFamily="2" charset="-122"/>
                <a:ea typeface="宋体" panose="02010600030101010101" pitchFamily="2" charset="-122"/>
                <a:cs typeface="宋体" panose="02010600030101010101" pitchFamily="2" charset="-122"/>
                <a:sym typeface="+mn-ea"/>
              </a:rPr>
              <a:t>基于</a:t>
            </a:r>
            <a:r>
              <a:rPr lang="zh-CN" altLang="en-US" b="1" dirty="0">
                <a:solidFill>
                  <a:srgbClr val="FF0000"/>
                </a:solidFill>
                <a:latin typeface="宋体" panose="02010600030101010101" pitchFamily="2" charset="-122"/>
                <a:ea typeface="宋体" panose="02010600030101010101" pitchFamily="2" charset="-122"/>
                <a:cs typeface="宋体" panose="02010600030101010101" pitchFamily="2" charset="-122"/>
                <a:sym typeface="+mn-ea"/>
              </a:rPr>
              <a:t>XML</a:t>
            </a:r>
            <a:r>
              <a:rPr lang="zh-CN" altLang="en-US" dirty="0">
                <a:latin typeface="宋体" panose="02010600030101010101" pitchFamily="2" charset="-122"/>
                <a:ea typeface="宋体" panose="02010600030101010101" pitchFamily="2" charset="-122"/>
                <a:cs typeface="宋体" panose="02010600030101010101" pitchFamily="2" charset="-122"/>
                <a:sym typeface="+mn-ea"/>
              </a:rPr>
              <a:t>的Agent通信语言</a:t>
            </a:r>
            <a:endParaRPr lang="zh-CN" altLang="en-US" spc="150" dirty="0">
              <a:latin typeface="微软雅黑" panose="020B0503020204020204" charset="-122"/>
              <a:ea typeface="微软雅黑" panose="020B0503020204020204" charset="-122"/>
            </a:endParaRPr>
          </a:p>
        </p:txBody>
      </p:sp>
      <p:sp>
        <p:nvSpPr>
          <p:cNvPr id="70" name="文本框 69"/>
          <p:cNvSpPr txBox="1"/>
          <p:nvPr>
            <p:custDataLst>
              <p:tags r:id="rId13"/>
            </p:custDataLst>
          </p:nvPr>
        </p:nvSpPr>
        <p:spPr>
          <a:xfrm>
            <a:off x="681990" y="2776855"/>
            <a:ext cx="3547745" cy="423545"/>
          </a:xfrm>
          <a:prstGeom prst="rect">
            <a:avLst/>
          </a:prstGeom>
          <a:noFill/>
        </p:spPr>
        <p:txBody>
          <a:bodyPr wrap="square" rtlCol="0">
            <a:spAutoFit/>
          </a:bodyPr>
          <a:lstStyle/>
          <a:p>
            <a:pPr algn="r">
              <a:lnSpc>
                <a:spcPct val="120000"/>
              </a:lnSpc>
            </a:pPr>
            <a:r>
              <a:rPr lang="zh-CN" altLang="en-US" dirty="0">
                <a:latin typeface="宋体" panose="02010600030101010101" pitchFamily="2" charset="-122"/>
                <a:ea typeface="宋体" panose="02010600030101010101" pitchFamily="2" charset="-122"/>
                <a:cs typeface="宋体" panose="02010600030101010101" pitchFamily="2" charset="-122"/>
                <a:sym typeface="+mn-ea"/>
              </a:rPr>
              <a:t>基于</a:t>
            </a:r>
            <a:r>
              <a:rPr lang="zh-CN" altLang="en-US" b="1" dirty="0">
                <a:solidFill>
                  <a:srgbClr val="FF0000"/>
                </a:solidFill>
                <a:latin typeface="宋体" panose="02010600030101010101" pitchFamily="2" charset="-122"/>
                <a:ea typeface="宋体" panose="02010600030101010101" pitchFamily="2" charset="-122"/>
                <a:cs typeface="宋体" panose="02010600030101010101" pitchFamily="2" charset="-122"/>
                <a:sym typeface="+mn-ea"/>
              </a:rPr>
              <a:t>XML</a:t>
            </a:r>
            <a:r>
              <a:rPr lang="zh-CN" altLang="en-US" dirty="0">
                <a:latin typeface="宋体" panose="02010600030101010101" pitchFamily="2" charset="-122"/>
                <a:ea typeface="宋体" panose="02010600030101010101" pitchFamily="2" charset="-122"/>
                <a:cs typeface="宋体" panose="02010600030101010101" pitchFamily="2" charset="-122"/>
                <a:sym typeface="+mn-ea"/>
              </a:rPr>
              <a:t>的消息队列标记语言</a:t>
            </a:r>
            <a:endParaRPr lang="zh-CN" altLang="en-US" spc="150" dirty="0">
              <a:latin typeface="微软雅黑" panose="020B0503020204020204" charset="-122"/>
              <a:ea typeface="微软雅黑" panose="020B0503020204020204" charset="-122"/>
            </a:endParaRPr>
          </a:p>
        </p:txBody>
      </p:sp>
      <p:sp>
        <p:nvSpPr>
          <p:cNvPr id="71" name="文本框 70"/>
          <p:cNvSpPr txBox="1"/>
          <p:nvPr>
            <p:custDataLst>
              <p:tags r:id="rId14"/>
            </p:custDataLst>
          </p:nvPr>
        </p:nvSpPr>
        <p:spPr>
          <a:xfrm>
            <a:off x="642620" y="3605848"/>
            <a:ext cx="3683635" cy="1087755"/>
          </a:xfrm>
          <a:prstGeom prst="rect">
            <a:avLst/>
          </a:prstGeom>
          <a:noFill/>
        </p:spPr>
        <p:txBody>
          <a:bodyPr wrap="square" rtlCol="0" anchor="ctr" anchorCtr="1">
            <a:spAutoFit/>
          </a:bodyPr>
          <a:lstStyle/>
          <a:p>
            <a:pPr algn="l">
              <a:lnSpc>
                <a:spcPct val="120000"/>
              </a:lnSpc>
            </a:pPr>
            <a:r>
              <a:rPr lang="zh-CN" altLang="en-US" dirty="0">
                <a:latin typeface="宋体" panose="02010600030101010101" pitchFamily="2" charset="-122"/>
                <a:ea typeface="宋体" panose="02010600030101010101" pitchFamily="2" charset="-122"/>
                <a:cs typeface="宋体" panose="02010600030101010101" pitchFamily="2" charset="-122"/>
                <a:sym typeface="+mn-ea"/>
              </a:rPr>
              <a:t>Design Rationale of </a:t>
            </a:r>
            <a:r>
              <a:rPr lang="zh-CN" altLang="en-US" b="1" dirty="0">
                <a:solidFill>
                  <a:srgbClr val="FF0000"/>
                </a:solidFill>
                <a:latin typeface="宋体" panose="02010600030101010101" pitchFamily="2" charset="-122"/>
                <a:ea typeface="宋体" panose="02010600030101010101" pitchFamily="2" charset="-122"/>
                <a:cs typeface="宋体" panose="02010600030101010101" pitchFamily="2" charset="-122"/>
                <a:sym typeface="+mn-ea"/>
              </a:rPr>
              <a:t>RuleML</a:t>
            </a:r>
            <a:r>
              <a:rPr lang="zh-CN" altLang="en-US" dirty="0">
                <a:latin typeface="宋体" panose="02010600030101010101" pitchFamily="2" charset="-122"/>
                <a:ea typeface="宋体" panose="02010600030101010101" pitchFamily="2" charset="-122"/>
                <a:cs typeface="宋体" panose="02010600030101010101" pitchFamily="2" charset="-122"/>
                <a:sym typeface="+mn-ea"/>
              </a:rPr>
              <a:t>: A Markup Language for Semantic Web Rules</a:t>
            </a:r>
          </a:p>
        </p:txBody>
      </p:sp>
      <p:sp>
        <p:nvSpPr>
          <p:cNvPr id="72" name="文本框 71"/>
          <p:cNvSpPr txBox="1"/>
          <p:nvPr>
            <p:custDataLst>
              <p:tags r:id="rId15"/>
            </p:custDataLst>
          </p:nvPr>
        </p:nvSpPr>
        <p:spPr>
          <a:xfrm>
            <a:off x="681990" y="4809490"/>
            <a:ext cx="3174365" cy="755650"/>
          </a:xfrm>
          <a:prstGeom prst="rect">
            <a:avLst/>
          </a:prstGeom>
          <a:noFill/>
        </p:spPr>
        <p:txBody>
          <a:bodyPr wrap="square" rtlCol="0">
            <a:spAutoFit/>
          </a:bodyPr>
          <a:lstStyle/>
          <a:p>
            <a:pPr algn="l">
              <a:lnSpc>
                <a:spcPct val="120000"/>
              </a:lnSpc>
            </a:pPr>
            <a:r>
              <a:rPr lang="zh-CN" altLang="en-US" dirty="0">
                <a:latin typeface="宋体" panose="02010600030101010101" pitchFamily="2" charset="-122"/>
                <a:ea typeface="宋体" panose="02010600030101010101" pitchFamily="2" charset="-122"/>
                <a:cs typeface="宋体" panose="02010600030101010101" pitchFamily="2" charset="-122"/>
                <a:sym typeface="+mn-ea"/>
              </a:rPr>
              <a:t>基于</a:t>
            </a:r>
            <a:r>
              <a:rPr lang="zh-CN" altLang="en-US" b="1" dirty="0">
                <a:solidFill>
                  <a:srgbClr val="FF0000"/>
                </a:solidFill>
                <a:latin typeface="宋体" panose="02010600030101010101" pitchFamily="2" charset="-122"/>
                <a:ea typeface="宋体" panose="02010600030101010101" pitchFamily="2" charset="-122"/>
                <a:cs typeface="宋体" panose="02010600030101010101" pitchFamily="2" charset="-122"/>
                <a:sym typeface="+mn-ea"/>
              </a:rPr>
              <a:t>XML</a:t>
            </a:r>
            <a:r>
              <a:rPr lang="zh-CN" altLang="en-US" dirty="0">
                <a:latin typeface="宋体" panose="02010600030101010101" pitchFamily="2" charset="-122"/>
                <a:ea typeface="宋体" panose="02010600030101010101" pitchFamily="2" charset="-122"/>
                <a:cs typeface="宋体" panose="02010600030101010101" pitchFamily="2" charset="-122"/>
                <a:sym typeface="+mn-ea"/>
              </a:rPr>
              <a:t>的仿真想定标记语言SSML</a:t>
            </a:r>
            <a:endParaRPr lang="zh-CN" altLang="en-US" spc="150" dirty="0">
              <a:latin typeface="微软雅黑" panose="020B0503020204020204" charset="-122"/>
              <a:ea typeface="微软雅黑" panose="020B0503020204020204" charset="-122"/>
            </a:endParaRPr>
          </a:p>
        </p:txBody>
      </p:sp>
      <p:sp>
        <p:nvSpPr>
          <p:cNvPr id="73" name="文本框 72"/>
          <p:cNvSpPr txBox="1"/>
          <p:nvPr/>
        </p:nvSpPr>
        <p:spPr>
          <a:xfrm>
            <a:off x="2149475" y="2941320"/>
            <a:ext cx="667385" cy="368300"/>
          </a:xfrm>
          <a:prstGeom prst="rect">
            <a:avLst/>
          </a:prstGeom>
          <a:noFill/>
        </p:spPr>
        <p:txBody>
          <a:bodyPr wrap="square" rtlCol="0">
            <a:spAutoFit/>
          </a:bodyPr>
          <a:lstStyle/>
          <a:p>
            <a:r>
              <a:rPr lang="en-US" altLang="zh-CN">
                <a:latin typeface="宋体" panose="02010600030101010101" pitchFamily="2" charset="-122"/>
                <a:ea typeface="宋体" panose="02010600030101010101" pitchFamily="2" charset="-122"/>
              </a:rPr>
              <a:t>……</a:t>
            </a:r>
          </a:p>
        </p:txBody>
      </p:sp>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custDataLst>
              <p:tags r:id="rId2"/>
            </p:custDataLst>
          </p:nvPr>
        </p:nvSpPr>
        <p:spPr>
          <a:xfrm>
            <a:off x="641985" y="52070"/>
            <a:ext cx="2964815" cy="417830"/>
          </a:xfrm>
        </p:spPr>
        <p:txBody>
          <a:bodyPr lIns="0" tIns="0" rIns="0" bIns="0" anchor="ctr" anchorCtr="1">
            <a:normAutofit fontScale="90000"/>
          </a:bodyPr>
          <a:lstStyle/>
          <a:p>
            <a:r>
              <a:rPr lang="zh-CN" altLang="en-US" dirty="0">
                <a:solidFill>
                  <a:srgbClr val="C00000"/>
                </a:solidFill>
              </a:rPr>
              <a:t>相关研究现状分析</a:t>
            </a:r>
          </a:p>
        </p:txBody>
      </p:sp>
      <p:grpSp>
        <p:nvGrpSpPr>
          <p:cNvPr id="21506" name="组合 7"/>
          <p:cNvGrpSpPr/>
          <p:nvPr/>
        </p:nvGrpSpPr>
        <p:grpSpPr>
          <a:xfrm>
            <a:off x="166370" y="208280"/>
            <a:ext cx="366395" cy="193040"/>
            <a:chOff x="1990725" y="838200"/>
            <a:chExt cx="295275" cy="142875"/>
          </a:xfrm>
        </p:grpSpPr>
        <p:cxnSp>
          <p:nvCxnSpPr>
            <p:cNvPr id="4" name="直接连接符 3"/>
            <p:cNvCxnSpPr/>
            <p:nvPr>
              <p:custDataLst>
                <p:tags r:id="rId28"/>
              </p:custDataLst>
            </p:nvPr>
          </p:nvCxnSpPr>
          <p:spPr>
            <a:xfrm>
              <a:off x="1990725" y="838200"/>
              <a:ext cx="295275"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9"/>
              </p:custDataLst>
            </p:nvPr>
          </p:nvCxnSpPr>
          <p:spPr>
            <a:xfrm>
              <a:off x="1990725" y="909637"/>
              <a:ext cx="295275"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custDataLst>
                <p:tags r:id="rId30"/>
              </p:custDataLst>
            </p:nvPr>
          </p:nvCxnSpPr>
          <p:spPr>
            <a:xfrm>
              <a:off x="1990725" y="981075"/>
              <a:ext cx="295275"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grpSp>
      <p:pic>
        <p:nvPicPr>
          <p:cNvPr id="87" name="图片 86" descr="timg"/>
          <p:cNvPicPr>
            <a:picLocks noChangeAspect="1"/>
          </p:cNvPicPr>
          <p:nvPr/>
        </p:nvPicPr>
        <p:blipFill>
          <a:blip r:embed="rId33"/>
          <a:stretch>
            <a:fillRect/>
          </a:stretch>
        </p:blipFill>
        <p:spPr>
          <a:xfrm>
            <a:off x="9907270" y="2540"/>
            <a:ext cx="2282190" cy="992505"/>
          </a:xfrm>
          <a:prstGeom prst="rect">
            <a:avLst/>
          </a:prstGeom>
        </p:spPr>
      </p:pic>
      <p:sp>
        <p:nvSpPr>
          <p:cNvPr id="19" name="文本框 18"/>
          <p:cNvSpPr txBox="1"/>
          <p:nvPr/>
        </p:nvSpPr>
        <p:spPr>
          <a:xfrm>
            <a:off x="166370" y="701040"/>
            <a:ext cx="2468880" cy="368300"/>
          </a:xfrm>
          <a:prstGeom prst="rect">
            <a:avLst/>
          </a:prstGeom>
          <a:noFill/>
        </p:spPr>
        <p:txBody>
          <a:bodyPr wrap="none" rtlCol="0" anchor="t">
            <a:spAutoFit/>
          </a:bodyPr>
          <a:lstStyle/>
          <a:p>
            <a:pPr algn="l"/>
            <a:r>
              <a:rPr lang="zh-CN" altLang="en-US" b="1">
                <a:sym typeface="+mn-ea"/>
              </a:rPr>
              <a:t>并行性预测相关研究：</a:t>
            </a:r>
            <a:endParaRPr lang="zh-CN" altLang="en-US">
              <a:latin typeface="宋体" panose="02010600030101010101" pitchFamily="2" charset="-122"/>
              <a:ea typeface="宋体" panose="02010600030101010101" pitchFamily="2" charset="-122"/>
              <a:cs typeface="宋体" panose="02010600030101010101" pitchFamily="2" charset="-122"/>
            </a:endParaRPr>
          </a:p>
        </p:txBody>
      </p:sp>
      <p:cxnSp>
        <p:nvCxnSpPr>
          <p:cNvPr id="22" name="直接连接符 21"/>
          <p:cNvCxnSpPr/>
          <p:nvPr>
            <p:custDataLst>
              <p:tags r:id="rId3"/>
            </p:custDataLst>
          </p:nvPr>
        </p:nvCxnSpPr>
        <p:spPr>
          <a:xfrm flipH="1">
            <a:off x="791210" y="4749800"/>
            <a:ext cx="10735945" cy="0"/>
          </a:xfrm>
          <a:prstGeom prst="line">
            <a:avLst/>
          </a:prstGeom>
          <a:ln w="19050">
            <a:solidFill>
              <a:sysClr val="windowText" lastClr="000000">
                <a:lumMod val="50000"/>
                <a:lumOff val="50000"/>
              </a:sysClr>
            </a:solidFill>
          </a:ln>
        </p:spPr>
        <p:style>
          <a:lnRef idx="1">
            <a:srgbClr val="FA8550"/>
          </a:lnRef>
          <a:fillRef idx="0">
            <a:srgbClr val="FA8550"/>
          </a:fillRef>
          <a:effectRef idx="0">
            <a:srgbClr val="FA8550"/>
          </a:effectRef>
          <a:fontRef idx="minor">
            <a:sysClr val="windowText" lastClr="000000"/>
          </a:fontRef>
        </p:style>
      </p:cxnSp>
      <p:grpSp>
        <p:nvGrpSpPr>
          <p:cNvPr id="31" name="组合 30"/>
          <p:cNvGrpSpPr/>
          <p:nvPr>
            <p:custDataLst>
              <p:tags r:id="rId4"/>
            </p:custDataLst>
          </p:nvPr>
        </p:nvGrpSpPr>
        <p:grpSpPr>
          <a:xfrm>
            <a:off x="627483" y="1649882"/>
            <a:ext cx="2038350" cy="3168628"/>
            <a:chOff x="505970" y="3182636"/>
            <a:chExt cx="1651830" cy="2567780"/>
          </a:xfrm>
        </p:grpSpPr>
        <p:sp>
          <p:nvSpPr>
            <p:cNvPr id="3" name="圆角矩形 2"/>
            <p:cNvSpPr/>
            <p:nvPr>
              <p:custDataLst>
                <p:tags r:id="rId24"/>
              </p:custDataLst>
            </p:nvPr>
          </p:nvSpPr>
          <p:spPr>
            <a:xfrm>
              <a:off x="505970" y="3182636"/>
              <a:ext cx="1651830" cy="2059899"/>
            </a:xfrm>
            <a:prstGeom prst="roundRect">
              <a:avLst/>
            </a:prstGeom>
            <a:solidFill>
              <a:srgbClr val="FA8550">
                <a:lumMod val="20000"/>
                <a:lumOff val="80000"/>
              </a:srgbClr>
            </a:solidFill>
            <a:ln w="38100">
              <a:noFill/>
            </a:ln>
          </p:spPr>
          <p:style>
            <a:lnRef idx="2">
              <a:srgbClr val="FA8550">
                <a:shade val="50000"/>
              </a:srgbClr>
            </a:lnRef>
            <a:fillRef idx="1">
              <a:srgbClr val="FA8550"/>
            </a:fillRef>
            <a:effectRef idx="0">
              <a:srgbClr val="FA8550"/>
            </a:effectRef>
            <a:fontRef idx="minor">
              <a:sysClr val="window" lastClr="FFFFFF"/>
            </a:fontRef>
          </p:style>
          <p:txBody>
            <a:bodyPr rtlCol="0" anchor="ctr">
              <a:normAutofit fontScale="92500"/>
            </a:bodyPr>
            <a:lstStyle/>
            <a:p>
              <a:pPr algn="ctr"/>
              <a:r>
                <a:rPr lang="zh-CN" altLang="en-US" dirty="0">
                  <a:solidFill>
                    <a:srgbClr val="FABD50">
                      <a:lumMod val="50000"/>
                    </a:srgbClr>
                  </a:solidFill>
                  <a:ea typeface="宋体" panose="02010600030101010101" pitchFamily="2" charset="-122"/>
                  <a:cs typeface="+mn-lt"/>
                  <a:sym typeface="+mn-ea"/>
                </a:rPr>
                <a:t>Analysis Of The parallelism Of Loop Program Through pertri Net  </a:t>
              </a:r>
              <a:r>
                <a:rPr lang="en-US" altLang="zh-CN" dirty="0">
                  <a:solidFill>
                    <a:srgbClr val="FABD50">
                      <a:lumMod val="50000"/>
                    </a:srgbClr>
                  </a:solidFill>
                  <a:ea typeface="宋体" panose="02010600030101010101" pitchFamily="2" charset="-122"/>
                  <a:cs typeface="+mn-lt"/>
                  <a:sym typeface="+mn-ea"/>
                </a:rPr>
                <a:t>/  Apply Petri Net To Analyse The Parallelism Of Serial Program</a:t>
              </a:r>
              <a:endParaRPr lang="zh-CN" altLang="en-US" dirty="0">
                <a:solidFill>
                  <a:srgbClr val="FA8550">
                    <a:lumMod val="50000"/>
                  </a:srgbClr>
                </a:solidFill>
                <a:latin typeface="宋体" panose="02010600030101010101" pitchFamily="2" charset="-122"/>
                <a:ea typeface="宋体" panose="02010600030101010101" pitchFamily="2" charset="-122"/>
                <a:cs typeface="宋体" panose="02010600030101010101" pitchFamily="2" charset="-122"/>
              </a:endParaRPr>
            </a:p>
            <a:p>
              <a:pPr algn="ctr"/>
              <a:r>
                <a:rPr lang="zh-CN" altLang="en-US" dirty="0">
                  <a:solidFill>
                    <a:srgbClr val="FF0000"/>
                  </a:solidFill>
                  <a:latin typeface="宋体" panose="02010600030101010101" pitchFamily="2" charset="-122"/>
                  <a:ea typeface="宋体" panose="02010600030101010101" pitchFamily="2" charset="-122"/>
                  <a:cs typeface="宋体" panose="02010600030101010101" pitchFamily="2" charset="-122"/>
                  <a:sym typeface="+mn-ea"/>
                </a:rPr>
                <a:t>（静态方法）</a:t>
              </a:r>
              <a:endParaRPr lang="zh-CN" altLang="en-US" dirty="0">
                <a:solidFill>
                  <a:srgbClr val="FF0000"/>
                </a:solidFill>
              </a:endParaRPr>
            </a:p>
            <a:p>
              <a:pPr algn="ctr"/>
              <a:endParaRPr lang="zh-CN" altLang="en-US" dirty="0">
                <a:solidFill>
                  <a:srgbClr val="FA8550">
                    <a:lumMod val="50000"/>
                  </a:srgbClr>
                </a:solidFill>
              </a:endParaRPr>
            </a:p>
          </p:txBody>
        </p:sp>
        <p:sp>
          <p:nvSpPr>
            <p:cNvPr id="2" name="泪滴形 1"/>
            <p:cNvSpPr/>
            <p:nvPr>
              <p:custDataLst>
                <p:tags r:id="rId25"/>
              </p:custDataLst>
            </p:nvPr>
          </p:nvSpPr>
          <p:spPr>
            <a:xfrm rot="8100000">
              <a:off x="1173972" y="5030124"/>
              <a:ext cx="426786" cy="426786"/>
            </a:xfrm>
            <a:prstGeom prst="teardrop">
              <a:avLst>
                <a:gd name="adj" fmla="val 125412"/>
              </a:avLst>
            </a:prstGeom>
            <a:solidFill>
              <a:srgbClr val="FA8550"/>
            </a:solidFill>
            <a:ln w="38100">
              <a:solidFill>
                <a:sysClr val="window" lastClr="FFFFFF">
                  <a:lumMod val="95000"/>
                </a:sysClr>
              </a:solidFill>
            </a:ln>
          </p:spPr>
          <p:style>
            <a:lnRef idx="2">
              <a:srgbClr val="FA8550">
                <a:shade val="50000"/>
              </a:srgbClr>
            </a:lnRef>
            <a:fillRef idx="1">
              <a:srgbClr val="FA8550"/>
            </a:fillRef>
            <a:effectRef idx="0">
              <a:srgbClr val="FA8550"/>
            </a:effectRef>
            <a:fontRef idx="minor">
              <a:sysClr val="window" lastClr="FFFFFF"/>
            </a:fontRef>
          </p:style>
          <p:txBody>
            <a:bodyPr rtlCol="0" anchor="ctr">
              <a:normAutofit/>
            </a:bodyPr>
            <a:lstStyle/>
            <a:p>
              <a:pPr algn="ctr"/>
              <a:endParaRPr lang="zh-CN" altLang="en-US"/>
            </a:p>
          </p:txBody>
        </p:sp>
        <p:sp>
          <p:nvSpPr>
            <p:cNvPr id="6" name="椭圆 5"/>
            <p:cNvSpPr/>
            <p:nvPr>
              <p:custDataLst>
                <p:tags r:id="rId26"/>
              </p:custDataLst>
            </p:nvPr>
          </p:nvSpPr>
          <p:spPr>
            <a:xfrm rot="8100000">
              <a:off x="1273023" y="5129176"/>
              <a:ext cx="221664" cy="221664"/>
            </a:xfrm>
            <a:prstGeom prst="ellipse">
              <a:avLst/>
            </a:prstGeom>
            <a:solidFill>
              <a:sysClr val="window" lastClr="FFFFFF">
                <a:lumMod val="95000"/>
              </a:sysClr>
            </a:solidFill>
            <a:ln>
              <a:noFill/>
            </a:ln>
          </p:spPr>
          <p:style>
            <a:lnRef idx="2">
              <a:srgbClr val="FA8550">
                <a:shade val="50000"/>
              </a:srgbClr>
            </a:lnRef>
            <a:fillRef idx="1">
              <a:srgbClr val="FA8550"/>
            </a:fillRef>
            <a:effectRef idx="0">
              <a:srgbClr val="FA8550"/>
            </a:effectRef>
            <a:fontRef idx="minor">
              <a:sysClr val="window" lastClr="FFFFFF"/>
            </a:fontRef>
          </p:style>
          <p:txBody>
            <a:bodyPr rtlCol="0" anchor="ctr">
              <a:normAutofit fontScale="45000" lnSpcReduction="20000"/>
            </a:bodyPr>
            <a:lstStyle/>
            <a:p>
              <a:pPr algn="ctr"/>
              <a:endParaRPr lang="zh-CN" altLang="en-US"/>
            </a:p>
          </p:txBody>
        </p:sp>
        <p:sp>
          <p:nvSpPr>
            <p:cNvPr id="9" name="椭圆 8"/>
            <p:cNvSpPr/>
            <p:nvPr>
              <p:custDataLst>
                <p:tags r:id="rId27"/>
              </p:custDataLst>
            </p:nvPr>
          </p:nvSpPr>
          <p:spPr>
            <a:xfrm>
              <a:off x="1343925" y="5663536"/>
              <a:ext cx="86880" cy="86880"/>
            </a:xfrm>
            <a:prstGeom prst="ellipse">
              <a:avLst/>
            </a:prstGeom>
            <a:solidFill>
              <a:sysClr val="window" lastClr="FFFFFF">
                <a:lumMod val="95000"/>
              </a:sysClr>
            </a:solidFill>
            <a:ln w="38100">
              <a:solidFill>
                <a:sysClr val="windowText" lastClr="000000">
                  <a:lumMod val="50000"/>
                  <a:lumOff val="50000"/>
                </a:sysClr>
              </a:solidFill>
            </a:ln>
          </p:spPr>
          <p:style>
            <a:lnRef idx="2">
              <a:srgbClr val="FA8550">
                <a:shade val="50000"/>
              </a:srgbClr>
            </a:lnRef>
            <a:fillRef idx="1">
              <a:srgbClr val="FA8550"/>
            </a:fillRef>
            <a:effectRef idx="0">
              <a:srgbClr val="FA8550"/>
            </a:effectRef>
            <a:fontRef idx="minor">
              <a:sysClr val="window" lastClr="FFFFFF"/>
            </a:fontRef>
          </p:style>
          <p:txBody>
            <a:bodyPr rtlCol="0" anchor="ctr">
              <a:normAutofit fontScale="25000" lnSpcReduction="20000"/>
            </a:bodyPr>
            <a:lstStyle/>
            <a:p>
              <a:pPr algn="ctr"/>
              <a:endParaRPr lang="zh-CN" altLang="en-US"/>
            </a:p>
          </p:txBody>
        </p:sp>
      </p:grpSp>
      <p:sp>
        <p:nvSpPr>
          <p:cNvPr id="27" name="文本框 26"/>
          <p:cNvSpPr txBox="1"/>
          <p:nvPr>
            <p:custDataLst>
              <p:tags r:id="rId5"/>
            </p:custDataLst>
          </p:nvPr>
        </p:nvSpPr>
        <p:spPr>
          <a:xfrm>
            <a:off x="748943" y="4859060"/>
            <a:ext cx="1917899" cy="797570"/>
          </a:xfrm>
          <a:prstGeom prst="rect">
            <a:avLst/>
          </a:prstGeom>
          <a:noFill/>
        </p:spPr>
        <p:txBody>
          <a:bodyPr wrap="square" rtlCol="0">
            <a:normAutofit fontScale="92500"/>
          </a:bodyPr>
          <a:lstStyle/>
          <a:p>
            <a:pPr algn="ctr"/>
            <a:r>
              <a:rPr lang="en-US" altLang="zh-CN" dirty="0">
                <a:latin typeface="Arial" panose="020B0604020202020204" pitchFamily="34" charset="0"/>
                <a:ea typeface="黑体" panose="02010609060101010101" charset="-122"/>
                <a:cs typeface="+mn-ea"/>
                <a:sym typeface="+mn-ea"/>
              </a:rPr>
              <a:t>2002</a:t>
            </a:r>
            <a:endParaRPr lang="en-US" altLang="zh-CN" dirty="0">
              <a:latin typeface="Arial" panose="020B0604020202020204" pitchFamily="34" charset="0"/>
              <a:ea typeface="黑体" panose="02010609060101010101" charset="-122"/>
              <a:cs typeface="+mn-ea"/>
            </a:endParaRPr>
          </a:p>
          <a:p>
            <a:pPr algn="ctr"/>
            <a:r>
              <a:rPr lang="en-US" altLang="zh-CN" dirty="0">
                <a:latin typeface="Arial" panose="020B0604020202020204" pitchFamily="34" charset="0"/>
                <a:ea typeface="黑体" panose="02010609060101010101" charset="-122"/>
                <a:cs typeface="+mn-ea"/>
                <a:sym typeface="+mn-ea"/>
              </a:rPr>
              <a:t>YUE Xiao-bo</a:t>
            </a:r>
            <a:r>
              <a:rPr lang="zh-CN" altLang="zh-CN" dirty="0">
                <a:latin typeface="Arial" panose="020B0604020202020204" pitchFamily="34" charset="0"/>
                <a:ea typeface="黑体" panose="02010609060101010101" charset="-122"/>
                <a:cs typeface="+mn-ea"/>
                <a:sym typeface="+mn-ea"/>
              </a:rPr>
              <a:t>、</a:t>
            </a:r>
            <a:r>
              <a:rPr lang="en-US" altLang="zh-CN" dirty="0">
                <a:latin typeface="Arial" panose="020B0604020202020204" pitchFamily="34" charset="0"/>
                <a:ea typeface="黑体" panose="02010609060101010101" charset="-122"/>
                <a:cs typeface="+mn-ea"/>
                <a:sym typeface="+mn-ea"/>
              </a:rPr>
              <a:t>HUANG Min等</a:t>
            </a:r>
            <a:endParaRPr lang="en-US" altLang="zh-CN" dirty="0">
              <a:latin typeface="Arial" panose="020B0604020202020204" pitchFamily="34" charset="0"/>
              <a:ea typeface="黑体" panose="02010609060101010101" charset="-122"/>
              <a:cs typeface="+mn-ea"/>
            </a:endParaRPr>
          </a:p>
          <a:p>
            <a:pPr algn="ctr"/>
            <a:endParaRPr lang="zh-CN" altLang="en-US" dirty="0">
              <a:latin typeface="Arial" panose="020B0604020202020204" pitchFamily="34" charset="0"/>
              <a:ea typeface="黑体" panose="02010609060101010101" charset="-122"/>
              <a:cs typeface="+mn-ea"/>
            </a:endParaRPr>
          </a:p>
        </p:txBody>
      </p:sp>
      <p:grpSp>
        <p:nvGrpSpPr>
          <p:cNvPr id="32" name="组合 31"/>
          <p:cNvGrpSpPr/>
          <p:nvPr>
            <p:custDataLst>
              <p:tags r:id="rId6"/>
            </p:custDataLst>
          </p:nvPr>
        </p:nvGrpSpPr>
        <p:grpSpPr>
          <a:xfrm>
            <a:off x="3509849" y="1649882"/>
            <a:ext cx="1799582" cy="3168628"/>
            <a:chOff x="2818933" y="2390005"/>
            <a:chExt cx="1458338" cy="2567780"/>
          </a:xfrm>
        </p:grpSpPr>
        <p:sp>
          <p:nvSpPr>
            <p:cNvPr id="18" name="圆角矩形 17"/>
            <p:cNvSpPr/>
            <p:nvPr>
              <p:custDataLst>
                <p:tags r:id="rId20"/>
              </p:custDataLst>
            </p:nvPr>
          </p:nvSpPr>
          <p:spPr>
            <a:xfrm>
              <a:off x="2818933" y="2390005"/>
              <a:ext cx="1458338" cy="2059975"/>
            </a:xfrm>
            <a:prstGeom prst="roundRect">
              <a:avLst/>
            </a:prstGeom>
            <a:solidFill>
              <a:srgbClr val="CE8D3E">
                <a:lumMod val="20000"/>
                <a:lumOff val="80000"/>
              </a:srgbClr>
            </a:solidFill>
            <a:ln w="38100">
              <a:noFill/>
            </a:ln>
          </p:spPr>
          <p:style>
            <a:lnRef idx="2">
              <a:srgbClr val="FA8550">
                <a:shade val="50000"/>
              </a:srgbClr>
            </a:lnRef>
            <a:fillRef idx="1">
              <a:srgbClr val="FA8550"/>
            </a:fillRef>
            <a:effectRef idx="0">
              <a:srgbClr val="FA8550"/>
            </a:effectRef>
            <a:fontRef idx="minor">
              <a:sysClr val="window" lastClr="FFFFFF"/>
            </a:fontRef>
          </p:style>
          <p:txBody>
            <a:bodyPr rtlCol="0" anchor="ctr">
              <a:normAutofit fontScale="90000"/>
            </a:bodyPr>
            <a:lstStyle/>
            <a:p>
              <a:pPr algn="ctr"/>
              <a:r>
                <a:rPr lang="zh-CN" altLang="en-US" dirty="0">
                  <a:solidFill>
                    <a:srgbClr val="CE8D3E">
                      <a:lumMod val="50000"/>
                    </a:srgbClr>
                  </a:solidFill>
                  <a:latin typeface="宋体" panose="02010600030101010101" pitchFamily="2" charset="-122"/>
                  <a:ea typeface="宋体" panose="02010600030101010101" pitchFamily="2" charset="-122"/>
                  <a:cs typeface="宋体" panose="02010600030101010101" pitchFamily="2" charset="-122"/>
                  <a:sym typeface="+mn-ea"/>
                </a:rPr>
                <a:t>通过运行由动态剖析工具和SPEC CPU2000基准测试程序，对子程序结构线程化推测执行的适合性进行了详细分析</a:t>
              </a:r>
              <a:r>
                <a:rPr lang="zh-CN" altLang="en-US" dirty="0">
                  <a:solidFill>
                    <a:srgbClr val="FF0000"/>
                  </a:solidFill>
                  <a:latin typeface="宋体" panose="02010600030101010101" pitchFamily="2" charset="-122"/>
                  <a:ea typeface="宋体" panose="02010600030101010101" pitchFamily="2" charset="-122"/>
                  <a:cs typeface="宋体" panose="02010600030101010101" pitchFamily="2" charset="-122"/>
                  <a:sym typeface="+mn-ea"/>
                </a:rPr>
                <a:t>（静态</a:t>
              </a:r>
              <a:r>
                <a:rPr lang="en-US" altLang="zh-CN" dirty="0">
                  <a:solidFill>
                    <a:srgbClr val="FF0000"/>
                  </a:solidFill>
                  <a:latin typeface="宋体" panose="02010600030101010101" pitchFamily="2" charset="-122"/>
                  <a:ea typeface="宋体" panose="02010600030101010101" pitchFamily="2" charset="-122"/>
                  <a:cs typeface="宋体" panose="02010600030101010101" pitchFamily="2" charset="-122"/>
                  <a:sym typeface="+mn-ea"/>
                </a:rPr>
                <a:t>+</a:t>
              </a:r>
              <a:r>
                <a:rPr lang="zh-CN" altLang="en-US" dirty="0">
                  <a:solidFill>
                    <a:srgbClr val="FF0000"/>
                  </a:solidFill>
                  <a:latin typeface="宋体" panose="02010600030101010101" pitchFamily="2" charset="-122"/>
                  <a:ea typeface="宋体" panose="02010600030101010101" pitchFamily="2" charset="-122"/>
                  <a:cs typeface="宋体" panose="02010600030101010101" pitchFamily="2" charset="-122"/>
                  <a:sym typeface="+mn-ea"/>
                </a:rPr>
                <a:t>动态方法）</a:t>
              </a:r>
              <a:endParaRPr lang="zh-CN" altLang="en-US" dirty="0">
                <a:solidFill>
                  <a:srgbClr val="FF0000"/>
                </a:solidFill>
              </a:endParaRPr>
            </a:p>
            <a:p>
              <a:pPr algn="ctr"/>
              <a:endParaRPr lang="zh-CN" altLang="en-US" dirty="0">
                <a:solidFill>
                  <a:srgbClr val="CE8D3E">
                    <a:lumMod val="50000"/>
                  </a:srgbClr>
                </a:solidFill>
              </a:endParaRPr>
            </a:p>
          </p:txBody>
        </p:sp>
        <p:sp>
          <p:nvSpPr>
            <p:cNvPr id="10" name="泪滴形 9"/>
            <p:cNvSpPr/>
            <p:nvPr>
              <p:custDataLst>
                <p:tags r:id="rId21"/>
              </p:custDataLst>
            </p:nvPr>
          </p:nvSpPr>
          <p:spPr>
            <a:xfrm rot="8100000">
              <a:off x="3338219" y="4237493"/>
              <a:ext cx="426786" cy="426786"/>
            </a:xfrm>
            <a:prstGeom prst="teardrop">
              <a:avLst>
                <a:gd name="adj" fmla="val 125412"/>
              </a:avLst>
            </a:prstGeom>
            <a:solidFill>
              <a:srgbClr val="CE8D3E"/>
            </a:solidFill>
            <a:ln w="38100">
              <a:solidFill>
                <a:sysClr val="window" lastClr="FFFFFF">
                  <a:lumMod val="95000"/>
                </a:sysClr>
              </a:solidFill>
            </a:ln>
          </p:spPr>
          <p:style>
            <a:lnRef idx="2">
              <a:srgbClr val="FA8550">
                <a:shade val="50000"/>
              </a:srgbClr>
            </a:lnRef>
            <a:fillRef idx="1">
              <a:srgbClr val="FA8550"/>
            </a:fillRef>
            <a:effectRef idx="0">
              <a:srgbClr val="FA8550"/>
            </a:effectRef>
            <a:fontRef idx="minor">
              <a:sysClr val="window" lastClr="FFFFFF"/>
            </a:fontRef>
          </p:style>
          <p:txBody>
            <a:bodyPr rtlCol="0" anchor="ctr">
              <a:normAutofit/>
            </a:bodyPr>
            <a:lstStyle/>
            <a:p>
              <a:pPr algn="ctr"/>
              <a:endParaRPr lang="zh-CN" altLang="en-US" sz="1400"/>
            </a:p>
          </p:txBody>
        </p:sp>
        <p:sp>
          <p:nvSpPr>
            <p:cNvPr id="20" name="椭圆 19"/>
            <p:cNvSpPr/>
            <p:nvPr>
              <p:custDataLst>
                <p:tags r:id="rId22"/>
              </p:custDataLst>
            </p:nvPr>
          </p:nvSpPr>
          <p:spPr>
            <a:xfrm rot="8100000">
              <a:off x="3437270" y="4336545"/>
              <a:ext cx="221664" cy="221664"/>
            </a:xfrm>
            <a:prstGeom prst="ellipse">
              <a:avLst/>
            </a:prstGeom>
            <a:solidFill>
              <a:sysClr val="window" lastClr="FFFFFF">
                <a:lumMod val="95000"/>
              </a:sysClr>
            </a:solidFill>
            <a:ln>
              <a:noFill/>
            </a:ln>
          </p:spPr>
          <p:style>
            <a:lnRef idx="2">
              <a:srgbClr val="FA8550">
                <a:shade val="50000"/>
              </a:srgbClr>
            </a:lnRef>
            <a:fillRef idx="1">
              <a:srgbClr val="FA8550"/>
            </a:fillRef>
            <a:effectRef idx="0">
              <a:srgbClr val="FA8550"/>
            </a:effectRef>
            <a:fontRef idx="minor">
              <a:sysClr val="window" lastClr="FFFFFF"/>
            </a:fontRef>
          </p:style>
          <p:txBody>
            <a:bodyPr rtlCol="0" anchor="ctr">
              <a:normAutofit fontScale="60000" lnSpcReduction="20000"/>
            </a:bodyPr>
            <a:lstStyle/>
            <a:p>
              <a:pPr algn="ctr"/>
              <a:endParaRPr lang="zh-CN" altLang="en-US" sz="1400"/>
            </a:p>
          </p:txBody>
        </p:sp>
        <p:sp>
          <p:nvSpPr>
            <p:cNvPr id="21" name="椭圆 20"/>
            <p:cNvSpPr/>
            <p:nvPr>
              <p:custDataLst>
                <p:tags r:id="rId23"/>
              </p:custDataLst>
            </p:nvPr>
          </p:nvSpPr>
          <p:spPr>
            <a:xfrm>
              <a:off x="3508172" y="4870905"/>
              <a:ext cx="86880" cy="86880"/>
            </a:xfrm>
            <a:prstGeom prst="ellipse">
              <a:avLst/>
            </a:prstGeom>
            <a:solidFill>
              <a:sysClr val="window" lastClr="FFFFFF">
                <a:lumMod val="95000"/>
              </a:sysClr>
            </a:solidFill>
            <a:ln w="38100">
              <a:solidFill>
                <a:sysClr val="windowText" lastClr="000000">
                  <a:lumMod val="50000"/>
                  <a:lumOff val="50000"/>
                </a:sysClr>
              </a:solidFill>
            </a:ln>
          </p:spPr>
          <p:style>
            <a:lnRef idx="2">
              <a:srgbClr val="FA8550">
                <a:shade val="50000"/>
              </a:srgbClr>
            </a:lnRef>
            <a:fillRef idx="1">
              <a:srgbClr val="FA8550"/>
            </a:fillRef>
            <a:effectRef idx="0">
              <a:srgbClr val="FA8550"/>
            </a:effectRef>
            <a:fontRef idx="minor">
              <a:sysClr val="window" lastClr="FFFFFF"/>
            </a:fontRef>
          </p:style>
          <p:txBody>
            <a:bodyPr rtlCol="0" anchor="ctr">
              <a:normAutofit fontScale="25000" lnSpcReduction="20000"/>
            </a:bodyPr>
            <a:lstStyle/>
            <a:p>
              <a:pPr algn="ctr"/>
              <a:endParaRPr lang="zh-CN" altLang="en-US" sz="1400"/>
            </a:p>
          </p:txBody>
        </p:sp>
      </p:grpSp>
      <p:grpSp>
        <p:nvGrpSpPr>
          <p:cNvPr id="24" name="组合 23"/>
          <p:cNvGrpSpPr/>
          <p:nvPr>
            <p:custDataLst>
              <p:tags r:id="rId7"/>
            </p:custDataLst>
          </p:nvPr>
        </p:nvGrpSpPr>
        <p:grpSpPr>
          <a:xfrm>
            <a:off x="6223940" y="1649882"/>
            <a:ext cx="1799582" cy="3168628"/>
            <a:chOff x="2818933" y="2390005"/>
            <a:chExt cx="1458338" cy="2567780"/>
          </a:xfrm>
        </p:grpSpPr>
        <p:sp>
          <p:nvSpPr>
            <p:cNvPr id="11" name="圆角矩形 10"/>
            <p:cNvSpPr/>
            <p:nvPr>
              <p:custDataLst>
                <p:tags r:id="rId16"/>
              </p:custDataLst>
            </p:nvPr>
          </p:nvSpPr>
          <p:spPr>
            <a:xfrm>
              <a:off x="2818933" y="2390005"/>
              <a:ext cx="1458338" cy="2059975"/>
            </a:xfrm>
            <a:prstGeom prst="roundRect">
              <a:avLst/>
            </a:prstGeom>
            <a:solidFill>
              <a:srgbClr val="E74D51">
                <a:lumMod val="20000"/>
                <a:lumOff val="80000"/>
              </a:srgbClr>
            </a:solidFill>
            <a:ln w="38100">
              <a:noFill/>
            </a:ln>
          </p:spPr>
          <p:style>
            <a:lnRef idx="2">
              <a:srgbClr val="FA8550">
                <a:shade val="50000"/>
              </a:srgbClr>
            </a:lnRef>
            <a:fillRef idx="1">
              <a:srgbClr val="FA8550"/>
            </a:fillRef>
            <a:effectRef idx="0">
              <a:srgbClr val="FA8550"/>
            </a:effectRef>
            <a:fontRef idx="minor">
              <a:sysClr val="window" lastClr="FFFFFF"/>
            </a:fontRef>
          </p:style>
          <p:txBody>
            <a:bodyPr rtlCol="0" anchor="ctr">
              <a:normAutofit fontScale="90000"/>
            </a:bodyPr>
            <a:lstStyle/>
            <a:p>
              <a:pPr algn="ctr"/>
              <a:r>
                <a:rPr lang="zh-CN" altLang="en-US" dirty="0">
                  <a:solidFill>
                    <a:srgbClr val="E74D51">
                      <a:lumMod val="50000"/>
                    </a:srgbClr>
                  </a:solidFill>
                  <a:latin typeface="宋体" panose="02010600030101010101" pitchFamily="2" charset="-122"/>
                  <a:ea typeface="宋体" panose="02010600030101010101" pitchFamily="2" charset="-122"/>
                  <a:cs typeface="宋体" panose="02010600030101010101" pitchFamily="2" charset="-122"/>
                </a:rPr>
                <a:t>研究了自动并行化中的前端分析技术,引入了</a:t>
              </a:r>
              <a:r>
                <a:rPr lang="zh-CN" altLang="en-US" dirty="0">
                  <a:solidFill>
                    <a:srgbClr val="FF0000"/>
                  </a:solidFill>
                  <a:latin typeface="宋体" panose="02010600030101010101" pitchFamily="2" charset="-122"/>
                  <a:ea typeface="宋体" panose="02010600030101010101" pitchFamily="2" charset="-122"/>
                  <a:cs typeface="宋体" panose="02010600030101010101" pitchFamily="2" charset="-122"/>
                </a:rPr>
                <a:t>人工智能</a:t>
              </a:r>
              <a:r>
                <a:rPr lang="zh-CN" altLang="en-US" dirty="0">
                  <a:solidFill>
                    <a:srgbClr val="E74D51">
                      <a:lumMod val="50000"/>
                    </a:srgbClr>
                  </a:solidFill>
                  <a:latin typeface="宋体" panose="02010600030101010101" pitchFamily="2" charset="-122"/>
                  <a:ea typeface="宋体" panose="02010600030101010101" pitchFamily="2" charset="-122"/>
                  <a:cs typeface="宋体" panose="02010600030101010101" pitchFamily="2" charset="-122"/>
                </a:rPr>
                <a:t>搜索方法,并且对其进行改进,实现了在评估函数支持下进行广度和深度搜索的方法。</a:t>
              </a:r>
            </a:p>
          </p:txBody>
        </p:sp>
        <p:sp>
          <p:nvSpPr>
            <p:cNvPr id="29" name="泪滴形 28"/>
            <p:cNvSpPr/>
            <p:nvPr>
              <p:custDataLst>
                <p:tags r:id="rId17"/>
              </p:custDataLst>
            </p:nvPr>
          </p:nvSpPr>
          <p:spPr>
            <a:xfrm rot="8100000">
              <a:off x="3338219" y="4237493"/>
              <a:ext cx="426786" cy="426786"/>
            </a:xfrm>
            <a:prstGeom prst="teardrop">
              <a:avLst>
                <a:gd name="adj" fmla="val 125412"/>
              </a:avLst>
            </a:prstGeom>
            <a:solidFill>
              <a:srgbClr val="CE8D3E"/>
            </a:solidFill>
            <a:ln w="38100">
              <a:solidFill>
                <a:sysClr val="window" lastClr="FFFFFF">
                  <a:lumMod val="95000"/>
                </a:sysClr>
              </a:solidFill>
            </a:ln>
          </p:spPr>
          <p:style>
            <a:lnRef idx="2">
              <a:srgbClr val="FA8550">
                <a:shade val="50000"/>
              </a:srgbClr>
            </a:lnRef>
            <a:fillRef idx="1">
              <a:srgbClr val="FA8550"/>
            </a:fillRef>
            <a:effectRef idx="0">
              <a:srgbClr val="FA8550"/>
            </a:effectRef>
            <a:fontRef idx="minor">
              <a:sysClr val="window" lastClr="FFFFFF"/>
            </a:fontRef>
          </p:style>
          <p:txBody>
            <a:bodyPr rtlCol="0" anchor="ctr">
              <a:normAutofit/>
            </a:bodyPr>
            <a:lstStyle/>
            <a:p>
              <a:pPr algn="ctr"/>
              <a:endParaRPr lang="zh-CN" altLang="en-US" sz="1400"/>
            </a:p>
          </p:txBody>
        </p:sp>
        <p:sp>
          <p:nvSpPr>
            <p:cNvPr id="12" name="椭圆 11"/>
            <p:cNvSpPr/>
            <p:nvPr>
              <p:custDataLst>
                <p:tags r:id="rId18"/>
              </p:custDataLst>
            </p:nvPr>
          </p:nvSpPr>
          <p:spPr>
            <a:xfrm rot="8100000">
              <a:off x="3437270" y="4336545"/>
              <a:ext cx="221664" cy="221664"/>
            </a:xfrm>
            <a:prstGeom prst="ellipse">
              <a:avLst/>
            </a:prstGeom>
            <a:solidFill>
              <a:sysClr val="window" lastClr="FFFFFF">
                <a:lumMod val="95000"/>
              </a:sysClr>
            </a:solidFill>
            <a:ln>
              <a:noFill/>
            </a:ln>
          </p:spPr>
          <p:style>
            <a:lnRef idx="2">
              <a:srgbClr val="FA8550">
                <a:shade val="50000"/>
              </a:srgbClr>
            </a:lnRef>
            <a:fillRef idx="1">
              <a:srgbClr val="FA8550"/>
            </a:fillRef>
            <a:effectRef idx="0">
              <a:srgbClr val="FA8550"/>
            </a:effectRef>
            <a:fontRef idx="minor">
              <a:sysClr val="window" lastClr="FFFFFF"/>
            </a:fontRef>
          </p:style>
          <p:txBody>
            <a:bodyPr rtlCol="0" anchor="ctr">
              <a:normAutofit fontScale="60000" lnSpcReduction="20000"/>
            </a:bodyPr>
            <a:lstStyle/>
            <a:p>
              <a:pPr algn="ctr"/>
              <a:endParaRPr lang="zh-CN" altLang="en-US" sz="1400"/>
            </a:p>
          </p:txBody>
        </p:sp>
        <p:sp>
          <p:nvSpPr>
            <p:cNvPr id="33" name="椭圆 32"/>
            <p:cNvSpPr/>
            <p:nvPr>
              <p:custDataLst>
                <p:tags r:id="rId19"/>
              </p:custDataLst>
            </p:nvPr>
          </p:nvSpPr>
          <p:spPr>
            <a:xfrm>
              <a:off x="3508172" y="4870905"/>
              <a:ext cx="86880" cy="86880"/>
            </a:xfrm>
            <a:prstGeom prst="ellipse">
              <a:avLst/>
            </a:prstGeom>
            <a:solidFill>
              <a:sysClr val="window" lastClr="FFFFFF">
                <a:lumMod val="95000"/>
              </a:sysClr>
            </a:solidFill>
            <a:ln w="38100">
              <a:solidFill>
                <a:sysClr val="windowText" lastClr="000000">
                  <a:lumMod val="50000"/>
                  <a:lumOff val="50000"/>
                </a:sysClr>
              </a:solidFill>
            </a:ln>
          </p:spPr>
          <p:style>
            <a:lnRef idx="2">
              <a:srgbClr val="FA8550">
                <a:shade val="50000"/>
              </a:srgbClr>
            </a:lnRef>
            <a:fillRef idx="1">
              <a:srgbClr val="FA8550"/>
            </a:fillRef>
            <a:effectRef idx="0">
              <a:srgbClr val="FA8550"/>
            </a:effectRef>
            <a:fontRef idx="minor">
              <a:sysClr val="window" lastClr="FFFFFF"/>
            </a:fontRef>
          </p:style>
          <p:txBody>
            <a:bodyPr rtlCol="0" anchor="ctr">
              <a:normAutofit fontScale="25000" lnSpcReduction="20000"/>
            </a:bodyPr>
            <a:lstStyle/>
            <a:p>
              <a:pPr algn="ctr"/>
              <a:endParaRPr lang="zh-CN" altLang="en-US" sz="1400"/>
            </a:p>
          </p:txBody>
        </p:sp>
      </p:grpSp>
      <p:grpSp>
        <p:nvGrpSpPr>
          <p:cNvPr id="36" name="组合 35"/>
          <p:cNvGrpSpPr/>
          <p:nvPr>
            <p:custDataLst>
              <p:tags r:id="rId8"/>
            </p:custDataLst>
          </p:nvPr>
        </p:nvGrpSpPr>
        <p:grpSpPr>
          <a:xfrm>
            <a:off x="8812301" y="1649882"/>
            <a:ext cx="2037715" cy="3168628"/>
            <a:chOff x="2729395" y="2390005"/>
            <a:chExt cx="1651315" cy="2567780"/>
          </a:xfrm>
        </p:grpSpPr>
        <p:sp>
          <p:nvSpPr>
            <p:cNvPr id="38" name="圆角矩形 37"/>
            <p:cNvSpPr/>
            <p:nvPr>
              <p:custDataLst>
                <p:tags r:id="rId12"/>
              </p:custDataLst>
            </p:nvPr>
          </p:nvSpPr>
          <p:spPr>
            <a:xfrm>
              <a:off x="2729395" y="2390005"/>
              <a:ext cx="1651315" cy="2059899"/>
            </a:xfrm>
            <a:prstGeom prst="roundRect">
              <a:avLst/>
            </a:prstGeom>
            <a:solidFill>
              <a:srgbClr val="FABD50">
                <a:lumMod val="20000"/>
                <a:lumOff val="80000"/>
              </a:srgbClr>
            </a:solidFill>
            <a:ln w="38100">
              <a:noFill/>
            </a:ln>
          </p:spPr>
          <p:style>
            <a:lnRef idx="2">
              <a:srgbClr val="FA8550">
                <a:shade val="50000"/>
              </a:srgbClr>
            </a:lnRef>
            <a:fillRef idx="1">
              <a:srgbClr val="FA8550"/>
            </a:fillRef>
            <a:effectRef idx="0">
              <a:srgbClr val="FA8550"/>
            </a:effectRef>
            <a:fontRef idx="minor">
              <a:sysClr val="window" lastClr="FFFFFF"/>
            </a:fontRef>
          </p:style>
          <p:txBody>
            <a:bodyPr rtlCol="0" anchor="ctr">
              <a:normAutofit/>
            </a:bodyPr>
            <a:lstStyle/>
            <a:p>
              <a:pPr algn="ctr"/>
              <a:r>
                <a:rPr lang="zh-CN" altLang="en-US" dirty="0">
                  <a:solidFill>
                    <a:srgbClr val="FABD50">
                      <a:lumMod val="50000"/>
                    </a:srgbClr>
                  </a:solidFill>
                  <a:ea typeface="宋体" panose="02010600030101010101" pitchFamily="2" charset="-122"/>
                  <a:cs typeface="+mn-lt"/>
                </a:rPr>
                <a:t>Design and Implementation of Automatic Code Generator for TLS System</a:t>
              </a:r>
            </a:p>
          </p:txBody>
        </p:sp>
        <p:sp>
          <p:nvSpPr>
            <p:cNvPr id="39" name="泪滴形 38"/>
            <p:cNvSpPr/>
            <p:nvPr>
              <p:custDataLst>
                <p:tags r:id="rId13"/>
              </p:custDataLst>
            </p:nvPr>
          </p:nvSpPr>
          <p:spPr>
            <a:xfrm rot="8100000">
              <a:off x="3338219" y="4237493"/>
              <a:ext cx="426786" cy="426786"/>
            </a:xfrm>
            <a:prstGeom prst="teardrop">
              <a:avLst>
                <a:gd name="adj" fmla="val 125412"/>
              </a:avLst>
            </a:prstGeom>
            <a:solidFill>
              <a:srgbClr val="CE8D3E"/>
            </a:solidFill>
            <a:ln w="38100">
              <a:solidFill>
                <a:sysClr val="window" lastClr="FFFFFF">
                  <a:lumMod val="95000"/>
                </a:sysClr>
              </a:solidFill>
            </a:ln>
          </p:spPr>
          <p:style>
            <a:lnRef idx="2">
              <a:srgbClr val="FA8550">
                <a:shade val="50000"/>
              </a:srgbClr>
            </a:lnRef>
            <a:fillRef idx="1">
              <a:srgbClr val="FA8550"/>
            </a:fillRef>
            <a:effectRef idx="0">
              <a:srgbClr val="FA8550"/>
            </a:effectRef>
            <a:fontRef idx="minor">
              <a:sysClr val="window" lastClr="FFFFFF"/>
            </a:fontRef>
          </p:style>
          <p:txBody>
            <a:bodyPr rtlCol="0" anchor="ctr">
              <a:normAutofit/>
            </a:bodyPr>
            <a:lstStyle/>
            <a:p>
              <a:pPr algn="ctr"/>
              <a:endParaRPr lang="zh-CN" altLang="en-US" sz="1400"/>
            </a:p>
          </p:txBody>
        </p:sp>
        <p:sp>
          <p:nvSpPr>
            <p:cNvPr id="40" name="椭圆 39"/>
            <p:cNvSpPr/>
            <p:nvPr>
              <p:custDataLst>
                <p:tags r:id="rId14"/>
              </p:custDataLst>
            </p:nvPr>
          </p:nvSpPr>
          <p:spPr>
            <a:xfrm rot="8100000">
              <a:off x="3437270" y="4336545"/>
              <a:ext cx="221664" cy="221664"/>
            </a:xfrm>
            <a:prstGeom prst="ellipse">
              <a:avLst/>
            </a:prstGeom>
            <a:solidFill>
              <a:sysClr val="window" lastClr="FFFFFF">
                <a:lumMod val="95000"/>
              </a:sysClr>
            </a:solidFill>
            <a:ln>
              <a:noFill/>
            </a:ln>
          </p:spPr>
          <p:style>
            <a:lnRef idx="2">
              <a:srgbClr val="FA8550">
                <a:shade val="50000"/>
              </a:srgbClr>
            </a:lnRef>
            <a:fillRef idx="1">
              <a:srgbClr val="FA8550"/>
            </a:fillRef>
            <a:effectRef idx="0">
              <a:srgbClr val="FA8550"/>
            </a:effectRef>
            <a:fontRef idx="minor">
              <a:sysClr val="window" lastClr="FFFFFF"/>
            </a:fontRef>
          </p:style>
          <p:txBody>
            <a:bodyPr rtlCol="0" anchor="ctr">
              <a:normAutofit fontScale="60000" lnSpcReduction="20000"/>
            </a:bodyPr>
            <a:lstStyle/>
            <a:p>
              <a:pPr algn="ctr"/>
              <a:endParaRPr lang="zh-CN" altLang="en-US" sz="1400"/>
            </a:p>
          </p:txBody>
        </p:sp>
        <p:sp>
          <p:nvSpPr>
            <p:cNvPr id="13" name="椭圆 12"/>
            <p:cNvSpPr/>
            <p:nvPr>
              <p:custDataLst>
                <p:tags r:id="rId15"/>
              </p:custDataLst>
            </p:nvPr>
          </p:nvSpPr>
          <p:spPr>
            <a:xfrm>
              <a:off x="3508172" y="4870905"/>
              <a:ext cx="86880" cy="86880"/>
            </a:xfrm>
            <a:prstGeom prst="ellipse">
              <a:avLst/>
            </a:prstGeom>
            <a:solidFill>
              <a:sysClr val="window" lastClr="FFFFFF">
                <a:lumMod val="95000"/>
              </a:sysClr>
            </a:solidFill>
            <a:ln w="38100">
              <a:solidFill>
                <a:sysClr val="windowText" lastClr="000000">
                  <a:lumMod val="50000"/>
                  <a:lumOff val="50000"/>
                </a:sysClr>
              </a:solidFill>
            </a:ln>
          </p:spPr>
          <p:style>
            <a:lnRef idx="2">
              <a:srgbClr val="FA8550">
                <a:shade val="50000"/>
              </a:srgbClr>
            </a:lnRef>
            <a:fillRef idx="1">
              <a:srgbClr val="FA8550"/>
            </a:fillRef>
            <a:effectRef idx="0">
              <a:srgbClr val="FA8550"/>
            </a:effectRef>
            <a:fontRef idx="minor">
              <a:sysClr val="window" lastClr="FFFFFF"/>
            </a:fontRef>
          </p:style>
          <p:txBody>
            <a:bodyPr rtlCol="0" anchor="ctr">
              <a:normAutofit fontScale="25000" lnSpcReduction="20000"/>
            </a:bodyPr>
            <a:lstStyle/>
            <a:p>
              <a:pPr algn="ctr"/>
              <a:endParaRPr lang="zh-CN" altLang="en-US" sz="1400"/>
            </a:p>
          </p:txBody>
        </p:sp>
      </p:grpSp>
      <p:sp>
        <p:nvSpPr>
          <p:cNvPr id="50" name="文本框 49"/>
          <p:cNvSpPr txBox="1"/>
          <p:nvPr>
            <p:custDataLst>
              <p:tags r:id="rId9"/>
            </p:custDataLst>
          </p:nvPr>
        </p:nvSpPr>
        <p:spPr>
          <a:xfrm>
            <a:off x="6167679" y="4859060"/>
            <a:ext cx="1917899" cy="797570"/>
          </a:xfrm>
          <a:prstGeom prst="rect">
            <a:avLst/>
          </a:prstGeom>
          <a:noFill/>
        </p:spPr>
        <p:txBody>
          <a:bodyPr wrap="square" rtlCol="0">
            <a:normAutofit/>
          </a:bodyPr>
          <a:lstStyle/>
          <a:p>
            <a:pPr algn="ctr"/>
            <a:r>
              <a:rPr lang="en-US" altLang="zh-CN" dirty="0">
                <a:latin typeface="Arial" panose="020B0604020202020204" pitchFamily="34" charset="0"/>
                <a:ea typeface="黑体" panose="02010609060101010101" charset="-122"/>
                <a:cs typeface="+mn-ea"/>
              </a:rPr>
              <a:t>2013</a:t>
            </a:r>
          </a:p>
          <a:p>
            <a:pPr algn="ctr"/>
            <a:r>
              <a:rPr lang="en-US" altLang="zh-CN" dirty="0">
                <a:latin typeface="Arial" panose="020B0604020202020204" pitchFamily="34" charset="0"/>
                <a:ea typeface="黑体" panose="02010609060101010101" charset="-122"/>
                <a:cs typeface="+mn-ea"/>
              </a:rPr>
              <a:t>王磊、曲卫平</a:t>
            </a:r>
            <a:r>
              <a:rPr lang="zh-CN" altLang="en-US" dirty="0">
                <a:latin typeface="Arial" panose="020B0604020202020204" pitchFamily="34" charset="0"/>
                <a:ea typeface="黑体" panose="02010609060101010101" charset="-122"/>
                <a:cs typeface="+mn-ea"/>
              </a:rPr>
              <a:t>等</a:t>
            </a:r>
          </a:p>
        </p:txBody>
      </p:sp>
      <p:sp>
        <p:nvSpPr>
          <p:cNvPr id="51" name="文本框 50"/>
          <p:cNvSpPr txBox="1"/>
          <p:nvPr>
            <p:custDataLst>
              <p:tags r:id="rId10"/>
            </p:custDataLst>
          </p:nvPr>
        </p:nvSpPr>
        <p:spPr>
          <a:xfrm>
            <a:off x="8923020" y="4859020"/>
            <a:ext cx="2134870" cy="797560"/>
          </a:xfrm>
          <a:prstGeom prst="rect">
            <a:avLst/>
          </a:prstGeom>
          <a:noFill/>
        </p:spPr>
        <p:txBody>
          <a:bodyPr wrap="square" rtlCol="0">
            <a:noAutofit/>
          </a:bodyPr>
          <a:lstStyle/>
          <a:p>
            <a:pPr algn="ctr">
              <a:lnSpc>
                <a:spcPct val="120000"/>
              </a:lnSpc>
              <a:buNone/>
            </a:pPr>
            <a:r>
              <a:rPr lang="en-US" altLang="zh-CN" sz="1400" dirty="0">
                <a:ea typeface="黑体" panose="02010609060101010101" charset="-122"/>
                <a:cs typeface="+mn-lt"/>
              </a:rPr>
              <a:t>2017</a:t>
            </a:r>
          </a:p>
          <a:p>
            <a:pPr algn="ctr">
              <a:lnSpc>
                <a:spcPct val="120000"/>
              </a:lnSpc>
              <a:buNone/>
            </a:pPr>
            <a:r>
              <a:rPr lang="en-US" altLang="zh-CN" sz="1400" dirty="0">
                <a:ea typeface="黑体" panose="02010609060101010101" charset="-122"/>
                <a:cs typeface="+mn-lt"/>
              </a:rPr>
              <a:t>Jialong Wang、</a:t>
            </a:r>
          </a:p>
          <a:p>
            <a:pPr algn="ctr">
              <a:lnSpc>
                <a:spcPct val="120000"/>
              </a:lnSpc>
              <a:buNone/>
            </a:pPr>
            <a:r>
              <a:rPr lang="en-US" altLang="zh-CN" sz="1400" dirty="0">
                <a:ea typeface="黑体" panose="02010609060101010101" charset="-122"/>
                <a:cs typeface="+mn-lt"/>
              </a:rPr>
              <a:t>Yanhong Liu等</a:t>
            </a:r>
          </a:p>
        </p:txBody>
      </p:sp>
      <p:sp>
        <p:nvSpPr>
          <p:cNvPr id="14" name="文本框 13"/>
          <p:cNvSpPr txBox="1"/>
          <p:nvPr>
            <p:custDataLst>
              <p:tags r:id="rId11"/>
            </p:custDataLst>
          </p:nvPr>
        </p:nvSpPr>
        <p:spPr>
          <a:xfrm>
            <a:off x="3272155" y="4859020"/>
            <a:ext cx="2284095" cy="2115185"/>
          </a:xfrm>
          <a:prstGeom prst="rect">
            <a:avLst/>
          </a:prstGeom>
          <a:noFill/>
        </p:spPr>
        <p:txBody>
          <a:bodyPr wrap="square" rtlCol="0">
            <a:normAutofit fontScale="97500" lnSpcReduction="10000"/>
          </a:bodyPr>
          <a:lstStyle/>
          <a:p>
            <a:pPr algn="ctr"/>
            <a:r>
              <a:rPr lang="en-US" altLang="zh-CN" dirty="0">
                <a:latin typeface="Arial" panose="020B0604020202020204" pitchFamily="34" charset="0"/>
                <a:ea typeface="黑体" panose="02010609060101010101" charset="-122"/>
                <a:cs typeface="+mn-ea"/>
                <a:sym typeface="+mn-ea"/>
              </a:rPr>
              <a:t>2009</a:t>
            </a:r>
            <a:endParaRPr lang="en-US" altLang="zh-CN" dirty="0">
              <a:latin typeface="Arial" panose="020B0604020202020204" pitchFamily="34" charset="0"/>
              <a:ea typeface="黑体" panose="02010609060101010101" charset="-122"/>
              <a:cs typeface="+mn-ea"/>
            </a:endParaRPr>
          </a:p>
          <a:p>
            <a:pPr algn="ctr"/>
            <a:r>
              <a:rPr lang="en-US" altLang="zh-CN" dirty="0">
                <a:ea typeface="黑体" panose="02010609060101010101" charset="-122"/>
                <a:cs typeface="+mn-lt"/>
                <a:sym typeface="+mn-ea"/>
              </a:rPr>
              <a:t>梁博、安虹等</a:t>
            </a:r>
            <a:r>
              <a:rPr lang="en-US" altLang="zh-CN" dirty="0">
                <a:ea typeface="黑体" panose="02010609060101010101" charset="-122"/>
                <a:cs typeface="+mn-lt"/>
              </a:rPr>
              <a:t>．</a:t>
            </a:r>
          </a:p>
          <a:p>
            <a:pPr algn="ctr"/>
            <a:endParaRPr lang="en-US" altLang="zh-CN" dirty="0">
              <a:ea typeface="黑体" panose="02010609060101010101" charset="-122"/>
              <a:cs typeface="+mn-lt"/>
            </a:endParaRPr>
          </a:p>
          <a:p>
            <a:pPr algn="ctr"/>
            <a:r>
              <a:rPr lang="en-US" altLang="zh-CN" dirty="0">
                <a:ea typeface="黑体" panose="02010609060101010101" charset="-122"/>
                <a:cs typeface="+mn-lt"/>
              </a:rPr>
              <a:t>P Tu</a:t>
            </a:r>
            <a:r>
              <a:rPr lang="zh-CN" altLang="zh-CN" dirty="0">
                <a:ea typeface="黑体" panose="02010609060101010101" charset="-122"/>
                <a:cs typeface="+mn-lt"/>
              </a:rPr>
              <a:t>、</a:t>
            </a:r>
            <a:r>
              <a:rPr lang="en-US" altLang="zh-CN" dirty="0">
                <a:ea typeface="黑体" panose="02010609060101010101" charset="-122"/>
                <a:cs typeface="+mn-lt"/>
              </a:rPr>
              <a:t>D Padua</a:t>
            </a:r>
          </a:p>
          <a:p>
            <a:pPr algn="ctr"/>
            <a:endParaRPr lang="zh-CN" altLang="en-US" dirty="0">
              <a:ea typeface="黑体" panose="02010609060101010101" charset="-122"/>
              <a:cs typeface="+mn-lt"/>
            </a:endParaRPr>
          </a:p>
          <a:p>
            <a:pPr algn="ctr"/>
            <a:r>
              <a:rPr lang="zh-CN" altLang="en-US" dirty="0">
                <a:ea typeface="黑体" panose="02010609060101010101" charset="-122"/>
                <a:cs typeface="+mn-lt"/>
              </a:rPr>
              <a:t>D．K．Chert,RC Yew</a:t>
            </a:r>
          </a:p>
          <a:p>
            <a:pPr algn="ctr"/>
            <a:r>
              <a:rPr lang="en-US" altLang="zh-CN" dirty="0">
                <a:ea typeface="黑体" panose="02010609060101010101" charset="-122"/>
                <a:cs typeface="+mn-lt"/>
              </a:rPr>
              <a:t>...</a:t>
            </a:r>
          </a:p>
        </p:txBody>
      </p:sp>
    </p:spTree>
    <p:custDataLst>
      <p:tags r:id="rId1"/>
    </p:custData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custDataLst>
              <p:tags r:id="rId2"/>
            </p:custDataLst>
          </p:nvPr>
        </p:nvSpPr>
        <p:spPr>
          <a:xfrm>
            <a:off x="641985" y="52070"/>
            <a:ext cx="2857500" cy="417830"/>
          </a:xfrm>
        </p:spPr>
        <p:txBody>
          <a:bodyPr lIns="0" tIns="0" rIns="0" bIns="0" anchor="ctr" anchorCtr="1">
            <a:normAutofit fontScale="90000"/>
          </a:bodyPr>
          <a:lstStyle/>
          <a:p>
            <a:r>
              <a:rPr lang="zh-CN" altLang="en-US" dirty="0">
                <a:solidFill>
                  <a:srgbClr val="C00000"/>
                </a:solidFill>
              </a:rPr>
              <a:t>研究内容与方法</a:t>
            </a:r>
          </a:p>
        </p:txBody>
      </p:sp>
      <p:grpSp>
        <p:nvGrpSpPr>
          <p:cNvPr id="21506" name="组合 7"/>
          <p:cNvGrpSpPr/>
          <p:nvPr/>
        </p:nvGrpSpPr>
        <p:grpSpPr>
          <a:xfrm>
            <a:off x="166370" y="208280"/>
            <a:ext cx="366395" cy="193040"/>
            <a:chOff x="1990725" y="838200"/>
            <a:chExt cx="295275" cy="142875"/>
          </a:xfrm>
        </p:grpSpPr>
        <p:cxnSp>
          <p:nvCxnSpPr>
            <p:cNvPr id="4" name="直接连接符 3"/>
            <p:cNvCxnSpPr/>
            <p:nvPr>
              <p:custDataLst>
                <p:tags r:id="rId15"/>
              </p:custDataLst>
            </p:nvPr>
          </p:nvCxnSpPr>
          <p:spPr>
            <a:xfrm>
              <a:off x="1990725" y="838200"/>
              <a:ext cx="295275"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16"/>
              </p:custDataLst>
            </p:nvPr>
          </p:nvCxnSpPr>
          <p:spPr>
            <a:xfrm>
              <a:off x="1990725" y="909637"/>
              <a:ext cx="295275"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custDataLst>
                <p:tags r:id="rId17"/>
              </p:custDataLst>
            </p:nvPr>
          </p:nvCxnSpPr>
          <p:spPr>
            <a:xfrm>
              <a:off x="1990725" y="981075"/>
              <a:ext cx="295275"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grpSp>
      <p:pic>
        <p:nvPicPr>
          <p:cNvPr id="87" name="图片 86" descr="timg"/>
          <p:cNvPicPr>
            <a:picLocks noChangeAspect="1"/>
          </p:cNvPicPr>
          <p:nvPr/>
        </p:nvPicPr>
        <p:blipFill>
          <a:blip r:embed="rId20"/>
          <a:stretch>
            <a:fillRect/>
          </a:stretch>
        </p:blipFill>
        <p:spPr>
          <a:xfrm>
            <a:off x="9907270" y="2540"/>
            <a:ext cx="2282190" cy="992505"/>
          </a:xfrm>
          <a:prstGeom prst="rect">
            <a:avLst/>
          </a:prstGeom>
        </p:spPr>
      </p:pic>
      <p:grpSp>
        <p:nvGrpSpPr>
          <p:cNvPr id="25" name="组合 24"/>
          <p:cNvGrpSpPr/>
          <p:nvPr>
            <p:custDataLst>
              <p:tags r:id="rId3"/>
            </p:custDataLst>
          </p:nvPr>
        </p:nvGrpSpPr>
        <p:grpSpPr>
          <a:xfrm>
            <a:off x="291909" y="2168479"/>
            <a:ext cx="3456620" cy="2228041"/>
            <a:chOff x="544629" y="2854914"/>
            <a:chExt cx="3456620" cy="2228041"/>
          </a:xfrm>
        </p:grpSpPr>
        <p:sp>
          <p:nvSpPr>
            <p:cNvPr id="26" name="矩形 25"/>
            <p:cNvSpPr/>
            <p:nvPr>
              <p:custDataLst>
                <p:tags r:id="rId12"/>
              </p:custDataLst>
            </p:nvPr>
          </p:nvSpPr>
          <p:spPr>
            <a:xfrm>
              <a:off x="1917188" y="3052845"/>
              <a:ext cx="2084061" cy="835243"/>
            </a:xfrm>
            <a:prstGeom prst="rect">
              <a:avLst/>
            </a:prstGeom>
            <a:solidFill>
              <a:srgbClr val="018BE9"/>
            </a:solidFill>
            <a:ln>
              <a:noFill/>
            </a:ln>
          </p:spPr>
          <p:style>
            <a:lnRef idx="2">
              <a:srgbClr val="018BE9">
                <a:shade val="50000"/>
              </a:srgbClr>
            </a:lnRef>
            <a:fillRef idx="1">
              <a:srgbClr val="018BE9"/>
            </a:fillRef>
            <a:effectRef idx="0">
              <a:srgbClr val="018BE9"/>
            </a:effectRef>
            <a:fontRef idx="minor">
              <a:srgbClr val="FFFFFF"/>
            </a:fontRef>
          </p:style>
          <p:txBody>
            <a:bodyPr rtlCol="0" anchor="ctr">
              <a:normAutofit/>
            </a:bodyPr>
            <a:lstStyle/>
            <a:p>
              <a:pPr algn="ctr"/>
              <a:r>
                <a:rPr lang="zh-CN" altLang="en-US" dirty="0">
                  <a:latin typeface="Arial" panose="020B0604020202020204" pitchFamily="34" charset="0"/>
                  <a:ea typeface="黑体" panose="02010609060101010101" charset="-122"/>
                  <a:cs typeface="+mn-ea"/>
                </a:rPr>
                <a:t>并行标记语言</a:t>
              </a:r>
            </a:p>
          </p:txBody>
        </p:sp>
        <p:sp>
          <p:nvSpPr>
            <p:cNvPr id="27" name="文本框 26"/>
            <p:cNvSpPr txBox="1"/>
            <p:nvPr>
              <p:custDataLst>
                <p:tags r:id="rId13"/>
              </p:custDataLst>
            </p:nvPr>
          </p:nvSpPr>
          <p:spPr>
            <a:xfrm>
              <a:off x="544629" y="2854914"/>
              <a:ext cx="1322798" cy="1231106"/>
            </a:xfrm>
            <a:prstGeom prst="rect">
              <a:avLst/>
            </a:prstGeom>
            <a:noFill/>
          </p:spPr>
          <p:txBody>
            <a:bodyPr wrap="square" lIns="0" tIns="0" rIns="0" bIns="0" rtlCol="0" anchor="ctr" anchorCtr="1">
              <a:normAutofit/>
            </a:bodyPr>
            <a:lstStyle/>
            <a:p>
              <a:pPr algn="ctr"/>
              <a:r>
                <a:rPr lang="en-US" altLang="zh-CN" sz="8000" b="1" dirty="0">
                  <a:solidFill>
                    <a:srgbClr val="018BE9"/>
                  </a:solidFill>
                </a:rPr>
                <a:t>01</a:t>
              </a:r>
              <a:endParaRPr lang="zh-CN" altLang="en-US" sz="8000" b="1" dirty="0">
                <a:solidFill>
                  <a:srgbClr val="018BE9"/>
                </a:solidFill>
              </a:endParaRPr>
            </a:p>
          </p:txBody>
        </p:sp>
        <p:sp>
          <p:nvSpPr>
            <p:cNvPr id="28" name="矩形 27"/>
            <p:cNvSpPr/>
            <p:nvPr>
              <p:custDataLst>
                <p:tags r:id="rId14"/>
              </p:custDataLst>
            </p:nvPr>
          </p:nvSpPr>
          <p:spPr>
            <a:xfrm>
              <a:off x="544629" y="4104226"/>
              <a:ext cx="3456620" cy="978729"/>
            </a:xfrm>
            <a:prstGeom prst="rect">
              <a:avLst/>
            </a:prstGeom>
          </p:spPr>
          <p:txBody>
            <a:bodyPr wrap="square">
              <a:noAutofit/>
            </a:bodyPr>
            <a:lstStyle/>
            <a:p>
              <a:pPr>
                <a:lnSpc>
                  <a:spcPct val="120000"/>
                </a:lnSpc>
              </a:pPr>
              <a:r>
                <a:rPr lang="en-US" altLang="zh-CN" dirty="0"/>
                <a:t>实现标记语言标签的定义及串行源代码到并行源代码的转换</a:t>
              </a:r>
            </a:p>
          </p:txBody>
        </p:sp>
      </p:grpSp>
      <p:grpSp>
        <p:nvGrpSpPr>
          <p:cNvPr id="29" name="组合 28"/>
          <p:cNvGrpSpPr/>
          <p:nvPr>
            <p:custDataLst>
              <p:tags r:id="rId4"/>
            </p:custDataLst>
          </p:nvPr>
        </p:nvGrpSpPr>
        <p:grpSpPr>
          <a:xfrm>
            <a:off x="4108610" y="2168479"/>
            <a:ext cx="3456620" cy="2228041"/>
            <a:chOff x="4977291" y="2854914"/>
            <a:chExt cx="3456620" cy="2228041"/>
          </a:xfrm>
        </p:grpSpPr>
        <p:sp>
          <p:nvSpPr>
            <p:cNvPr id="30" name="矩形 29"/>
            <p:cNvSpPr/>
            <p:nvPr>
              <p:custDataLst>
                <p:tags r:id="rId9"/>
              </p:custDataLst>
            </p:nvPr>
          </p:nvSpPr>
          <p:spPr>
            <a:xfrm>
              <a:off x="6349850" y="3052845"/>
              <a:ext cx="2084061" cy="835243"/>
            </a:xfrm>
            <a:prstGeom prst="rect">
              <a:avLst/>
            </a:prstGeom>
            <a:solidFill>
              <a:srgbClr val="FFC000"/>
            </a:solidFill>
            <a:ln>
              <a:noFill/>
            </a:ln>
          </p:spPr>
          <p:style>
            <a:lnRef idx="2">
              <a:srgbClr val="018BE9">
                <a:shade val="50000"/>
              </a:srgbClr>
            </a:lnRef>
            <a:fillRef idx="1">
              <a:srgbClr val="018BE9"/>
            </a:fillRef>
            <a:effectRef idx="0">
              <a:srgbClr val="018BE9"/>
            </a:effectRef>
            <a:fontRef idx="minor">
              <a:srgbClr val="FFFFFF"/>
            </a:fontRef>
          </p:style>
          <p:txBody>
            <a:bodyPr rtlCol="0" anchor="ctr">
              <a:normAutofit/>
            </a:bodyPr>
            <a:lstStyle/>
            <a:p>
              <a:pPr algn="ctr"/>
              <a:r>
                <a:rPr lang="zh-CN" altLang="en-US" dirty="0">
                  <a:latin typeface="Arial" panose="020B0604020202020204" pitchFamily="34" charset="0"/>
                  <a:ea typeface="黑体" panose="02010609060101010101" charset="-122"/>
                  <a:cs typeface="+mn-ea"/>
                </a:rPr>
                <a:t>标记语言编辑器</a:t>
              </a:r>
            </a:p>
          </p:txBody>
        </p:sp>
        <p:sp>
          <p:nvSpPr>
            <p:cNvPr id="31" name="文本框 30"/>
            <p:cNvSpPr txBox="1"/>
            <p:nvPr>
              <p:custDataLst>
                <p:tags r:id="rId10"/>
              </p:custDataLst>
            </p:nvPr>
          </p:nvSpPr>
          <p:spPr>
            <a:xfrm>
              <a:off x="4977291" y="2854914"/>
              <a:ext cx="1322798" cy="1231106"/>
            </a:xfrm>
            <a:prstGeom prst="rect">
              <a:avLst/>
            </a:prstGeom>
            <a:noFill/>
          </p:spPr>
          <p:txBody>
            <a:bodyPr wrap="square" lIns="0" tIns="0" rIns="0" bIns="0" rtlCol="0" anchor="ctr" anchorCtr="1">
              <a:normAutofit/>
            </a:bodyPr>
            <a:lstStyle/>
            <a:p>
              <a:pPr algn="ctr"/>
              <a:r>
                <a:rPr lang="en-US" altLang="zh-CN" sz="8000" b="1" dirty="0">
                  <a:solidFill>
                    <a:srgbClr val="FFC000"/>
                  </a:solidFill>
                </a:rPr>
                <a:t>02</a:t>
              </a:r>
              <a:endParaRPr lang="zh-CN" altLang="en-US" sz="8000" b="1" dirty="0">
                <a:solidFill>
                  <a:srgbClr val="FFC000"/>
                </a:solidFill>
              </a:endParaRPr>
            </a:p>
          </p:txBody>
        </p:sp>
        <p:sp>
          <p:nvSpPr>
            <p:cNvPr id="32" name="矩形 31"/>
            <p:cNvSpPr/>
            <p:nvPr>
              <p:custDataLst>
                <p:tags r:id="rId11"/>
              </p:custDataLst>
            </p:nvPr>
          </p:nvSpPr>
          <p:spPr>
            <a:xfrm>
              <a:off x="4977291" y="4104226"/>
              <a:ext cx="3456620" cy="978729"/>
            </a:xfrm>
            <a:prstGeom prst="rect">
              <a:avLst/>
            </a:prstGeom>
          </p:spPr>
          <p:txBody>
            <a:bodyPr wrap="square">
              <a:noAutofit/>
            </a:bodyPr>
            <a:lstStyle/>
            <a:p>
              <a:pPr>
                <a:lnSpc>
                  <a:spcPct val="120000"/>
                </a:lnSpc>
              </a:pPr>
              <a:r>
                <a:rPr lang="en-US" altLang="zh-CN" dirty="0"/>
                <a:t>Web</a:t>
              </a:r>
              <a:r>
                <a:rPr lang="zh-CN" altLang="en-US" dirty="0"/>
                <a:t>端编辑器，具备代码着色、高亮等基础功能</a:t>
              </a:r>
            </a:p>
          </p:txBody>
        </p:sp>
      </p:grpSp>
      <p:grpSp>
        <p:nvGrpSpPr>
          <p:cNvPr id="33" name="组合 32"/>
          <p:cNvGrpSpPr/>
          <p:nvPr>
            <p:custDataLst>
              <p:tags r:id="rId5"/>
            </p:custDataLst>
          </p:nvPr>
        </p:nvGrpSpPr>
        <p:grpSpPr>
          <a:xfrm>
            <a:off x="7925311" y="2168479"/>
            <a:ext cx="3456620" cy="2228041"/>
            <a:chOff x="8735380" y="2854914"/>
            <a:chExt cx="3456620" cy="2228041"/>
          </a:xfrm>
        </p:grpSpPr>
        <p:sp>
          <p:nvSpPr>
            <p:cNvPr id="34" name="矩形 33"/>
            <p:cNvSpPr/>
            <p:nvPr>
              <p:custDataLst>
                <p:tags r:id="rId6"/>
              </p:custDataLst>
            </p:nvPr>
          </p:nvSpPr>
          <p:spPr>
            <a:xfrm>
              <a:off x="10107939" y="3052845"/>
              <a:ext cx="2084061" cy="835243"/>
            </a:xfrm>
            <a:prstGeom prst="rect">
              <a:avLst/>
            </a:prstGeom>
            <a:solidFill>
              <a:srgbClr val="00B0F0"/>
            </a:solidFill>
            <a:ln>
              <a:noFill/>
            </a:ln>
          </p:spPr>
          <p:style>
            <a:lnRef idx="2">
              <a:srgbClr val="018BE9">
                <a:shade val="50000"/>
              </a:srgbClr>
            </a:lnRef>
            <a:fillRef idx="1">
              <a:srgbClr val="018BE9"/>
            </a:fillRef>
            <a:effectRef idx="0">
              <a:srgbClr val="018BE9"/>
            </a:effectRef>
            <a:fontRef idx="minor">
              <a:srgbClr val="FFFFFF"/>
            </a:fontRef>
          </p:style>
          <p:txBody>
            <a:bodyPr rtlCol="0" anchor="ctr">
              <a:normAutofit/>
            </a:bodyPr>
            <a:lstStyle/>
            <a:p>
              <a:pPr algn="ctr"/>
              <a:r>
                <a:rPr lang="zh-CN" altLang="en-US" dirty="0">
                  <a:latin typeface="Arial" panose="020B0604020202020204" pitchFamily="34" charset="0"/>
                  <a:ea typeface="黑体" panose="02010609060101010101" charset="-122"/>
                  <a:cs typeface="+mn-ea"/>
                </a:rPr>
                <a:t>可并行代码段预测</a:t>
              </a:r>
            </a:p>
          </p:txBody>
        </p:sp>
        <p:sp>
          <p:nvSpPr>
            <p:cNvPr id="42" name="文本框 41"/>
            <p:cNvSpPr txBox="1"/>
            <p:nvPr>
              <p:custDataLst>
                <p:tags r:id="rId7"/>
              </p:custDataLst>
            </p:nvPr>
          </p:nvSpPr>
          <p:spPr>
            <a:xfrm>
              <a:off x="8735380" y="2854914"/>
              <a:ext cx="1322798" cy="1231106"/>
            </a:xfrm>
            <a:prstGeom prst="rect">
              <a:avLst/>
            </a:prstGeom>
            <a:noFill/>
          </p:spPr>
          <p:txBody>
            <a:bodyPr wrap="square" lIns="0" tIns="0" rIns="0" bIns="0" rtlCol="0" anchor="ctr" anchorCtr="1">
              <a:normAutofit/>
            </a:bodyPr>
            <a:lstStyle/>
            <a:p>
              <a:pPr algn="ctr"/>
              <a:r>
                <a:rPr lang="en-US" altLang="zh-CN" sz="8000" b="1" dirty="0">
                  <a:solidFill>
                    <a:srgbClr val="00B0F0"/>
                  </a:solidFill>
                </a:rPr>
                <a:t>03</a:t>
              </a:r>
              <a:endParaRPr lang="zh-CN" altLang="en-US" sz="8000" b="1" dirty="0">
                <a:solidFill>
                  <a:srgbClr val="00B0F0"/>
                </a:solidFill>
              </a:endParaRPr>
            </a:p>
          </p:txBody>
        </p:sp>
        <p:sp>
          <p:nvSpPr>
            <p:cNvPr id="43" name="矩形 42"/>
            <p:cNvSpPr/>
            <p:nvPr>
              <p:custDataLst>
                <p:tags r:id="rId8"/>
              </p:custDataLst>
            </p:nvPr>
          </p:nvSpPr>
          <p:spPr>
            <a:xfrm>
              <a:off x="8735380" y="4104226"/>
              <a:ext cx="3456620" cy="978729"/>
            </a:xfrm>
            <a:prstGeom prst="rect">
              <a:avLst/>
            </a:prstGeom>
          </p:spPr>
          <p:txBody>
            <a:bodyPr wrap="square">
              <a:noAutofit/>
            </a:bodyPr>
            <a:lstStyle/>
            <a:p>
              <a:pPr>
                <a:lnSpc>
                  <a:spcPct val="120000"/>
                </a:lnSpc>
              </a:pPr>
              <a:r>
                <a:rPr lang="zh-CN" altLang="en-US" dirty="0"/>
                <a:t>串行代码可并行代码段预测与提示，对人工添加并行标记作指导</a:t>
              </a:r>
              <a:endParaRPr lang="en-US" altLang="zh-CN" dirty="0"/>
            </a:p>
          </p:txBody>
        </p:sp>
      </p:grpSp>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custDataLst>
              <p:tags r:id="rId2"/>
            </p:custDataLst>
          </p:nvPr>
        </p:nvSpPr>
        <p:spPr>
          <a:xfrm>
            <a:off x="641985" y="52070"/>
            <a:ext cx="2857500" cy="417830"/>
          </a:xfrm>
        </p:spPr>
        <p:txBody>
          <a:bodyPr lIns="0" tIns="0" rIns="0" bIns="0" anchor="ctr" anchorCtr="1">
            <a:normAutofit fontScale="90000"/>
          </a:bodyPr>
          <a:lstStyle/>
          <a:p>
            <a:r>
              <a:rPr lang="zh-CN" altLang="en-US" dirty="0">
                <a:solidFill>
                  <a:srgbClr val="C00000"/>
                </a:solidFill>
              </a:rPr>
              <a:t>研究内容与方法</a:t>
            </a:r>
          </a:p>
        </p:txBody>
      </p:sp>
      <p:grpSp>
        <p:nvGrpSpPr>
          <p:cNvPr id="21506" name="组合 7"/>
          <p:cNvGrpSpPr/>
          <p:nvPr/>
        </p:nvGrpSpPr>
        <p:grpSpPr>
          <a:xfrm>
            <a:off x="166370" y="208280"/>
            <a:ext cx="366395" cy="193040"/>
            <a:chOff x="1990725" y="838200"/>
            <a:chExt cx="295275" cy="142875"/>
          </a:xfrm>
        </p:grpSpPr>
        <p:cxnSp>
          <p:nvCxnSpPr>
            <p:cNvPr id="4" name="直接连接符 3"/>
            <p:cNvCxnSpPr/>
            <p:nvPr>
              <p:custDataLst>
                <p:tags r:id="rId3"/>
              </p:custDataLst>
            </p:nvPr>
          </p:nvCxnSpPr>
          <p:spPr>
            <a:xfrm>
              <a:off x="1990725" y="838200"/>
              <a:ext cx="295275"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4"/>
              </p:custDataLst>
            </p:nvPr>
          </p:nvCxnSpPr>
          <p:spPr>
            <a:xfrm>
              <a:off x="1990725" y="909637"/>
              <a:ext cx="295275"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custDataLst>
                <p:tags r:id="rId5"/>
              </p:custDataLst>
            </p:nvPr>
          </p:nvCxnSpPr>
          <p:spPr>
            <a:xfrm>
              <a:off x="1990725" y="981075"/>
              <a:ext cx="295275"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grpSp>
      <p:pic>
        <p:nvPicPr>
          <p:cNvPr id="87" name="图片 86" descr="timg"/>
          <p:cNvPicPr>
            <a:picLocks noChangeAspect="1"/>
          </p:cNvPicPr>
          <p:nvPr/>
        </p:nvPicPr>
        <p:blipFill>
          <a:blip r:embed="rId8"/>
          <a:stretch>
            <a:fillRect/>
          </a:stretch>
        </p:blipFill>
        <p:spPr>
          <a:xfrm>
            <a:off x="9907270" y="2540"/>
            <a:ext cx="2282190" cy="992505"/>
          </a:xfrm>
          <a:prstGeom prst="rect">
            <a:avLst/>
          </a:prstGeom>
        </p:spPr>
      </p:pic>
      <p:sp>
        <p:nvSpPr>
          <p:cNvPr id="19" name="文本框 18"/>
          <p:cNvSpPr txBox="1"/>
          <p:nvPr/>
        </p:nvSpPr>
        <p:spPr>
          <a:xfrm>
            <a:off x="166370" y="701040"/>
            <a:ext cx="2240280" cy="368300"/>
          </a:xfrm>
          <a:prstGeom prst="rect">
            <a:avLst/>
          </a:prstGeom>
          <a:noFill/>
        </p:spPr>
        <p:txBody>
          <a:bodyPr wrap="none" rtlCol="0" anchor="t">
            <a:spAutoFit/>
          </a:bodyPr>
          <a:lstStyle/>
          <a:p>
            <a:r>
              <a:rPr lang="zh-CN" altLang="en-US" b="1">
                <a:sym typeface="+mn-ea"/>
              </a:rPr>
              <a:t>并行标记语言部分：</a:t>
            </a:r>
            <a:endParaRPr lang="zh-CN" altLang="en-US"/>
          </a:p>
        </p:txBody>
      </p:sp>
      <p:grpSp>
        <p:nvGrpSpPr>
          <p:cNvPr id="22" name="组合 21"/>
          <p:cNvGrpSpPr/>
          <p:nvPr/>
        </p:nvGrpSpPr>
        <p:grpSpPr>
          <a:xfrm>
            <a:off x="2132965" y="1568450"/>
            <a:ext cx="9072880" cy="2072640"/>
            <a:chOff x="1011" y="3811"/>
            <a:chExt cx="14288" cy="3264"/>
          </a:xfrm>
        </p:grpSpPr>
        <p:sp>
          <p:nvSpPr>
            <p:cNvPr id="10" name="矩形 9"/>
            <p:cNvSpPr/>
            <p:nvPr/>
          </p:nvSpPr>
          <p:spPr>
            <a:xfrm>
              <a:off x="1011" y="4253"/>
              <a:ext cx="3090" cy="2294"/>
            </a:xfrm>
            <a:prstGeom prst="rect">
              <a:avLst/>
            </a:prstGeom>
            <a:solidFill>
              <a:srgbClr val="58849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参考编写良好的混合编程代码，提炼其常用函数、指令及格式。</a:t>
              </a:r>
            </a:p>
          </p:txBody>
        </p:sp>
        <p:cxnSp>
          <p:nvCxnSpPr>
            <p:cNvPr id="11" name="直接箭头连接符 10"/>
            <p:cNvCxnSpPr>
              <a:stCxn id="10" idx="3"/>
            </p:cNvCxnSpPr>
            <p:nvPr/>
          </p:nvCxnSpPr>
          <p:spPr>
            <a:xfrm>
              <a:off x="4101" y="5400"/>
              <a:ext cx="1285" cy="7"/>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12" name="矩形 11"/>
            <p:cNvSpPr/>
            <p:nvPr/>
          </p:nvSpPr>
          <p:spPr>
            <a:xfrm>
              <a:off x="5386" y="5074"/>
              <a:ext cx="3090" cy="660"/>
            </a:xfrm>
            <a:prstGeom prst="rect">
              <a:avLst/>
            </a:prstGeom>
            <a:solidFill>
              <a:srgbClr val="F1AF4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1"/>
                  </a:solidFill>
                </a:rPr>
                <a:t>XML</a:t>
              </a:r>
              <a:r>
                <a:rPr lang="zh-CN" altLang="en-US" dirty="0">
                  <a:solidFill>
                    <a:schemeClr val="bg1"/>
                  </a:solidFill>
                </a:rPr>
                <a:t>标签</a:t>
              </a:r>
            </a:p>
          </p:txBody>
        </p:sp>
        <p:sp>
          <p:nvSpPr>
            <p:cNvPr id="13" name="矩形 12"/>
            <p:cNvSpPr/>
            <p:nvPr/>
          </p:nvSpPr>
          <p:spPr>
            <a:xfrm>
              <a:off x="12247" y="3811"/>
              <a:ext cx="3051" cy="872"/>
            </a:xfrm>
            <a:prstGeom prst="rect">
              <a:avLst/>
            </a:prstGeom>
            <a:solidFill>
              <a:srgbClr val="75AC8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rgbClr val="C00000"/>
                  </a:solidFill>
                </a:rPr>
                <a:t>XLST</a:t>
              </a:r>
              <a:r>
                <a:rPr lang="zh-CN" altLang="en-US">
                  <a:solidFill>
                    <a:srgbClr val="C00000"/>
                  </a:solidFill>
                </a:rPr>
                <a:t>文件</a:t>
              </a:r>
            </a:p>
            <a:p>
              <a:pPr algn="ctr"/>
              <a:r>
                <a:rPr lang="zh-CN" altLang="en-US">
                  <a:solidFill>
                    <a:srgbClr val="C00000"/>
                  </a:solidFill>
                </a:rPr>
                <a:t>（映射模板）</a:t>
              </a:r>
            </a:p>
          </p:txBody>
        </p:sp>
        <p:sp>
          <p:nvSpPr>
            <p:cNvPr id="14" name="矩形 13"/>
            <p:cNvSpPr/>
            <p:nvPr/>
          </p:nvSpPr>
          <p:spPr>
            <a:xfrm>
              <a:off x="12209" y="6131"/>
              <a:ext cx="3090" cy="944"/>
            </a:xfrm>
            <a:prstGeom prst="rect">
              <a:avLst/>
            </a:prstGeom>
            <a:solidFill>
              <a:srgbClr val="CFE0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rgbClr val="C00000"/>
                  </a:solidFill>
                </a:rPr>
                <a:t>DTD</a:t>
              </a:r>
              <a:r>
                <a:rPr lang="zh-CN" altLang="en-US">
                  <a:solidFill>
                    <a:srgbClr val="C00000"/>
                  </a:solidFill>
                </a:rPr>
                <a:t>文件</a:t>
              </a:r>
            </a:p>
            <a:p>
              <a:pPr algn="ctr"/>
              <a:r>
                <a:rPr lang="zh-CN" altLang="en-US">
                  <a:solidFill>
                    <a:srgbClr val="C00000"/>
                  </a:solidFill>
                </a:rPr>
                <a:t>（语法规范）</a:t>
              </a:r>
            </a:p>
          </p:txBody>
        </p:sp>
        <p:cxnSp>
          <p:nvCxnSpPr>
            <p:cNvPr id="20" name="直接箭头连接符 19"/>
            <p:cNvCxnSpPr>
              <a:stCxn id="13" idx="1"/>
              <a:endCxn id="12" idx="3"/>
            </p:cNvCxnSpPr>
            <p:nvPr/>
          </p:nvCxnSpPr>
          <p:spPr>
            <a:xfrm flipH="1">
              <a:off x="8476" y="4247"/>
              <a:ext cx="3771" cy="1157"/>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21" name="直接箭头连接符 20"/>
            <p:cNvCxnSpPr>
              <a:stCxn id="14" idx="1"/>
              <a:endCxn id="12" idx="3"/>
            </p:cNvCxnSpPr>
            <p:nvPr/>
          </p:nvCxnSpPr>
          <p:spPr>
            <a:xfrm flipH="1" flipV="1">
              <a:off x="8476" y="5404"/>
              <a:ext cx="3733" cy="1199"/>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grpSp>
      <p:grpSp>
        <p:nvGrpSpPr>
          <p:cNvPr id="74" name="组合 73"/>
          <p:cNvGrpSpPr/>
          <p:nvPr/>
        </p:nvGrpSpPr>
        <p:grpSpPr>
          <a:xfrm>
            <a:off x="2132965" y="4807585"/>
            <a:ext cx="8945245" cy="1259205"/>
            <a:chOff x="1324" y="7571"/>
            <a:chExt cx="14087" cy="1983"/>
          </a:xfrm>
        </p:grpSpPr>
        <p:sp>
          <p:nvSpPr>
            <p:cNvPr id="52" name="流程图: 可选过程 51"/>
            <p:cNvSpPr/>
            <p:nvPr/>
          </p:nvSpPr>
          <p:spPr>
            <a:xfrm>
              <a:off x="4042" y="7593"/>
              <a:ext cx="2014" cy="1222"/>
            </a:xfrm>
            <a:prstGeom prst="flowChartAlternateProcess">
              <a:avLst/>
            </a:prstGeom>
            <a:solidFill>
              <a:schemeClr val="accent6">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solidFill>
                    <a:srgbClr val="C00000"/>
                  </a:solidFill>
                </a:rPr>
                <a:t>加入</a:t>
              </a:r>
              <a:r>
                <a:rPr lang="en-US" altLang="zh-CN">
                  <a:solidFill>
                    <a:srgbClr val="C00000"/>
                  </a:solidFill>
                </a:rPr>
                <a:t>XML</a:t>
              </a:r>
              <a:r>
                <a:rPr lang="zh-CN" altLang="en-US">
                  <a:solidFill>
                    <a:srgbClr val="C00000"/>
                  </a:solidFill>
                </a:rPr>
                <a:t>并行标记</a:t>
              </a:r>
            </a:p>
          </p:txBody>
        </p:sp>
        <p:sp>
          <p:nvSpPr>
            <p:cNvPr id="53" name="流程图: 可选过程 52"/>
            <p:cNvSpPr/>
            <p:nvPr/>
          </p:nvSpPr>
          <p:spPr>
            <a:xfrm>
              <a:off x="7365" y="7571"/>
              <a:ext cx="2014" cy="1222"/>
            </a:xfrm>
            <a:prstGeom prst="flowChartAlternateProcess">
              <a:avLst/>
            </a:prstGeom>
            <a:solidFill>
              <a:schemeClr val="accent6">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00000"/>
                  </a:solidFill>
                </a:rPr>
                <a:t>DTD</a:t>
              </a:r>
              <a:r>
                <a:rPr lang="zh-CN" altLang="en-US" dirty="0">
                  <a:solidFill>
                    <a:srgbClr val="C00000"/>
                  </a:solidFill>
                </a:rPr>
                <a:t>检查语法规范</a:t>
              </a:r>
            </a:p>
          </p:txBody>
        </p:sp>
        <p:sp>
          <p:nvSpPr>
            <p:cNvPr id="54" name="竖卷形 53"/>
            <p:cNvSpPr/>
            <p:nvPr/>
          </p:nvSpPr>
          <p:spPr>
            <a:xfrm>
              <a:off x="1529" y="7678"/>
              <a:ext cx="1286" cy="1136"/>
            </a:xfrm>
            <a:prstGeom prst="verticalScroll">
              <a:avLst/>
            </a:prstGeom>
            <a:solidFill>
              <a:schemeClr val="accent6">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流程图: 可选过程 55"/>
            <p:cNvSpPr/>
            <p:nvPr/>
          </p:nvSpPr>
          <p:spPr>
            <a:xfrm>
              <a:off x="10744" y="7571"/>
              <a:ext cx="2014" cy="1222"/>
            </a:xfrm>
            <a:prstGeom prst="flowChartAlternateProcess">
              <a:avLst/>
            </a:prstGeom>
            <a:solidFill>
              <a:schemeClr val="accent6">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solidFill>
                    <a:srgbClr val="C00000"/>
                  </a:solidFill>
                </a:rPr>
                <a:t>按</a:t>
              </a:r>
              <a:r>
                <a:rPr lang="en-US" altLang="zh-CN">
                  <a:solidFill>
                    <a:srgbClr val="C00000"/>
                  </a:solidFill>
                </a:rPr>
                <a:t>XLST</a:t>
              </a:r>
              <a:r>
                <a:rPr lang="zh-CN" altLang="en-US">
                  <a:solidFill>
                    <a:srgbClr val="C00000"/>
                  </a:solidFill>
                </a:rPr>
                <a:t>进行转换</a:t>
              </a:r>
            </a:p>
          </p:txBody>
        </p:sp>
        <p:cxnSp>
          <p:nvCxnSpPr>
            <p:cNvPr id="58" name="直接连接符 57"/>
            <p:cNvCxnSpPr/>
            <p:nvPr/>
          </p:nvCxnSpPr>
          <p:spPr>
            <a:xfrm flipV="1">
              <a:off x="1755" y="8024"/>
              <a:ext cx="865" cy="13"/>
            </a:xfrm>
            <a:prstGeom prst="line">
              <a:avLst/>
            </a:prstGeom>
            <a:ln w="19050">
              <a:solidFill>
                <a:schemeClr val="accent6">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59" name="直接连接符 58"/>
            <p:cNvCxnSpPr/>
            <p:nvPr/>
          </p:nvCxnSpPr>
          <p:spPr>
            <a:xfrm flipV="1">
              <a:off x="1739" y="8240"/>
              <a:ext cx="865" cy="13"/>
            </a:xfrm>
            <a:prstGeom prst="line">
              <a:avLst/>
            </a:prstGeom>
            <a:ln w="19050">
              <a:solidFill>
                <a:schemeClr val="accent6">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60" name="直接连接符 59"/>
            <p:cNvCxnSpPr/>
            <p:nvPr/>
          </p:nvCxnSpPr>
          <p:spPr>
            <a:xfrm flipV="1">
              <a:off x="1755" y="8510"/>
              <a:ext cx="865" cy="13"/>
            </a:xfrm>
            <a:prstGeom prst="line">
              <a:avLst/>
            </a:prstGeom>
            <a:ln w="19050">
              <a:solidFill>
                <a:schemeClr val="accent6">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61" name="竖卷形 60"/>
            <p:cNvSpPr/>
            <p:nvPr/>
          </p:nvSpPr>
          <p:spPr>
            <a:xfrm>
              <a:off x="13904" y="7679"/>
              <a:ext cx="1286" cy="1136"/>
            </a:xfrm>
            <a:prstGeom prst="verticalScroll">
              <a:avLst/>
            </a:prstGeom>
            <a:solidFill>
              <a:schemeClr val="accent6">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2" name="直接连接符 61"/>
            <p:cNvCxnSpPr/>
            <p:nvPr/>
          </p:nvCxnSpPr>
          <p:spPr>
            <a:xfrm flipV="1">
              <a:off x="14067" y="8025"/>
              <a:ext cx="865" cy="13"/>
            </a:xfrm>
            <a:prstGeom prst="line">
              <a:avLst/>
            </a:prstGeom>
            <a:ln w="19050">
              <a:solidFill>
                <a:schemeClr val="accent6">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flipV="1">
              <a:off x="14051" y="8241"/>
              <a:ext cx="865" cy="13"/>
            </a:xfrm>
            <a:prstGeom prst="line">
              <a:avLst/>
            </a:prstGeom>
            <a:ln w="19050">
              <a:solidFill>
                <a:schemeClr val="accent6">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flipV="1">
              <a:off x="14067" y="8511"/>
              <a:ext cx="865" cy="13"/>
            </a:xfrm>
            <a:prstGeom prst="line">
              <a:avLst/>
            </a:prstGeom>
            <a:ln w="19050">
              <a:solidFill>
                <a:schemeClr val="accent6">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65" name="直接箭头连接符 64"/>
            <p:cNvCxnSpPr/>
            <p:nvPr/>
          </p:nvCxnSpPr>
          <p:spPr>
            <a:xfrm>
              <a:off x="2757" y="8254"/>
              <a:ext cx="1285" cy="7"/>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66" name="直接箭头连接符 65"/>
            <p:cNvCxnSpPr/>
            <p:nvPr/>
          </p:nvCxnSpPr>
          <p:spPr>
            <a:xfrm>
              <a:off x="6117" y="8261"/>
              <a:ext cx="1285" cy="7"/>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67" name="直接箭头连接符 66"/>
            <p:cNvCxnSpPr/>
            <p:nvPr/>
          </p:nvCxnSpPr>
          <p:spPr>
            <a:xfrm>
              <a:off x="9379" y="8268"/>
              <a:ext cx="1285" cy="7"/>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68" name="直接箭头连接符 67"/>
            <p:cNvCxnSpPr/>
            <p:nvPr/>
          </p:nvCxnSpPr>
          <p:spPr>
            <a:xfrm>
              <a:off x="12766" y="8275"/>
              <a:ext cx="1285" cy="7"/>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69" name="文本框 68"/>
            <p:cNvSpPr txBox="1"/>
            <p:nvPr/>
          </p:nvSpPr>
          <p:spPr>
            <a:xfrm>
              <a:off x="2866" y="7660"/>
              <a:ext cx="1008" cy="580"/>
            </a:xfrm>
            <a:prstGeom prst="rect">
              <a:avLst/>
            </a:prstGeom>
            <a:noFill/>
          </p:spPr>
          <p:txBody>
            <a:bodyPr wrap="none" rtlCol="0">
              <a:spAutoFit/>
            </a:bodyPr>
            <a:lstStyle/>
            <a:p>
              <a:r>
                <a:rPr lang="zh-CN" altLang="en-US"/>
                <a:t>人工</a:t>
              </a:r>
            </a:p>
          </p:txBody>
        </p:sp>
        <p:sp>
          <p:nvSpPr>
            <p:cNvPr id="70" name="文本框 69"/>
            <p:cNvSpPr txBox="1"/>
            <p:nvPr/>
          </p:nvSpPr>
          <p:spPr>
            <a:xfrm>
              <a:off x="6214" y="7676"/>
              <a:ext cx="1008" cy="580"/>
            </a:xfrm>
            <a:prstGeom prst="rect">
              <a:avLst/>
            </a:prstGeom>
            <a:noFill/>
          </p:spPr>
          <p:txBody>
            <a:bodyPr wrap="none" rtlCol="0">
              <a:spAutoFit/>
            </a:bodyPr>
            <a:lstStyle/>
            <a:p>
              <a:r>
                <a:rPr lang="zh-CN" altLang="en-US"/>
                <a:t>自动</a:t>
              </a:r>
            </a:p>
          </p:txBody>
        </p:sp>
        <p:sp>
          <p:nvSpPr>
            <p:cNvPr id="71" name="文本框 70"/>
            <p:cNvSpPr txBox="1"/>
            <p:nvPr/>
          </p:nvSpPr>
          <p:spPr>
            <a:xfrm>
              <a:off x="9370" y="7677"/>
              <a:ext cx="1368" cy="580"/>
            </a:xfrm>
            <a:prstGeom prst="rect">
              <a:avLst/>
            </a:prstGeom>
            <a:noFill/>
          </p:spPr>
          <p:txBody>
            <a:bodyPr wrap="none" rtlCol="0">
              <a:spAutoFit/>
            </a:bodyPr>
            <a:lstStyle/>
            <a:p>
              <a:r>
                <a:rPr lang="zh-CN" altLang="en-US"/>
                <a:t>浏览器</a:t>
              </a:r>
            </a:p>
          </p:txBody>
        </p:sp>
        <p:sp>
          <p:nvSpPr>
            <p:cNvPr id="72" name="文本框 71"/>
            <p:cNvSpPr txBox="1"/>
            <p:nvPr/>
          </p:nvSpPr>
          <p:spPr>
            <a:xfrm>
              <a:off x="1324" y="8974"/>
              <a:ext cx="1728" cy="580"/>
            </a:xfrm>
            <a:prstGeom prst="rect">
              <a:avLst/>
            </a:prstGeom>
            <a:noFill/>
          </p:spPr>
          <p:txBody>
            <a:bodyPr wrap="none" rtlCol="0">
              <a:spAutoFit/>
            </a:bodyPr>
            <a:lstStyle/>
            <a:p>
              <a:r>
                <a:rPr lang="zh-CN" altLang="en-US"/>
                <a:t>串行代码</a:t>
              </a:r>
            </a:p>
          </p:txBody>
        </p:sp>
        <p:sp>
          <p:nvSpPr>
            <p:cNvPr id="73" name="文本框 72"/>
            <p:cNvSpPr txBox="1"/>
            <p:nvPr/>
          </p:nvSpPr>
          <p:spPr>
            <a:xfrm>
              <a:off x="13683" y="8974"/>
              <a:ext cx="1728" cy="580"/>
            </a:xfrm>
            <a:prstGeom prst="rect">
              <a:avLst/>
            </a:prstGeom>
            <a:noFill/>
          </p:spPr>
          <p:txBody>
            <a:bodyPr wrap="none" rtlCol="0">
              <a:spAutoFit/>
            </a:bodyPr>
            <a:lstStyle/>
            <a:p>
              <a:r>
                <a:rPr lang="zh-CN" altLang="en-US"/>
                <a:t>并行代码</a:t>
              </a:r>
            </a:p>
          </p:txBody>
        </p:sp>
      </p:grpSp>
      <p:sp>
        <p:nvSpPr>
          <p:cNvPr id="75" name="文本框 74"/>
          <p:cNvSpPr txBox="1"/>
          <p:nvPr/>
        </p:nvSpPr>
        <p:spPr>
          <a:xfrm>
            <a:off x="902970" y="2395855"/>
            <a:ext cx="868680" cy="368300"/>
          </a:xfrm>
          <a:prstGeom prst="rect">
            <a:avLst/>
          </a:prstGeom>
          <a:noFill/>
        </p:spPr>
        <p:txBody>
          <a:bodyPr wrap="square" rtlCol="0">
            <a:spAutoFit/>
          </a:bodyPr>
          <a:lstStyle/>
          <a:p>
            <a:r>
              <a:rPr lang="zh-CN" altLang="en-US" b="1"/>
              <a:t>设计：</a:t>
            </a:r>
          </a:p>
        </p:txBody>
      </p:sp>
      <p:sp>
        <p:nvSpPr>
          <p:cNvPr id="76" name="文本框 75"/>
          <p:cNvSpPr txBox="1"/>
          <p:nvPr/>
        </p:nvSpPr>
        <p:spPr>
          <a:xfrm>
            <a:off x="902970" y="5059045"/>
            <a:ext cx="868680" cy="368300"/>
          </a:xfrm>
          <a:prstGeom prst="rect">
            <a:avLst/>
          </a:prstGeom>
          <a:noFill/>
        </p:spPr>
        <p:txBody>
          <a:bodyPr wrap="square" rtlCol="0">
            <a:spAutoFit/>
          </a:bodyPr>
          <a:lstStyle/>
          <a:p>
            <a:r>
              <a:rPr lang="zh-CN" altLang="en-US" b="1"/>
              <a:t>使用：</a:t>
            </a:r>
          </a:p>
        </p:txBody>
      </p:sp>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custDataLst>
              <p:tags r:id="rId2"/>
            </p:custDataLst>
          </p:nvPr>
        </p:nvSpPr>
        <p:spPr>
          <a:xfrm>
            <a:off x="641985" y="52070"/>
            <a:ext cx="2857500" cy="417830"/>
          </a:xfrm>
        </p:spPr>
        <p:txBody>
          <a:bodyPr lIns="0" tIns="0" rIns="0" bIns="0" anchor="ctr" anchorCtr="1">
            <a:normAutofit fontScale="90000"/>
          </a:bodyPr>
          <a:lstStyle/>
          <a:p>
            <a:r>
              <a:rPr lang="zh-CN" altLang="en-US" dirty="0">
                <a:solidFill>
                  <a:srgbClr val="C00000"/>
                </a:solidFill>
              </a:rPr>
              <a:t>研究内容与方法</a:t>
            </a:r>
          </a:p>
        </p:txBody>
      </p:sp>
      <p:grpSp>
        <p:nvGrpSpPr>
          <p:cNvPr id="21506" name="组合 7"/>
          <p:cNvGrpSpPr/>
          <p:nvPr/>
        </p:nvGrpSpPr>
        <p:grpSpPr>
          <a:xfrm>
            <a:off x="166370" y="208280"/>
            <a:ext cx="366395" cy="193040"/>
            <a:chOff x="1990725" y="838200"/>
            <a:chExt cx="295275" cy="142875"/>
          </a:xfrm>
        </p:grpSpPr>
        <p:cxnSp>
          <p:nvCxnSpPr>
            <p:cNvPr id="4" name="直接连接符 3"/>
            <p:cNvCxnSpPr/>
            <p:nvPr>
              <p:custDataLst>
                <p:tags r:id="rId3"/>
              </p:custDataLst>
            </p:nvPr>
          </p:nvCxnSpPr>
          <p:spPr>
            <a:xfrm>
              <a:off x="1990725" y="838200"/>
              <a:ext cx="295275"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4"/>
              </p:custDataLst>
            </p:nvPr>
          </p:nvCxnSpPr>
          <p:spPr>
            <a:xfrm>
              <a:off x="1990725" y="909637"/>
              <a:ext cx="295275"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custDataLst>
                <p:tags r:id="rId5"/>
              </p:custDataLst>
            </p:nvPr>
          </p:nvCxnSpPr>
          <p:spPr>
            <a:xfrm>
              <a:off x="1990725" y="981075"/>
              <a:ext cx="295275"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grpSp>
      <p:pic>
        <p:nvPicPr>
          <p:cNvPr id="87" name="图片 86" descr="timg"/>
          <p:cNvPicPr>
            <a:picLocks noChangeAspect="1"/>
          </p:cNvPicPr>
          <p:nvPr/>
        </p:nvPicPr>
        <p:blipFill>
          <a:blip r:embed="rId8"/>
          <a:stretch>
            <a:fillRect/>
          </a:stretch>
        </p:blipFill>
        <p:spPr>
          <a:xfrm>
            <a:off x="9907270" y="2540"/>
            <a:ext cx="2282190" cy="992505"/>
          </a:xfrm>
          <a:prstGeom prst="rect">
            <a:avLst/>
          </a:prstGeom>
        </p:spPr>
      </p:pic>
      <p:sp>
        <p:nvSpPr>
          <p:cNvPr id="19" name="文本框 18"/>
          <p:cNvSpPr txBox="1"/>
          <p:nvPr/>
        </p:nvSpPr>
        <p:spPr>
          <a:xfrm>
            <a:off x="166370" y="701040"/>
            <a:ext cx="2468880" cy="368300"/>
          </a:xfrm>
          <a:prstGeom prst="rect">
            <a:avLst/>
          </a:prstGeom>
          <a:noFill/>
        </p:spPr>
        <p:txBody>
          <a:bodyPr wrap="none" rtlCol="0" anchor="t">
            <a:spAutoFit/>
          </a:bodyPr>
          <a:lstStyle/>
          <a:p>
            <a:r>
              <a:rPr lang="zh-CN" altLang="en-US" b="1">
                <a:sym typeface="+mn-ea"/>
              </a:rPr>
              <a:t>标记语言编辑器部分：</a:t>
            </a:r>
            <a:endParaRPr lang="zh-CN" altLang="en-US"/>
          </a:p>
        </p:txBody>
      </p:sp>
      <p:pic>
        <p:nvPicPr>
          <p:cNvPr id="6" name="图片 5" descr="QQ图片20181224191254"/>
          <p:cNvPicPr>
            <a:picLocks noChangeAspect="1"/>
          </p:cNvPicPr>
          <p:nvPr/>
        </p:nvPicPr>
        <p:blipFill>
          <a:blip r:embed="rId9"/>
          <a:stretch>
            <a:fillRect/>
          </a:stretch>
        </p:blipFill>
        <p:spPr>
          <a:xfrm>
            <a:off x="2131060" y="1349375"/>
            <a:ext cx="10058400" cy="5130165"/>
          </a:xfrm>
          <a:prstGeom prst="rect">
            <a:avLst/>
          </a:prstGeom>
        </p:spPr>
      </p:pic>
      <p:sp>
        <p:nvSpPr>
          <p:cNvPr id="9" name="文本框 8"/>
          <p:cNvSpPr txBox="1"/>
          <p:nvPr/>
        </p:nvSpPr>
        <p:spPr>
          <a:xfrm>
            <a:off x="166370" y="3446780"/>
            <a:ext cx="1789430" cy="1198880"/>
          </a:xfrm>
          <a:prstGeom prst="rect">
            <a:avLst/>
          </a:prstGeom>
          <a:noFill/>
        </p:spPr>
        <p:txBody>
          <a:bodyPr wrap="square" rtlCol="0">
            <a:spAutoFit/>
          </a:bodyPr>
          <a:lstStyle/>
          <a:p>
            <a:r>
              <a:rPr lang="en-US" altLang="zh-CN" b="1">
                <a:solidFill>
                  <a:srgbClr val="FF0000"/>
                </a:solidFill>
              </a:rPr>
              <a:t>Web</a:t>
            </a:r>
            <a:r>
              <a:rPr lang="zh-CN" altLang="en-US" b="1">
                <a:solidFill>
                  <a:srgbClr val="FF0000"/>
                </a:solidFill>
              </a:rPr>
              <a:t>界面</a:t>
            </a:r>
            <a:r>
              <a:rPr lang="en-US" altLang="zh-CN" b="1">
                <a:solidFill>
                  <a:srgbClr val="FF0000"/>
                </a:solidFill>
              </a:rPr>
              <a:t>UI</a:t>
            </a:r>
            <a:r>
              <a:rPr lang="zh-CN" altLang="en-US" b="1">
                <a:solidFill>
                  <a:srgbClr val="FF0000"/>
                </a:solidFill>
              </a:rPr>
              <a:t>部分：</a:t>
            </a:r>
          </a:p>
          <a:p>
            <a:r>
              <a:rPr lang="en-US" altLang="zh-CN" b="1">
                <a:solidFill>
                  <a:srgbClr val="FF0000"/>
                </a:solidFill>
              </a:rPr>
              <a:t>Bootstrap</a:t>
            </a:r>
            <a:r>
              <a:rPr lang="zh-CN" altLang="en-US" b="1">
                <a:solidFill>
                  <a:srgbClr val="FF0000"/>
                </a:solidFill>
              </a:rPr>
              <a:t>框架 </a:t>
            </a:r>
            <a:r>
              <a:rPr lang="en-US" altLang="zh-CN" b="1">
                <a:solidFill>
                  <a:srgbClr val="FF0000"/>
                </a:solidFill>
              </a:rPr>
              <a:t>+ HTML + CSS</a:t>
            </a:r>
          </a:p>
        </p:txBody>
      </p:sp>
      <p:sp>
        <p:nvSpPr>
          <p:cNvPr id="15" name="文本框 14"/>
          <p:cNvSpPr txBox="1"/>
          <p:nvPr/>
        </p:nvSpPr>
        <p:spPr>
          <a:xfrm>
            <a:off x="9057005" y="4645660"/>
            <a:ext cx="2959735" cy="1476375"/>
          </a:xfrm>
          <a:prstGeom prst="rect">
            <a:avLst/>
          </a:prstGeom>
          <a:noFill/>
        </p:spPr>
        <p:txBody>
          <a:bodyPr wrap="square" rtlCol="0">
            <a:spAutoFit/>
          </a:bodyPr>
          <a:lstStyle/>
          <a:p>
            <a:r>
              <a:rPr lang="zh-CN" altLang="en-US" b="1">
                <a:solidFill>
                  <a:srgbClr val="00B050"/>
                </a:solidFill>
              </a:rPr>
              <a:t>编辑器部分：</a:t>
            </a:r>
          </a:p>
          <a:p>
            <a:r>
              <a:rPr lang="en-US" altLang="zh-CN" b="1">
                <a:solidFill>
                  <a:srgbClr val="00B050"/>
                </a:solidFill>
              </a:rPr>
              <a:t>Ace Editor + JavaScript</a:t>
            </a:r>
          </a:p>
          <a:p>
            <a:endParaRPr lang="en-US" altLang="zh-CN" b="1">
              <a:solidFill>
                <a:srgbClr val="00B050"/>
              </a:solidFill>
            </a:endParaRPr>
          </a:p>
          <a:p>
            <a:r>
              <a:rPr lang="zh-CN" altLang="en-US" b="1">
                <a:solidFill>
                  <a:srgbClr val="00B050"/>
                </a:solidFill>
              </a:rPr>
              <a:t>改造原有富文本编辑器风格，重写着色、主题等脚本</a:t>
            </a:r>
          </a:p>
        </p:txBody>
      </p:sp>
      <p:sp>
        <p:nvSpPr>
          <p:cNvPr id="135" name=" 135"/>
          <p:cNvSpPr/>
          <p:nvPr/>
        </p:nvSpPr>
        <p:spPr>
          <a:xfrm rot="7620000">
            <a:off x="812165" y="2551430"/>
            <a:ext cx="1627505" cy="306070"/>
          </a:xfrm>
          <a:custGeom>
            <a:avLst/>
            <a:gdLst>
              <a:gd name="connsiteX0" fmla="*/ 4381875 w 6516714"/>
              <a:gd name="connsiteY0" fmla="*/ 0 h 2476413"/>
              <a:gd name="connsiteX1" fmla="*/ 6516714 w 6516714"/>
              <a:gd name="connsiteY1" fmla="*/ 1238208 h 2476413"/>
              <a:gd name="connsiteX2" fmla="*/ 4381875 w 6516714"/>
              <a:gd name="connsiteY2" fmla="*/ 2476413 h 2476413"/>
              <a:gd name="connsiteX3" fmla="*/ 4381875 w 6516714"/>
              <a:gd name="connsiteY3" fmla="*/ 2456682 h 2476413"/>
              <a:gd name="connsiteX4" fmla="*/ 4855462 w 6516714"/>
              <a:gd name="connsiteY4" fmla="*/ 1644997 h 2476413"/>
              <a:gd name="connsiteX5" fmla="*/ 0 w 6516714"/>
              <a:gd name="connsiteY5" fmla="*/ 1238206 h 2476413"/>
              <a:gd name="connsiteX6" fmla="*/ 4855461 w 6516714"/>
              <a:gd name="connsiteY6" fmla="*/ 831415 h 2476413"/>
              <a:gd name="connsiteX7" fmla="*/ 4381875 w 6516714"/>
              <a:gd name="connsiteY7" fmla="*/ 19731 h 2476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516714" h="2476413">
                <a:moveTo>
                  <a:pt x="4381875" y="0"/>
                </a:moveTo>
                <a:lnTo>
                  <a:pt x="6516714" y="1238208"/>
                </a:lnTo>
                <a:lnTo>
                  <a:pt x="4381875" y="2476413"/>
                </a:lnTo>
                <a:lnTo>
                  <a:pt x="4381875" y="2456682"/>
                </a:lnTo>
                <a:lnTo>
                  <a:pt x="4855462" y="1644997"/>
                </a:lnTo>
                <a:lnTo>
                  <a:pt x="0" y="1238206"/>
                </a:lnTo>
                <a:lnTo>
                  <a:pt x="4855461" y="831415"/>
                </a:lnTo>
                <a:lnTo>
                  <a:pt x="4381875" y="19731"/>
                </a:lnTo>
                <a:close/>
              </a:path>
            </a:pathLst>
          </a:cu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
        <p:nvSpPr>
          <p:cNvPr id="16" name=" 135"/>
          <p:cNvSpPr/>
          <p:nvPr/>
        </p:nvSpPr>
        <p:spPr>
          <a:xfrm rot="1500000">
            <a:off x="7538085" y="4010025"/>
            <a:ext cx="1627505" cy="306070"/>
          </a:xfrm>
          <a:custGeom>
            <a:avLst/>
            <a:gdLst>
              <a:gd name="connsiteX0" fmla="*/ 4381875 w 6516714"/>
              <a:gd name="connsiteY0" fmla="*/ 0 h 2476413"/>
              <a:gd name="connsiteX1" fmla="*/ 6516714 w 6516714"/>
              <a:gd name="connsiteY1" fmla="*/ 1238208 h 2476413"/>
              <a:gd name="connsiteX2" fmla="*/ 4381875 w 6516714"/>
              <a:gd name="connsiteY2" fmla="*/ 2476413 h 2476413"/>
              <a:gd name="connsiteX3" fmla="*/ 4381875 w 6516714"/>
              <a:gd name="connsiteY3" fmla="*/ 2456682 h 2476413"/>
              <a:gd name="connsiteX4" fmla="*/ 4855462 w 6516714"/>
              <a:gd name="connsiteY4" fmla="*/ 1644997 h 2476413"/>
              <a:gd name="connsiteX5" fmla="*/ 0 w 6516714"/>
              <a:gd name="connsiteY5" fmla="*/ 1238206 h 2476413"/>
              <a:gd name="connsiteX6" fmla="*/ 4855461 w 6516714"/>
              <a:gd name="connsiteY6" fmla="*/ 831415 h 2476413"/>
              <a:gd name="connsiteX7" fmla="*/ 4381875 w 6516714"/>
              <a:gd name="connsiteY7" fmla="*/ 19731 h 2476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516714" h="2476413">
                <a:moveTo>
                  <a:pt x="4381875" y="0"/>
                </a:moveTo>
                <a:lnTo>
                  <a:pt x="6516714" y="1238208"/>
                </a:lnTo>
                <a:lnTo>
                  <a:pt x="4381875" y="2476413"/>
                </a:lnTo>
                <a:lnTo>
                  <a:pt x="4381875" y="2456682"/>
                </a:lnTo>
                <a:lnTo>
                  <a:pt x="4855462" y="1644997"/>
                </a:lnTo>
                <a:lnTo>
                  <a:pt x="0" y="1238206"/>
                </a:lnTo>
                <a:lnTo>
                  <a:pt x="4855461" y="831415"/>
                </a:lnTo>
                <a:lnTo>
                  <a:pt x="4381875" y="19731"/>
                </a:lnTo>
                <a:close/>
              </a:path>
            </a:pathLst>
          </a:cu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custDataLst>
              <p:tags r:id="rId2"/>
            </p:custDataLst>
          </p:nvPr>
        </p:nvSpPr>
        <p:spPr>
          <a:xfrm>
            <a:off x="641985" y="52070"/>
            <a:ext cx="2857500" cy="417830"/>
          </a:xfrm>
        </p:spPr>
        <p:txBody>
          <a:bodyPr lIns="0" tIns="0" rIns="0" bIns="0" anchor="ctr" anchorCtr="1">
            <a:normAutofit fontScale="90000"/>
          </a:bodyPr>
          <a:lstStyle/>
          <a:p>
            <a:r>
              <a:rPr lang="zh-CN" altLang="en-US" dirty="0">
                <a:solidFill>
                  <a:srgbClr val="C00000"/>
                </a:solidFill>
              </a:rPr>
              <a:t>研究内容与方法</a:t>
            </a:r>
          </a:p>
        </p:txBody>
      </p:sp>
      <p:grpSp>
        <p:nvGrpSpPr>
          <p:cNvPr id="21506" name="组合 7"/>
          <p:cNvGrpSpPr/>
          <p:nvPr/>
        </p:nvGrpSpPr>
        <p:grpSpPr>
          <a:xfrm>
            <a:off x="166370" y="208280"/>
            <a:ext cx="366395" cy="193040"/>
            <a:chOff x="1990725" y="838200"/>
            <a:chExt cx="295275" cy="142875"/>
          </a:xfrm>
        </p:grpSpPr>
        <p:cxnSp>
          <p:nvCxnSpPr>
            <p:cNvPr id="4" name="直接连接符 3"/>
            <p:cNvCxnSpPr/>
            <p:nvPr>
              <p:custDataLst>
                <p:tags r:id="rId3"/>
              </p:custDataLst>
            </p:nvPr>
          </p:nvCxnSpPr>
          <p:spPr>
            <a:xfrm>
              <a:off x="1990725" y="838200"/>
              <a:ext cx="295275"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4"/>
              </p:custDataLst>
            </p:nvPr>
          </p:nvCxnSpPr>
          <p:spPr>
            <a:xfrm>
              <a:off x="1990725" y="909637"/>
              <a:ext cx="295275"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custDataLst>
                <p:tags r:id="rId5"/>
              </p:custDataLst>
            </p:nvPr>
          </p:nvCxnSpPr>
          <p:spPr>
            <a:xfrm>
              <a:off x="1990725" y="981075"/>
              <a:ext cx="295275"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grpSp>
      <p:pic>
        <p:nvPicPr>
          <p:cNvPr id="87" name="图片 86" descr="timg"/>
          <p:cNvPicPr>
            <a:picLocks noChangeAspect="1"/>
          </p:cNvPicPr>
          <p:nvPr/>
        </p:nvPicPr>
        <p:blipFill>
          <a:blip r:embed="rId8"/>
          <a:stretch>
            <a:fillRect/>
          </a:stretch>
        </p:blipFill>
        <p:spPr>
          <a:xfrm>
            <a:off x="9907270" y="2540"/>
            <a:ext cx="2282190" cy="992505"/>
          </a:xfrm>
          <a:prstGeom prst="rect">
            <a:avLst/>
          </a:prstGeom>
        </p:spPr>
      </p:pic>
      <p:sp>
        <p:nvSpPr>
          <p:cNvPr id="19" name="文本框 18"/>
          <p:cNvSpPr txBox="1"/>
          <p:nvPr/>
        </p:nvSpPr>
        <p:spPr>
          <a:xfrm>
            <a:off x="166370" y="701040"/>
            <a:ext cx="2697480" cy="368300"/>
          </a:xfrm>
          <a:prstGeom prst="rect">
            <a:avLst/>
          </a:prstGeom>
          <a:noFill/>
        </p:spPr>
        <p:txBody>
          <a:bodyPr wrap="none" rtlCol="0" anchor="t">
            <a:spAutoFit/>
          </a:bodyPr>
          <a:lstStyle/>
          <a:p>
            <a:r>
              <a:rPr lang="zh-CN" altLang="en-US" b="1">
                <a:sym typeface="+mn-ea"/>
              </a:rPr>
              <a:t>可并行性预测模型部分：</a:t>
            </a:r>
            <a:endParaRPr lang="zh-CN" altLang="en-US"/>
          </a:p>
        </p:txBody>
      </p:sp>
      <p:grpSp>
        <p:nvGrpSpPr>
          <p:cNvPr id="72" name="组合 71"/>
          <p:cNvGrpSpPr/>
          <p:nvPr/>
        </p:nvGrpSpPr>
        <p:grpSpPr>
          <a:xfrm>
            <a:off x="982345" y="1445260"/>
            <a:ext cx="9555480" cy="4412615"/>
            <a:chOff x="-1466" y="2124"/>
            <a:chExt cx="15048" cy="6949"/>
          </a:xfrm>
        </p:grpSpPr>
        <p:grpSp>
          <p:nvGrpSpPr>
            <p:cNvPr id="32" name="组合 31"/>
            <p:cNvGrpSpPr/>
            <p:nvPr/>
          </p:nvGrpSpPr>
          <p:grpSpPr>
            <a:xfrm>
              <a:off x="-1466" y="2124"/>
              <a:ext cx="15048" cy="3414"/>
              <a:chOff x="-1466" y="2124"/>
              <a:chExt cx="15048" cy="3414"/>
            </a:xfrm>
          </p:grpSpPr>
          <p:cxnSp>
            <p:nvCxnSpPr>
              <p:cNvPr id="24" name="直接箭头连接符 23"/>
              <p:cNvCxnSpPr/>
              <p:nvPr/>
            </p:nvCxnSpPr>
            <p:spPr>
              <a:xfrm>
                <a:off x="2836" y="3735"/>
                <a:ext cx="1424" cy="12"/>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grpSp>
            <p:nvGrpSpPr>
              <p:cNvPr id="31" name="组合 30"/>
              <p:cNvGrpSpPr/>
              <p:nvPr/>
            </p:nvGrpSpPr>
            <p:grpSpPr>
              <a:xfrm>
                <a:off x="-1466" y="2124"/>
                <a:ext cx="15048" cy="3414"/>
                <a:chOff x="-1487" y="2124"/>
                <a:chExt cx="15048" cy="3414"/>
              </a:xfrm>
            </p:grpSpPr>
            <p:grpSp>
              <p:nvGrpSpPr>
                <p:cNvPr id="3" name="组合 2"/>
                <p:cNvGrpSpPr/>
                <p:nvPr/>
              </p:nvGrpSpPr>
              <p:grpSpPr>
                <a:xfrm>
                  <a:off x="668" y="2704"/>
                  <a:ext cx="2378" cy="2056"/>
                  <a:chOff x="1571" y="3628"/>
                  <a:chExt cx="2378" cy="2056"/>
                </a:xfrm>
              </p:grpSpPr>
              <p:sp>
                <p:nvSpPr>
                  <p:cNvPr id="2" name="竖卷形 1"/>
                  <p:cNvSpPr/>
                  <p:nvPr/>
                </p:nvSpPr>
                <p:spPr>
                  <a:xfrm>
                    <a:off x="1571" y="3628"/>
                    <a:ext cx="2379" cy="2057"/>
                  </a:xfrm>
                  <a:prstGeom prst="verticalScroll">
                    <a:avLst/>
                  </a:prstGeom>
                  <a:solidFill>
                    <a:schemeClr val="accent6">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8" name="直接连接符 57"/>
                  <p:cNvCxnSpPr/>
                  <p:nvPr/>
                </p:nvCxnSpPr>
                <p:spPr>
                  <a:xfrm>
                    <a:off x="1986" y="4352"/>
                    <a:ext cx="1599" cy="22"/>
                  </a:xfrm>
                  <a:prstGeom prst="line">
                    <a:avLst/>
                  </a:prstGeom>
                  <a:ln w="19050">
                    <a:solidFill>
                      <a:schemeClr val="accent6">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59" name="直接连接符 58"/>
                  <p:cNvCxnSpPr/>
                  <p:nvPr/>
                </p:nvCxnSpPr>
                <p:spPr>
                  <a:xfrm>
                    <a:off x="1970" y="4568"/>
                    <a:ext cx="1599" cy="22"/>
                  </a:xfrm>
                  <a:prstGeom prst="line">
                    <a:avLst/>
                  </a:prstGeom>
                  <a:ln w="19050">
                    <a:solidFill>
                      <a:schemeClr val="accent6">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60" name="直接连接符 59"/>
                  <p:cNvCxnSpPr/>
                  <p:nvPr/>
                </p:nvCxnSpPr>
                <p:spPr>
                  <a:xfrm>
                    <a:off x="1986" y="4838"/>
                    <a:ext cx="1599" cy="22"/>
                  </a:xfrm>
                  <a:prstGeom prst="line">
                    <a:avLst/>
                  </a:prstGeom>
                  <a:ln w="19050">
                    <a:solidFill>
                      <a:schemeClr val="accent6">
                        <a:lumMod val="50000"/>
                      </a:schemeClr>
                    </a:solidFill>
                    <a:prstDash val="dash"/>
                  </a:ln>
                </p:spPr>
                <p:style>
                  <a:lnRef idx="1">
                    <a:schemeClr val="accent1"/>
                  </a:lnRef>
                  <a:fillRef idx="0">
                    <a:schemeClr val="accent1"/>
                  </a:fillRef>
                  <a:effectRef idx="0">
                    <a:schemeClr val="accent1"/>
                  </a:effectRef>
                  <a:fontRef idx="minor">
                    <a:schemeClr val="tx1"/>
                  </a:fontRef>
                </p:style>
              </p:cxnSp>
            </p:grpSp>
            <p:grpSp>
              <p:nvGrpSpPr>
                <p:cNvPr id="29" name="组合 28"/>
                <p:cNvGrpSpPr/>
                <p:nvPr/>
              </p:nvGrpSpPr>
              <p:grpSpPr>
                <a:xfrm>
                  <a:off x="11182" y="2773"/>
                  <a:ext cx="2379" cy="2057"/>
                  <a:chOff x="12575" y="2850"/>
                  <a:chExt cx="2379" cy="2057"/>
                </a:xfrm>
              </p:grpSpPr>
              <p:sp>
                <p:nvSpPr>
                  <p:cNvPr id="11" name="竖卷形 10"/>
                  <p:cNvSpPr/>
                  <p:nvPr/>
                </p:nvSpPr>
                <p:spPr>
                  <a:xfrm>
                    <a:off x="12575" y="2850"/>
                    <a:ext cx="2379" cy="2057"/>
                  </a:xfrm>
                  <a:prstGeom prst="verticalScroll">
                    <a:avLst/>
                  </a:prstGeom>
                  <a:solidFill>
                    <a:schemeClr val="accent6">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p:cNvSpPr txBox="1"/>
                  <p:nvPr/>
                </p:nvSpPr>
                <p:spPr>
                  <a:xfrm>
                    <a:off x="12845" y="3364"/>
                    <a:ext cx="1790" cy="1113"/>
                  </a:xfrm>
                  <a:prstGeom prst="rect">
                    <a:avLst/>
                  </a:prstGeom>
                  <a:noFill/>
                </p:spPr>
                <p:txBody>
                  <a:bodyPr wrap="none" rtlCol="0">
                    <a:spAutoFit/>
                  </a:bodyPr>
                  <a:lstStyle/>
                  <a:p>
                    <a:r>
                      <a:rPr lang="en-US" altLang="zh-CN" sz="1000">
                        <a:solidFill>
                          <a:schemeClr val="accent6">
                            <a:lumMod val="50000"/>
                          </a:schemeClr>
                        </a:solidFill>
                      </a:rPr>
                      <a:t>0110....12014...1</a:t>
                    </a:r>
                  </a:p>
                  <a:p>
                    <a:r>
                      <a:rPr lang="en-US" altLang="zh-CN" sz="1000">
                        <a:solidFill>
                          <a:schemeClr val="accent6">
                            <a:lumMod val="50000"/>
                          </a:schemeClr>
                        </a:solidFill>
                      </a:rPr>
                      <a:t>..........................</a:t>
                    </a:r>
                  </a:p>
                  <a:p>
                    <a:r>
                      <a:rPr lang="en-US" altLang="zh-CN" sz="1000">
                        <a:solidFill>
                          <a:schemeClr val="accent6">
                            <a:lumMod val="50000"/>
                          </a:schemeClr>
                        </a:solidFill>
                      </a:rPr>
                      <a:t>..........................</a:t>
                    </a:r>
                  </a:p>
                  <a:p>
                    <a:r>
                      <a:rPr lang="en-US" altLang="zh-CN" sz="1000">
                        <a:solidFill>
                          <a:schemeClr val="accent6">
                            <a:lumMod val="50000"/>
                          </a:schemeClr>
                        </a:solidFill>
                      </a:rPr>
                      <a:t>.120023100102..</a:t>
                    </a:r>
                  </a:p>
                </p:txBody>
              </p:sp>
            </p:grpSp>
            <p:sp>
              <p:nvSpPr>
                <p:cNvPr id="25" name="文本框 24"/>
                <p:cNvSpPr txBox="1"/>
                <p:nvPr/>
              </p:nvSpPr>
              <p:spPr>
                <a:xfrm>
                  <a:off x="2855" y="2758"/>
                  <a:ext cx="1427" cy="1016"/>
                </a:xfrm>
                <a:prstGeom prst="rect">
                  <a:avLst/>
                </a:prstGeom>
                <a:noFill/>
              </p:spPr>
              <p:txBody>
                <a:bodyPr wrap="square" rtlCol="0">
                  <a:spAutoFit/>
                </a:bodyPr>
                <a:lstStyle/>
                <a:p>
                  <a:r>
                    <a:rPr lang="zh-CN" altLang="en-US">
                      <a:solidFill>
                        <a:srgbClr val="FF0000"/>
                      </a:solidFill>
                    </a:rPr>
                    <a:t>向量化表示</a:t>
                  </a:r>
                </a:p>
              </p:txBody>
            </p:sp>
            <p:sp>
              <p:nvSpPr>
                <p:cNvPr id="26" name="文本框 25"/>
                <p:cNvSpPr txBox="1"/>
                <p:nvPr/>
              </p:nvSpPr>
              <p:spPr>
                <a:xfrm>
                  <a:off x="997" y="4957"/>
                  <a:ext cx="1728" cy="580"/>
                </a:xfrm>
                <a:prstGeom prst="rect">
                  <a:avLst/>
                </a:prstGeom>
                <a:noFill/>
              </p:spPr>
              <p:txBody>
                <a:bodyPr wrap="none" rtlCol="0">
                  <a:spAutoFit/>
                </a:bodyPr>
                <a:lstStyle/>
                <a:p>
                  <a:r>
                    <a:rPr lang="zh-CN" altLang="en-US"/>
                    <a:t>串行代码</a:t>
                  </a:r>
                </a:p>
              </p:txBody>
            </p:sp>
            <p:sp>
              <p:nvSpPr>
                <p:cNvPr id="28" name="文本框 27"/>
                <p:cNvSpPr txBox="1"/>
                <p:nvPr/>
              </p:nvSpPr>
              <p:spPr>
                <a:xfrm>
                  <a:off x="11763" y="4958"/>
                  <a:ext cx="1169" cy="580"/>
                </a:xfrm>
                <a:prstGeom prst="rect">
                  <a:avLst/>
                </a:prstGeom>
                <a:noFill/>
              </p:spPr>
              <p:txBody>
                <a:bodyPr wrap="square" rtlCol="0">
                  <a:spAutoFit/>
                </a:bodyPr>
                <a:lstStyle/>
                <a:p>
                  <a:r>
                    <a:rPr lang="en-US" altLang="zh-CN"/>
                    <a:t>Input</a:t>
                  </a:r>
                  <a:endParaRPr lang="zh-CN" altLang="en-US"/>
                </a:p>
              </p:txBody>
            </p:sp>
            <p:sp>
              <p:nvSpPr>
                <p:cNvPr id="30" name="文本框 29"/>
                <p:cNvSpPr txBox="1"/>
                <p:nvPr/>
              </p:nvSpPr>
              <p:spPr>
                <a:xfrm>
                  <a:off x="-1487" y="2124"/>
                  <a:ext cx="1678" cy="580"/>
                </a:xfrm>
                <a:prstGeom prst="rect">
                  <a:avLst/>
                </a:prstGeom>
                <a:noFill/>
              </p:spPr>
              <p:txBody>
                <a:bodyPr wrap="square" rtlCol="0">
                  <a:spAutoFit/>
                </a:bodyPr>
                <a:lstStyle/>
                <a:p>
                  <a:r>
                    <a:rPr lang="en-US" altLang="zh-CN"/>
                    <a:t>step 1</a:t>
                  </a:r>
                  <a:r>
                    <a:rPr lang="zh-CN" altLang="en-US"/>
                    <a:t>：</a:t>
                  </a:r>
                </a:p>
              </p:txBody>
            </p:sp>
          </p:grpSp>
        </p:grpSp>
        <p:grpSp>
          <p:nvGrpSpPr>
            <p:cNvPr id="71" name="组合 70"/>
            <p:cNvGrpSpPr/>
            <p:nvPr/>
          </p:nvGrpSpPr>
          <p:grpSpPr>
            <a:xfrm>
              <a:off x="689" y="5834"/>
              <a:ext cx="12893" cy="3239"/>
              <a:chOff x="6393" y="2734"/>
              <a:chExt cx="12893" cy="3239"/>
            </a:xfrm>
          </p:grpSpPr>
          <p:sp>
            <p:nvSpPr>
              <p:cNvPr id="57" name="竖卷形 56"/>
              <p:cNvSpPr/>
              <p:nvPr/>
            </p:nvSpPr>
            <p:spPr>
              <a:xfrm>
                <a:off x="6393" y="2734"/>
                <a:ext cx="2379" cy="2057"/>
              </a:xfrm>
              <a:prstGeom prst="verticalScroll">
                <a:avLst/>
              </a:prstGeom>
              <a:solidFill>
                <a:schemeClr val="accent6">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竖卷形 60"/>
              <p:cNvSpPr/>
              <p:nvPr/>
            </p:nvSpPr>
            <p:spPr>
              <a:xfrm>
                <a:off x="16907" y="2822"/>
                <a:ext cx="2379" cy="2057"/>
              </a:xfrm>
              <a:prstGeom prst="verticalScroll">
                <a:avLst/>
              </a:prstGeom>
              <a:solidFill>
                <a:schemeClr val="accent6">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文本框 61"/>
              <p:cNvSpPr txBox="1"/>
              <p:nvPr/>
            </p:nvSpPr>
            <p:spPr>
              <a:xfrm>
                <a:off x="17219" y="3248"/>
                <a:ext cx="1790" cy="1113"/>
              </a:xfrm>
              <a:prstGeom prst="rect">
                <a:avLst/>
              </a:prstGeom>
              <a:noFill/>
            </p:spPr>
            <p:txBody>
              <a:bodyPr wrap="none" rtlCol="0">
                <a:spAutoFit/>
              </a:bodyPr>
              <a:lstStyle/>
              <a:p>
                <a:r>
                  <a:rPr lang="en-US" altLang="zh-CN" sz="1000">
                    <a:solidFill>
                      <a:schemeClr val="accent6">
                        <a:lumMod val="50000"/>
                      </a:schemeClr>
                    </a:solidFill>
                  </a:rPr>
                  <a:t>0110....12014...1</a:t>
                </a:r>
              </a:p>
              <a:p>
                <a:r>
                  <a:rPr lang="en-US" altLang="zh-CN" sz="1000">
                    <a:solidFill>
                      <a:schemeClr val="accent6">
                        <a:lumMod val="50000"/>
                      </a:schemeClr>
                    </a:solidFill>
                  </a:rPr>
                  <a:t>..........................</a:t>
                </a:r>
              </a:p>
              <a:p>
                <a:r>
                  <a:rPr lang="en-US" altLang="zh-CN" sz="1000">
                    <a:solidFill>
                      <a:schemeClr val="accent6">
                        <a:lumMod val="50000"/>
                      </a:schemeClr>
                    </a:solidFill>
                  </a:rPr>
                  <a:t>..........................</a:t>
                </a:r>
              </a:p>
              <a:p>
                <a:r>
                  <a:rPr lang="en-US" altLang="zh-CN" sz="1000">
                    <a:solidFill>
                      <a:schemeClr val="accent6">
                        <a:lumMod val="50000"/>
                      </a:schemeClr>
                    </a:solidFill>
                  </a:rPr>
                  <a:t>.120023100102..</a:t>
                </a:r>
              </a:p>
            </p:txBody>
          </p:sp>
          <p:cxnSp>
            <p:nvCxnSpPr>
              <p:cNvPr id="64" name="直接连接符 63"/>
              <p:cNvCxnSpPr/>
              <p:nvPr/>
            </p:nvCxnSpPr>
            <p:spPr>
              <a:xfrm>
                <a:off x="6783" y="3406"/>
                <a:ext cx="1599" cy="22"/>
              </a:xfrm>
              <a:prstGeom prst="line">
                <a:avLst/>
              </a:prstGeom>
              <a:ln w="19050">
                <a:solidFill>
                  <a:schemeClr val="accent6">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a:off x="6783" y="3694"/>
                <a:ext cx="1599" cy="22"/>
              </a:xfrm>
              <a:prstGeom prst="line">
                <a:avLst/>
              </a:prstGeom>
              <a:ln w="19050">
                <a:solidFill>
                  <a:schemeClr val="accent6">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66" name="直接连接符 65"/>
              <p:cNvCxnSpPr/>
              <p:nvPr/>
            </p:nvCxnSpPr>
            <p:spPr>
              <a:xfrm>
                <a:off x="6783" y="4037"/>
                <a:ext cx="1599" cy="22"/>
              </a:xfrm>
              <a:prstGeom prst="line">
                <a:avLst/>
              </a:prstGeom>
              <a:ln w="19050">
                <a:solidFill>
                  <a:schemeClr val="accent6">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67" name="文本框 66"/>
              <p:cNvSpPr txBox="1"/>
              <p:nvPr/>
            </p:nvSpPr>
            <p:spPr>
              <a:xfrm>
                <a:off x="6393" y="4957"/>
                <a:ext cx="2088" cy="1016"/>
              </a:xfrm>
              <a:prstGeom prst="rect">
                <a:avLst/>
              </a:prstGeom>
              <a:noFill/>
            </p:spPr>
            <p:txBody>
              <a:bodyPr wrap="none" rtlCol="0">
                <a:spAutoFit/>
              </a:bodyPr>
              <a:lstStyle/>
              <a:p>
                <a:r>
                  <a:rPr lang="zh-CN" altLang="en-US"/>
                  <a:t>串行代码中</a:t>
                </a:r>
              </a:p>
              <a:p>
                <a:r>
                  <a:rPr lang="zh-CN" altLang="en-US"/>
                  <a:t>的可并行段</a:t>
                </a:r>
              </a:p>
            </p:txBody>
          </p:sp>
          <p:sp>
            <p:nvSpPr>
              <p:cNvPr id="68" name="文本框 67"/>
              <p:cNvSpPr txBox="1"/>
              <p:nvPr/>
            </p:nvSpPr>
            <p:spPr>
              <a:xfrm>
                <a:off x="8615" y="2753"/>
                <a:ext cx="1427" cy="1016"/>
              </a:xfrm>
              <a:prstGeom prst="rect">
                <a:avLst/>
              </a:prstGeom>
              <a:noFill/>
            </p:spPr>
            <p:txBody>
              <a:bodyPr wrap="square" rtlCol="0">
                <a:spAutoFit/>
              </a:bodyPr>
              <a:lstStyle/>
              <a:p>
                <a:r>
                  <a:rPr lang="zh-CN" altLang="en-US">
                    <a:solidFill>
                      <a:srgbClr val="FF0000"/>
                    </a:solidFill>
                  </a:rPr>
                  <a:t>向量化表示</a:t>
                </a:r>
              </a:p>
            </p:txBody>
          </p:sp>
          <p:cxnSp>
            <p:nvCxnSpPr>
              <p:cNvPr id="69" name="直接箭头连接符 68"/>
              <p:cNvCxnSpPr/>
              <p:nvPr/>
            </p:nvCxnSpPr>
            <p:spPr>
              <a:xfrm>
                <a:off x="8535" y="3757"/>
                <a:ext cx="1424" cy="12"/>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70" name="文本框 69"/>
              <p:cNvSpPr txBox="1"/>
              <p:nvPr/>
            </p:nvSpPr>
            <p:spPr>
              <a:xfrm>
                <a:off x="17407" y="4957"/>
                <a:ext cx="1415" cy="580"/>
              </a:xfrm>
              <a:prstGeom prst="rect">
                <a:avLst/>
              </a:prstGeom>
              <a:noFill/>
            </p:spPr>
            <p:txBody>
              <a:bodyPr wrap="square" rtlCol="0">
                <a:spAutoFit/>
              </a:bodyPr>
              <a:lstStyle/>
              <a:p>
                <a:r>
                  <a:rPr lang="en-US" altLang="zh-CN"/>
                  <a:t>Output</a:t>
                </a:r>
              </a:p>
            </p:txBody>
          </p:sp>
        </p:grpSp>
      </p:grpSp>
      <p:sp>
        <p:nvSpPr>
          <p:cNvPr id="6" name="矩形 5"/>
          <p:cNvSpPr/>
          <p:nvPr/>
        </p:nvSpPr>
        <p:spPr>
          <a:xfrm>
            <a:off x="2568575" y="2335530"/>
            <a:ext cx="1099820" cy="357505"/>
          </a:xfrm>
          <a:prstGeom prst="rect">
            <a:avLst/>
          </a:prstGeom>
          <a:noFill/>
          <a:ln w="12700">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 name="直接连接符 11"/>
          <p:cNvCxnSpPr>
            <a:stCxn id="6" idx="1"/>
          </p:cNvCxnSpPr>
          <p:nvPr/>
        </p:nvCxnSpPr>
        <p:spPr>
          <a:xfrm flipH="1" flipV="1">
            <a:off x="1936750" y="2510790"/>
            <a:ext cx="631825" cy="381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1936750" y="2510790"/>
            <a:ext cx="0" cy="3023235"/>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直接箭头连接符 13"/>
          <p:cNvCxnSpPr>
            <a:endCxn id="67" idx="1"/>
          </p:cNvCxnSpPr>
          <p:nvPr/>
        </p:nvCxnSpPr>
        <p:spPr>
          <a:xfrm>
            <a:off x="1923415" y="5534025"/>
            <a:ext cx="427355" cy="127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aphicFrame>
        <p:nvGraphicFramePr>
          <p:cNvPr id="15" name="表格 14"/>
          <p:cNvGraphicFramePr/>
          <p:nvPr/>
        </p:nvGraphicFramePr>
        <p:xfrm>
          <a:off x="4667885" y="1773555"/>
          <a:ext cx="3300730" cy="3272790"/>
        </p:xfrm>
        <a:graphic>
          <a:graphicData uri="http://schemas.openxmlformats.org/drawingml/2006/table">
            <a:tbl>
              <a:tblPr firstRow="1" bandRow="1">
                <a:tableStyleId>{5C22544A-7EE6-4342-B048-85BDC9FD1C3A}</a:tableStyleId>
              </a:tblPr>
              <a:tblGrid>
                <a:gridCol w="1650365">
                  <a:extLst>
                    <a:ext uri="{9D8B030D-6E8A-4147-A177-3AD203B41FA5}">
                      <a16:colId xmlns:a16="http://schemas.microsoft.com/office/drawing/2014/main" val="20000"/>
                    </a:ext>
                  </a:extLst>
                </a:gridCol>
                <a:gridCol w="1650365">
                  <a:extLst>
                    <a:ext uri="{9D8B030D-6E8A-4147-A177-3AD203B41FA5}">
                      <a16:colId xmlns:a16="http://schemas.microsoft.com/office/drawing/2014/main" val="20001"/>
                    </a:ext>
                  </a:extLst>
                </a:gridCol>
              </a:tblGrid>
              <a:tr h="545465">
                <a:tc gridSpan="2">
                  <a:txBody>
                    <a:bodyPr/>
                    <a:lstStyle/>
                    <a:p>
                      <a:pPr algn="ctr">
                        <a:buNone/>
                      </a:pPr>
                      <a:r>
                        <a:rPr lang="en-US" altLang="zh-CN" sz="1800">
                          <a:solidFill>
                            <a:schemeClr val="tx1"/>
                          </a:solidFill>
                        </a:rPr>
                        <a:t>Weight Matrix</a:t>
                      </a:r>
                    </a:p>
                  </a:txBody>
                  <a:tcPr anchor="ctr">
                    <a:noFill/>
                  </a:tcPr>
                </a:tc>
                <a:tc hMerge="1">
                  <a:txBody>
                    <a:bodyPr/>
                    <a:lstStyle/>
                    <a:p>
                      <a:endParaRPr lang="zh-CN"/>
                    </a:p>
                  </a:txBody>
                  <a:tcPr/>
                </a:tc>
                <a:extLst>
                  <a:ext uri="{0D108BD9-81ED-4DB2-BD59-A6C34878D82A}">
                    <a16:rowId xmlns:a16="http://schemas.microsoft.com/office/drawing/2014/main" val="10000"/>
                  </a:ext>
                </a:extLst>
              </a:tr>
              <a:tr h="545465">
                <a:tc>
                  <a:txBody>
                    <a:bodyPr/>
                    <a:lstStyle/>
                    <a:p>
                      <a:pPr algn="ctr">
                        <a:buNone/>
                      </a:pPr>
                      <a:r>
                        <a:rPr lang="en-US" altLang="zh-CN"/>
                        <a:t>int</a:t>
                      </a:r>
                    </a:p>
                  </a:txBody>
                  <a:tcPr anchor="ctr"/>
                </a:tc>
                <a:tc>
                  <a:txBody>
                    <a:bodyPr/>
                    <a:lstStyle/>
                    <a:p>
                      <a:pPr algn="ctr">
                        <a:buNone/>
                      </a:pPr>
                      <a:r>
                        <a:rPr lang="en-US" altLang="zh-CN"/>
                        <a:t>0000001</a:t>
                      </a:r>
                    </a:p>
                  </a:txBody>
                  <a:tcPr anchor="ctr"/>
                </a:tc>
                <a:extLst>
                  <a:ext uri="{0D108BD9-81ED-4DB2-BD59-A6C34878D82A}">
                    <a16:rowId xmlns:a16="http://schemas.microsoft.com/office/drawing/2014/main" val="10001"/>
                  </a:ext>
                </a:extLst>
              </a:tr>
              <a:tr h="545465">
                <a:tc>
                  <a:txBody>
                    <a:bodyPr/>
                    <a:lstStyle/>
                    <a:p>
                      <a:pPr algn="ctr">
                        <a:buNone/>
                      </a:pPr>
                      <a:r>
                        <a:rPr lang="en-US" altLang="zh-CN"/>
                        <a:t>for</a:t>
                      </a:r>
                    </a:p>
                  </a:txBody>
                  <a:tcPr anchor="ctr"/>
                </a:tc>
                <a:tc>
                  <a:txBody>
                    <a:bodyPr/>
                    <a:lstStyle/>
                    <a:p>
                      <a:pPr algn="ctr">
                        <a:buNone/>
                      </a:pPr>
                      <a:r>
                        <a:rPr lang="en-US" altLang="zh-CN"/>
                        <a:t>0000010</a:t>
                      </a:r>
                    </a:p>
                  </a:txBody>
                  <a:tcPr anchor="ctr"/>
                </a:tc>
                <a:extLst>
                  <a:ext uri="{0D108BD9-81ED-4DB2-BD59-A6C34878D82A}">
                    <a16:rowId xmlns:a16="http://schemas.microsoft.com/office/drawing/2014/main" val="10002"/>
                  </a:ext>
                </a:extLst>
              </a:tr>
              <a:tr h="545465">
                <a:tc>
                  <a:txBody>
                    <a:bodyPr/>
                    <a:lstStyle/>
                    <a:p>
                      <a:pPr algn="ctr">
                        <a:buNone/>
                      </a:pPr>
                      <a:r>
                        <a:rPr lang="en-US" altLang="zh-CN" b="1"/>
                        <a:t>...</a:t>
                      </a:r>
                    </a:p>
                  </a:txBody>
                  <a:tcPr anchor="ctr"/>
                </a:tc>
                <a:tc>
                  <a:txBody>
                    <a:bodyPr/>
                    <a:lstStyle/>
                    <a:p>
                      <a:pPr algn="ctr">
                        <a:buNone/>
                      </a:pPr>
                      <a:r>
                        <a:rPr lang="en-US" altLang="zh-CN" b="1"/>
                        <a:t>...</a:t>
                      </a:r>
                    </a:p>
                  </a:txBody>
                  <a:tcPr anchor="ctr"/>
                </a:tc>
                <a:extLst>
                  <a:ext uri="{0D108BD9-81ED-4DB2-BD59-A6C34878D82A}">
                    <a16:rowId xmlns:a16="http://schemas.microsoft.com/office/drawing/2014/main" val="10003"/>
                  </a:ext>
                </a:extLst>
              </a:tr>
              <a:tr h="545465">
                <a:tc>
                  <a:txBody>
                    <a:bodyPr/>
                    <a:lstStyle/>
                    <a:p>
                      <a:pPr algn="ctr">
                        <a:buNone/>
                      </a:pPr>
                      <a:r>
                        <a:rPr lang="en-US" altLang="zh-CN" b="1"/>
                        <a:t>...</a:t>
                      </a:r>
                    </a:p>
                  </a:txBody>
                  <a:tcPr anchor="ctr"/>
                </a:tc>
                <a:tc>
                  <a:txBody>
                    <a:bodyPr/>
                    <a:lstStyle/>
                    <a:p>
                      <a:pPr algn="ctr">
                        <a:buNone/>
                      </a:pPr>
                      <a:r>
                        <a:rPr lang="en-US" altLang="zh-CN" b="1"/>
                        <a:t>...</a:t>
                      </a:r>
                    </a:p>
                  </a:txBody>
                  <a:tcPr anchor="ctr"/>
                </a:tc>
                <a:extLst>
                  <a:ext uri="{0D108BD9-81ED-4DB2-BD59-A6C34878D82A}">
                    <a16:rowId xmlns:a16="http://schemas.microsoft.com/office/drawing/2014/main" val="10004"/>
                  </a:ext>
                </a:extLst>
              </a:tr>
              <a:tr h="545465">
                <a:tc>
                  <a:txBody>
                    <a:bodyPr/>
                    <a:lstStyle/>
                    <a:p>
                      <a:pPr algn="ctr">
                        <a:buNone/>
                      </a:pPr>
                      <a:r>
                        <a:rPr lang="en-US" altLang="zh-CN"/>
                        <a:t>}</a:t>
                      </a:r>
                    </a:p>
                  </a:txBody>
                  <a:tcPr anchor="ctr"/>
                </a:tc>
                <a:tc>
                  <a:txBody>
                    <a:bodyPr/>
                    <a:lstStyle/>
                    <a:p>
                      <a:pPr algn="ctr">
                        <a:buNone/>
                      </a:pPr>
                      <a:r>
                        <a:rPr lang="en-US" altLang="zh-CN"/>
                        <a:t>1111111</a:t>
                      </a:r>
                    </a:p>
                  </a:txBody>
                  <a:tcPr anchor="ctr"/>
                </a:tc>
                <a:extLst>
                  <a:ext uri="{0D108BD9-81ED-4DB2-BD59-A6C34878D82A}">
                    <a16:rowId xmlns:a16="http://schemas.microsoft.com/office/drawing/2014/main" val="10005"/>
                  </a:ext>
                </a:extLst>
              </a:tr>
            </a:tbl>
          </a:graphicData>
        </a:graphic>
      </p:graphicFrame>
      <p:cxnSp>
        <p:nvCxnSpPr>
          <p:cNvPr id="16" name="直接箭头连接符 15"/>
          <p:cNvCxnSpPr/>
          <p:nvPr/>
        </p:nvCxnSpPr>
        <p:spPr>
          <a:xfrm>
            <a:off x="7945755" y="4465955"/>
            <a:ext cx="1179195" cy="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p:nvPr/>
        </p:nvCxnSpPr>
        <p:spPr>
          <a:xfrm flipV="1">
            <a:off x="7912100" y="2682240"/>
            <a:ext cx="1212850" cy="10795"/>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20" name="文本框 19"/>
          <p:cNvSpPr txBox="1"/>
          <p:nvPr/>
        </p:nvSpPr>
        <p:spPr>
          <a:xfrm>
            <a:off x="7863840" y="2213610"/>
            <a:ext cx="1343025" cy="368300"/>
          </a:xfrm>
          <a:prstGeom prst="rect">
            <a:avLst/>
          </a:prstGeom>
          <a:noFill/>
        </p:spPr>
        <p:txBody>
          <a:bodyPr wrap="square" rtlCol="0" anchor="t">
            <a:spAutoFit/>
          </a:bodyPr>
          <a:lstStyle/>
          <a:p>
            <a:r>
              <a:rPr lang="zh-CN" altLang="en-US">
                <a:solidFill>
                  <a:srgbClr val="FF0000"/>
                </a:solidFill>
              </a:rPr>
              <a:t>Emb</a:t>
            </a:r>
            <a:r>
              <a:rPr lang="en-US" altLang="zh-CN">
                <a:solidFill>
                  <a:srgbClr val="FF0000"/>
                </a:solidFill>
              </a:rPr>
              <a:t>ed</a:t>
            </a:r>
            <a:r>
              <a:rPr lang="zh-CN" altLang="en-US">
                <a:solidFill>
                  <a:srgbClr val="FF0000"/>
                </a:solidFill>
              </a:rPr>
              <a:t>ding</a:t>
            </a:r>
          </a:p>
        </p:txBody>
      </p:sp>
      <p:sp>
        <p:nvSpPr>
          <p:cNvPr id="21" name="文本框 20"/>
          <p:cNvSpPr txBox="1"/>
          <p:nvPr/>
        </p:nvSpPr>
        <p:spPr>
          <a:xfrm>
            <a:off x="7863840" y="4082415"/>
            <a:ext cx="1343025" cy="368300"/>
          </a:xfrm>
          <a:prstGeom prst="rect">
            <a:avLst/>
          </a:prstGeom>
          <a:noFill/>
        </p:spPr>
        <p:txBody>
          <a:bodyPr wrap="square" rtlCol="0" anchor="t">
            <a:spAutoFit/>
          </a:bodyPr>
          <a:lstStyle/>
          <a:p>
            <a:r>
              <a:rPr lang="zh-CN" altLang="en-US">
                <a:solidFill>
                  <a:srgbClr val="FF0000"/>
                </a:solidFill>
              </a:rPr>
              <a:t>Emb</a:t>
            </a:r>
            <a:r>
              <a:rPr lang="en-US" altLang="zh-CN">
                <a:solidFill>
                  <a:srgbClr val="FF0000"/>
                </a:solidFill>
              </a:rPr>
              <a:t>ed</a:t>
            </a:r>
            <a:r>
              <a:rPr lang="zh-CN" altLang="en-US">
                <a:solidFill>
                  <a:srgbClr val="FF0000"/>
                </a:solidFill>
              </a:rPr>
              <a:t>ding</a:t>
            </a:r>
          </a:p>
        </p:txBody>
      </p:sp>
    </p:spTree>
    <p:custDataLst>
      <p:tags r:id="rId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custDataLst>
              <p:tags r:id="rId2"/>
            </p:custDataLst>
          </p:nvPr>
        </p:nvSpPr>
        <p:spPr>
          <a:xfrm>
            <a:off x="641985" y="52070"/>
            <a:ext cx="2857500" cy="417830"/>
          </a:xfrm>
        </p:spPr>
        <p:txBody>
          <a:bodyPr lIns="0" tIns="0" rIns="0" bIns="0" anchor="ctr" anchorCtr="1">
            <a:normAutofit fontScale="90000"/>
          </a:bodyPr>
          <a:lstStyle/>
          <a:p>
            <a:r>
              <a:rPr lang="zh-CN" altLang="en-US" dirty="0">
                <a:solidFill>
                  <a:srgbClr val="C00000"/>
                </a:solidFill>
              </a:rPr>
              <a:t>研究内容与方法</a:t>
            </a:r>
          </a:p>
        </p:txBody>
      </p:sp>
      <p:grpSp>
        <p:nvGrpSpPr>
          <p:cNvPr id="21506" name="组合 7"/>
          <p:cNvGrpSpPr/>
          <p:nvPr/>
        </p:nvGrpSpPr>
        <p:grpSpPr>
          <a:xfrm>
            <a:off x="166370" y="208280"/>
            <a:ext cx="366395" cy="193040"/>
            <a:chOff x="1990725" y="838200"/>
            <a:chExt cx="295275" cy="142875"/>
          </a:xfrm>
        </p:grpSpPr>
        <p:cxnSp>
          <p:nvCxnSpPr>
            <p:cNvPr id="4" name="直接连接符 3"/>
            <p:cNvCxnSpPr/>
            <p:nvPr>
              <p:custDataLst>
                <p:tags r:id="rId3"/>
              </p:custDataLst>
            </p:nvPr>
          </p:nvCxnSpPr>
          <p:spPr>
            <a:xfrm>
              <a:off x="1990725" y="838200"/>
              <a:ext cx="295275"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4"/>
              </p:custDataLst>
            </p:nvPr>
          </p:nvCxnSpPr>
          <p:spPr>
            <a:xfrm>
              <a:off x="1990725" y="909637"/>
              <a:ext cx="295275"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custDataLst>
                <p:tags r:id="rId5"/>
              </p:custDataLst>
            </p:nvPr>
          </p:nvCxnSpPr>
          <p:spPr>
            <a:xfrm>
              <a:off x="1990725" y="981075"/>
              <a:ext cx="295275"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grpSp>
      <p:pic>
        <p:nvPicPr>
          <p:cNvPr id="87" name="图片 86" descr="timg"/>
          <p:cNvPicPr>
            <a:picLocks noChangeAspect="1"/>
          </p:cNvPicPr>
          <p:nvPr/>
        </p:nvPicPr>
        <p:blipFill>
          <a:blip r:embed="rId8"/>
          <a:stretch>
            <a:fillRect/>
          </a:stretch>
        </p:blipFill>
        <p:spPr>
          <a:xfrm>
            <a:off x="9907270" y="2540"/>
            <a:ext cx="2282190" cy="992505"/>
          </a:xfrm>
          <a:prstGeom prst="rect">
            <a:avLst/>
          </a:prstGeom>
        </p:spPr>
      </p:pic>
      <p:sp>
        <p:nvSpPr>
          <p:cNvPr id="19" name="文本框 18"/>
          <p:cNvSpPr txBox="1"/>
          <p:nvPr/>
        </p:nvSpPr>
        <p:spPr>
          <a:xfrm>
            <a:off x="166370" y="701040"/>
            <a:ext cx="2697480" cy="368300"/>
          </a:xfrm>
          <a:prstGeom prst="rect">
            <a:avLst/>
          </a:prstGeom>
          <a:noFill/>
        </p:spPr>
        <p:txBody>
          <a:bodyPr wrap="none" rtlCol="0" anchor="t">
            <a:spAutoFit/>
          </a:bodyPr>
          <a:lstStyle/>
          <a:p>
            <a:r>
              <a:rPr lang="zh-CN" altLang="en-US" b="1">
                <a:sym typeface="+mn-ea"/>
              </a:rPr>
              <a:t>可并行性预测模型部分：</a:t>
            </a:r>
            <a:endParaRPr lang="zh-CN" altLang="en-US"/>
          </a:p>
        </p:txBody>
      </p:sp>
      <p:sp>
        <p:nvSpPr>
          <p:cNvPr id="33" name="文本框 32"/>
          <p:cNvSpPr txBox="1"/>
          <p:nvPr/>
        </p:nvSpPr>
        <p:spPr>
          <a:xfrm>
            <a:off x="166370" y="1597025"/>
            <a:ext cx="1065530" cy="368300"/>
          </a:xfrm>
          <a:prstGeom prst="rect">
            <a:avLst/>
          </a:prstGeom>
          <a:noFill/>
        </p:spPr>
        <p:txBody>
          <a:bodyPr wrap="square" rtlCol="0">
            <a:spAutoFit/>
          </a:bodyPr>
          <a:lstStyle/>
          <a:p>
            <a:r>
              <a:rPr lang="en-US" altLang="zh-CN"/>
              <a:t>step 2</a:t>
            </a:r>
            <a:r>
              <a:rPr lang="zh-CN" altLang="en-US"/>
              <a:t>：</a:t>
            </a:r>
          </a:p>
        </p:txBody>
      </p:sp>
      <p:pic>
        <p:nvPicPr>
          <p:cNvPr id="25" name="图片 24" descr="Encoder-Decoder框架"/>
          <p:cNvPicPr>
            <a:picLocks noChangeAspect="1"/>
          </p:cNvPicPr>
          <p:nvPr/>
        </p:nvPicPr>
        <p:blipFill>
          <a:blip r:embed="rId9"/>
          <a:stretch>
            <a:fillRect/>
          </a:stretch>
        </p:blipFill>
        <p:spPr>
          <a:xfrm>
            <a:off x="5735320" y="995045"/>
            <a:ext cx="6205855" cy="1941195"/>
          </a:xfrm>
          <a:prstGeom prst="rect">
            <a:avLst/>
          </a:prstGeom>
        </p:spPr>
      </p:pic>
      <p:pic>
        <p:nvPicPr>
          <p:cNvPr id="27" name="图片 26" descr="e&amp;d stru1"/>
          <p:cNvPicPr>
            <a:picLocks noChangeAspect="1"/>
          </p:cNvPicPr>
          <p:nvPr/>
        </p:nvPicPr>
        <p:blipFill>
          <a:blip r:embed="rId10"/>
          <a:stretch>
            <a:fillRect/>
          </a:stretch>
        </p:blipFill>
        <p:spPr>
          <a:xfrm>
            <a:off x="5735320" y="3437255"/>
            <a:ext cx="6205855" cy="2385060"/>
          </a:xfrm>
          <a:prstGeom prst="rect">
            <a:avLst/>
          </a:prstGeom>
        </p:spPr>
      </p:pic>
      <p:sp>
        <p:nvSpPr>
          <p:cNvPr id="51" name="文本框 50"/>
          <p:cNvSpPr txBox="1"/>
          <p:nvPr/>
        </p:nvSpPr>
        <p:spPr>
          <a:xfrm>
            <a:off x="4669790" y="1597025"/>
            <a:ext cx="1065530" cy="368300"/>
          </a:xfrm>
          <a:prstGeom prst="rect">
            <a:avLst/>
          </a:prstGeom>
          <a:noFill/>
        </p:spPr>
        <p:txBody>
          <a:bodyPr wrap="square" rtlCol="0">
            <a:spAutoFit/>
          </a:bodyPr>
          <a:lstStyle/>
          <a:p>
            <a:r>
              <a:rPr lang="en-US" altLang="zh-CN"/>
              <a:t>step 3</a:t>
            </a:r>
            <a:r>
              <a:rPr lang="zh-CN" altLang="en-US"/>
              <a:t>：</a:t>
            </a:r>
          </a:p>
        </p:txBody>
      </p:sp>
      <p:sp>
        <p:nvSpPr>
          <p:cNvPr id="3" name="文本框 2"/>
          <p:cNvSpPr txBox="1"/>
          <p:nvPr/>
        </p:nvSpPr>
        <p:spPr>
          <a:xfrm>
            <a:off x="8225790" y="2983230"/>
            <a:ext cx="1449070" cy="306705"/>
          </a:xfrm>
          <a:prstGeom prst="rect">
            <a:avLst/>
          </a:prstGeom>
          <a:noFill/>
        </p:spPr>
        <p:txBody>
          <a:bodyPr wrap="none" rtlCol="0">
            <a:spAutoFit/>
          </a:bodyPr>
          <a:lstStyle/>
          <a:p>
            <a:r>
              <a:rPr lang="en-US" altLang="zh-CN" sz="1400"/>
              <a:t>Seq2Seq</a:t>
            </a:r>
            <a:r>
              <a:rPr lang="zh-CN" altLang="en-US" sz="1400"/>
              <a:t>模型图</a:t>
            </a:r>
          </a:p>
        </p:txBody>
      </p:sp>
      <p:sp>
        <p:nvSpPr>
          <p:cNvPr id="9" name="文本框 8"/>
          <p:cNvSpPr txBox="1"/>
          <p:nvPr/>
        </p:nvSpPr>
        <p:spPr>
          <a:xfrm>
            <a:off x="8225790" y="5822315"/>
            <a:ext cx="1804670" cy="306705"/>
          </a:xfrm>
          <a:prstGeom prst="rect">
            <a:avLst/>
          </a:prstGeom>
          <a:noFill/>
        </p:spPr>
        <p:txBody>
          <a:bodyPr wrap="none" rtlCol="0">
            <a:spAutoFit/>
          </a:bodyPr>
          <a:lstStyle/>
          <a:p>
            <a:r>
              <a:rPr lang="en-US" altLang="zh-CN" sz="1400"/>
              <a:t>Seq2Seq</a:t>
            </a:r>
            <a:r>
              <a:rPr lang="zh-CN" altLang="en-US" sz="1400"/>
              <a:t>模型展开图</a:t>
            </a:r>
          </a:p>
        </p:txBody>
      </p:sp>
      <p:grpSp>
        <p:nvGrpSpPr>
          <p:cNvPr id="15" name="组合 14"/>
          <p:cNvGrpSpPr/>
          <p:nvPr/>
        </p:nvGrpSpPr>
        <p:grpSpPr>
          <a:xfrm>
            <a:off x="1231900" y="1965325"/>
            <a:ext cx="3261360" cy="3144520"/>
            <a:chOff x="1940" y="3095"/>
            <a:chExt cx="5136" cy="4952"/>
          </a:xfrm>
        </p:grpSpPr>
        <p:sp>
          <p:nvSpPr>
            <p:cNvPr id="45" name="左大括号 44"/>
            <p:cNvSpPr/>
            <p:nvPr/>
          </p:nvSpPr>
          <p:spPr>
            <a:xfrm>
              <a:off x="1940" y="3095"/>
              <a:ext cx="469" cy="4093"/>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6" name="左大括号 45"/>
            <p:cNvSpPr/>
            <p:nvPr/>
          </p:nvSpPr>
          <p:spPr>
            <a:xfrm rot="10800000">
              <a:off x="6608" y="3118"/>
              <a:ext cx="469" cy="4093"/>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7" name="文本框 46"/>
            <p:cNvSpPr txBox="1"/>
            <p:nvPr/>
          </p:nvSpPr>
          <p:spPr>
            <a:xfrm>
              <a:off x="3789" y="7467"/>
              <a:ext cx="1368" cy="580"/>
            </a:xfrm>
            <a:prstGeom prst="rect">
              <a:avLst/>
            </a:prstGeom>
            <a:noFill/>
          </p:spPr>
          <p:txBody>
            <a:bodyPr wrap="none" rtlCol="0">
              <a:spAutoFit/>
            </a:bodyPr>
            <a:lstStyle/>
            <a:p>
              <a:r>
                <a:rPr lang="zh-CN" altLang="en-US"/>
                <a:t>训练集</a:t>
              </a:r>
            </a:p>
          </p:txBody>
        </p:sp>
        <p:sp>
          <p:nvSpPr>
            <p:cNvPr id="11" name="双括号 10"/>
            <p:cNvSpPr/>
            <p:nvPr/>
          </p:nvSpPr>
          <p:spPr>
            <a:xfrm>
              <a:off x="2876" y="3233"/>
              <a:ext cx="3194" cy="573"/>
            </a:xfrm>
            <a:prstGeom prst="bracketPair">
              <a:avLst/>
            </a:prstGeom>
          </p:spPr>
          <p:style>
            <a:lnRef idx="1">
              <a:schemeClr val="accent1"/>
            </a:lnRef>
            <a:fillRef idx="0">
              <a:schemeClr val="accent1"/>
            </a:fillRef>
            <a:effectRef idx="0">
              <a:schemeClr val="accent1"/>
            </a:effectRef>
            <a:fontRef idx="minor">
              <a:schemeClr val="tx1"/>
            </a:fontRef>
          </p:style>
          <p:txBody>
            <a:bodyPr rtlCol="0" anchor="ctr"/>
            <a:lstStyle/>
            <a:p>
              <a:pPr algn="ctr"/>
              <a:r>
                <a:rPr lang="en-US" altLang="zh-CN"/>
                <a:t>Input</a:t>
              </a:r>
              <a:r>
                <a:rPr lang="en-US" altLang="zh-CN" baseline="-25000"/>
                <a:t>1</a:t>
              </a:r>
              <a:r>
                <a:rPr lang="zh-CN" altLang="en-US"/>
                <a:t>，</a:t>
              </a:r>
              <a:r>
                <a:rPr lang="en-US" altLang="zh-CN"/>
                <a:t>Output</a:t>
              </a:r>
              <a:r>
                <a:rPr lang="en-US" altLang="zh-CN" baseline="-25000"/>
                <a:t>1</a:t>
              </a:r>
            </a:p>
          </p:txBody>
        </p:sp>
        <p:sp>
          <p:nvSpPr>
            <p:cNvPr id="12" name="双括号 11"/>
            <p:cNvSpPr/>
            <p:nvPr/>
          </p:nvSpPr>
          <p:spPr>
            <a:xfrm>
              <a:off x="2876" y="4051"/>
              <a:ext cx="3194" cy="573"/>
            </a:xfrm>
            <a:prstGeom prst="bracketPair">
              <a:avLst/>
            </a:prstGeom>
          </p:spPr>
          <p:style>
            <a:lnRef idx="1">
              <a:schemeClr val="accent1"/>
            </a:lnRef>
            <a:fillRef idx="0">
              <a:schemeClr val="accent1"/>
            </a:fillRef>
            <a:effectRef idx="0">
              <a:schemeClr val="accent1"/>
            </a:effectRef>
            <a:fontRef idx="minor">
              <a:schemeClr val="tx1"/>
            </a:fontRef>
          </p:style>
          <p:txBody>
            <a:bodyPr rtlCol="0" anchor="ctr"/>
            <a:lstStyle/>
            <a:p>
              <a:pPr algn="ctr"/>
              <a:r>
                <a:rPr lang="en-US" altLang="zh-CN"/>
                <a:t>Input</a:t>
              </a:r>
              <a:r>
                <a:rPr lang="en-US" altLang="zh-CN" baseline="-25000"/>
                <a:t>2</a:t>
              </a:r>
              <a:r>
                <a:rPr lang="zh-CN" altLang="en-US"/>
                <a:t>，</a:t>
              </a:r>
              <a:r>
                <a:rPr lang="en-US" altLang="zh-CN"/>
                <a:t>Output</a:t>
              </a:r>
              <a:r>
                <a:rPr lang="en-US" altLang="zh-CN" baseline="-25000"/>
                <a:t>2</a:t>
              </a:r>
            </a:p>
          </p:txBody>
        </p:sp>
        <p:sp>
          <p:nvSpPr>
            <p:cNvPr id="13" name="双括号 12"/>
            <p:cNvSpPr/>
            <p:nvPr/>
          </p:nvSpPr>
          <p:spPr>
            <a:xfrm>
              <a:off x="2876" y="6301"/>
              <a:ext cx="3194" cy="573"/>
            </a:xfrm>
            <a:prstGeom prst="bracketPair">
              <a:avLst/>
            </a:prstGeom>
          </p:spPr>
          <p:style>
            <a:lnRef idx="1">
              <a:schemeClr val="accent1"/>
            </a:lnRef>
            <a:fillRef idx="0">
              <a:schemeClr val="accent1"/>
            </a:fillRef>
            <a:effectRef idx="0">
              <a:schemeClr val="accent1"/>
            </a:effectRef>
            <a:fontRef idx="minor">
              <a:schemeClr val="tx1"/>
            </a:fontRef>
          </p:style>
          <p:txBody>
            <a:bodyPr rtlCol="0" anchor="ctr"/>
            <a:lstStyle/>
            <a:p>
              <a:pPr algn="ctr"/>
              <a:r>
                <a:rPr lang="en-US" altLang="zh-CN"/>
                <a:t>Input</a:t>
              </a:r>
              <a:r>
                <a:rPr lang="en-US" altLang="zh-CN" baseline="-25000"/>
                <a:t>n</a:t>
              </a:r>
              <a:r>
                <a:rPr lang="zh-CN" altLang="en-US"/>
                <a:t>，</a:t>
              </a:r>
              <a:r>
                <a:rPr lang="en-US" altLang="zh-CN"/>
                <a:t>Output</a:t>
              </a:r>
              <a:r>
                <a:rPr lang="en-US" altLang="zh-CN" baseline="-25000"/>
                <a:t>n</a:t>
              </a:r>
            </a:p>
          </p:txBody>
        </p:sp>
        <p:sp>
          <p:nvSpPr>
            <p:cNvPr id="14" name="文本框 13"/>
            <p:cNvSpPr txBox="1"/>
            <p:nvPr/>
          </p:nvSpPr>
          <p:spPr>
            <a:xfrm>
              <a:off x="2875" y="5110"/>
              <a:ext cx="3195" cy="580"/>
            </a:xfrm>
            <a:prstGeom prst="rect">
              <a:avLst/>
            </a:prstGeom>
            <a:noFill/>
          </p:spPr>
          <p:txBody>
            <a:bodyPr wrap="square" rtlCol="0" anchor="ctr" anchorCtr="0">
              <a:spAutoFit/>
            </a:bodyPr>
            <a:lstStyle/>
            <a:p>
              <a:pPr algn="ctr"/>
              <a:r>
                <a:rPr lang="en-US" altLang="zh-CN" b="1"/>
                <a:t>...</a:t>
              </a:r>
            </a:p>
          </p:txBody>
        </p:sp>
      </p:grpSp>
    </p:spTree>
    <p:custDataLst>
      <p:tags r:id="rId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custDataLst>
              <p:tags r:id="rId2"/>
            </p:custDataLst>
          </p:nvPr>
        </p:nvSpPr>
        <p:spPr>
          <a:xfrm>
            <a:off x="641985" y="52070"/>
            <a:ext cx="2857500" cy="417830"/>
          </a:xfrm>
        </p:spPr>
        <p:txBody>
          <a:bodyPr lIns="0" tIns="0" rIns="0" bIns="0" anchor="ctr" anchorCtr="1">
            <a:normAutofit fontScale="90000"/>
          </a:bodyPr>
          <a:lstStyle/>
          <a:p>
            <a:r>
              <a:rPr lang="zh-CN" altLang="en-US" dirty="0">
                <a:solidFill>
                  <a:srgbClr val="C00000"/>
                </a:solidFill>
              </a:rPr>
              <a:t>研究内容与方法</a:t>
            </a:r>
          </a:p>
        </p:txBody>
      </p:sp>
      <p:grpSp>
        <p:nvGrpSpPr>
          <p:cNvPr id="21506" name="组合 7"/>
          <p:cNvGrpSpPr/>
          <p:nvPr/>
        </p:nvGrpSpPr>
        <p:grpSpPr>
          <a:xfrm>
            <a:off x="166370" y="208280"/>
            <a:ext cx="366395" cy="193040"/>
            <a:chOff x="1990725" y="838200"/>
            <a:chExt cx="295275" cy="142875"/>
          </a:xfrm>
        </p:grpSpPr>
        <p:cxnSp>
          <p:nvCxnSpPr>
            <p:cNvPr id="4" name="直接连接符 3"/>
            <p:cNvCxnSpPr/>
            <p:nvPr>
              <p:custDataLst>
                <p:tags r:id="rId3"/>
              </p:custDataLst>
            </p:nvPr>
          </p:nvCxnSpPr>
          <p:spPr>
            <a:xfrm>
              <a:off x="1990725" y="838200"/>
              <a:ext cx="295275"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4"/>
              </p:custDataLst>
            </p:nvPr>
          </p:nvCxnSpPr>
          <p:spPr>
            <a:xfrm>
              <a:off x="1990725" y="909637"/>
              <a:ext cx="295275"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custDataLst>
                <p:tags r:id="rId5"/>
              </p:custDataLst>
            </p:nvPr>
          </p:nvCxnSpPr>
          <p:spPr>
            <a:xfrm>
              <a:off x="1990725" y="981075"/>
              <a:ext cx="295275"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grpSp>
      <p:pic>
        <p:nvPicPr>
          <p:cNvPr id="87" name="图片 86" descr="timg"/>
          <p:cNvPicPr>
            <a:picLocks noChangeAspect="1"/>
          </p:cNvPicPr>
          <p:nvPr/>
        </p:nvPicPr>
        <p:blipFill>
          <a:blip r:embed="rId8"/>
          <a:stretch>
            <a:fillRect/>
          </a:stretch>
        </p:blipFill>
        <p:spPr>
          <a:xfrm>
            <a:off x="9907270" y="2540"/>
            <a:ext cx="2282190" cy="992505"/>
          </a:xfrm>
          <a:prstGeom prst="rect">
            <a:avLst/>
          </a:prstGeom>
        </p:spPr>
      </p:pic>
      <p:sp>
        <p:nvSpPr>
          <p:cNvPr id="19" name="文本框 18"/>
          <p:cNvSpPr txBox="1"/>
          <p:nvPr/>
        </p:nvSpPr>
        <p:spPr>
          <a:xfrm>
            <a:off x="166370" y="701040"/>
            <a:ext cx="2697480" cy="368300"/>
          </a:xfrm>
          <a:prstGeom prst="rect">
            <a:avLst/>
          </a:prstGeom>
          <a:noFill/>
        </p:spPr>
        <p:txBody>
          <a:bodyPr wrap="none" rtlCol="0" anchor="t">
            <a:spAutoFit/>
          </a:bodyPr>
          <a:lstStyle/>
          <a:p>
            <a:r>
              <a:rPr lang="zh-CN" altLang="en-US" b="1">
                <a:sym typeface="+mn-ea"/>
              </a:rPr>
              <a:t>可并行性预测模型部分：</a:t>
            </a:r>
            <a:endParaRPr lang="zh-CN" altLang="en-US"/>
          </a:p>
        </p:txBody>
      </p:sp>
      <p:pic>
        <p:nvPicPr>
          <p:cNvPr id="2" name="图片 1"/>
          <p:cNvPicPr>
            <a:picLocks noChangeAspect="1"/>
          </p:cNvPicPr>
          <p:nvPr/>
        </p:nvPicPr>
        <p:blipFill>
          <a:blip r:embed="rId9"/>
          <a:stretch>
            <a:fillRect/>
          </a:stretch>
        </p:blipFill>
        <p:spPr>
          <a:xfrm>
            <a:off x="662305" y="1069340"/>
            <a:ext cx="10868025" cy="5753100"/>
          </a:xfrm>
          <a:prstGeom prst="rect">
            <a:avLst/>
          </a:prstGeom>
        </p:spPr>
      </p:pic>
      <p:sp>
        <p:nvSpPr>
          <p:cNvPr id="9" name="文本框 8"/>
          <p:cNvSpPr txBox="1"/>
          <p:nvPr/>
        </p:nvSpPr>
        <p:spPr>
          <a:xfrm>
            <a:off x="3903980" y="3378200"/>
            <a:ext cx="7626350" cy="1137285"/>
          </a:xfrm>
          <a:prstGeom prst="rect">
            <a:avLst/>
          </a:prstGeom>
          <a:solidFill>
            <a:srgbClr val="92D050">
              <a:alpha val="30000"/>
            </a:srgbClr>
          </a:solidFill>
        </p:spPr>
        <p:txBody>
          <a:bodyPr wrap="square" rtlCol="0">
            <a:spAutoFit/>
          </a:bodyPr>
          <a:lstStyle/>
          <a:p>
            <a:endParaRPr lang="zh-CN" altLang="en-US" sz="1600"/>
          </a:p>
          <a:p>
            <a:endParaRPr lang="zh-CN" altLang="en-US" sz="1600"/>
          </a:p>
          <a:p>
            <a:endParaRPr lang="zh-CN" altLang="en-US"/>
          </a:p>
          <a:p>
            <a:endParaRPr lang="zh-CN" altLang="en-US"/>
          </a:p>
        </p:txBody>
      </p:sp>
    </p:spTree>
    <p:custDataLst>
      <p:tags r:id="rId1"/>
    </p:custData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custDataLst>
              <p:tags r:id="rId2"/>
            </p:custDataLst>
          </p:nvPr>
        </p:nvSpPr>
        <p:spPr>
          <a:xfrm>
            <a:off x="641985" y="52070"/>
            <a:ext cx="2857500" cy="417830"/>
          </a:xfrm>
        </p:spPr>
        <p:txBody>
          <a:bodyPr lIns="0" tIns="0" rIns="0" bIns="0" anchor="ctr" anchorCtr="1">
            <a:normAutofit fontScale="90000"/>
          </a:bodyPr>
          <a:lstStyle/>
          <a:p>
            <a:r>
              <a:rPr lang="zh-CN" altLang="en-US" dirty="0">
                <a:solidFill>
                  <a:srgbClr val="C00000"/>
                </a:solidFill>
              </a:rPr>
              <a:t>预期目标与计划</a:t>
            </a:r>
          </a:p>
        </p:txBody>
      </p:sp>
      <p:grpSp>
        <p:nvGrpSpPr>
          <p:cNvPr id="21506" name="组合 7"/>
          <p:cNvGrpSpPr/>
          <p:nvPr/>
        </p:nvGrpSpPr>
        <p:grpSpPr>
          <a:xfrm>
            <a:off x="166370" y="208280"/>
            <a:ext cx="366395" cy="193040"/>
            <a:chOff x="1990725" y="838200"/>
            <a:chExt cx="295275" cy="142875"/>
          </a:xfrm>
        </p:grpSpPr>
        <p:cxnSp>
          <p:nvCxnSpPr>
            <p:cNvPr id="4" name="直接连接符 3"/>
            <p:cNvCxnSpPr/>
            <p:nvPr>
              <p:custDataLst>
                <p:tags r:id="rId3"/>
              </p:custDataLst>
            </p:nvPr>
          </p:nvCxnSpPr>
          <p:spPr>
            <a:xfrm>
              <a:off x="1990725" y="838200"/>
              <a:ext cx="295275"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4"/>
              </p:custDataLst>
            </p:nvPr>
          </p:nvCxnSpPr>
          <p:spPr>
            <a:xfrm>
              <a:off x="1990725" y="909637"/>
              <a:ext cx="295275"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custDataLst>
                <p:tags r:id="rId5"/>
              </p:custDataLst>
            </p:nvPr>
          </p:nvCxnSpPr>
          <p:spPr>
            <a:xfrm>
              <a:off x="1990725" y="981075"/>
              <a:ext cx="295275"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grpSp>
      <p:pic>
        <p:nvPicPr>
          <p:cNvPr id="87" name="图片 86" descr="timg"/>
          <p:cNvPicPr>
            <a:picLocks noChangeAspect="1"/>
          </p:cNvPicPr>
          <p:nvPr/>
        </p:nvPicPr>
        <p:blipFill>
          <a:blip r:embed="rId8"/>
          <a:stretch>
            <a:fillRect/>
          </a:stretch>
        </p:blipFill>
        <p:spPr>
          <a:xfrm>
            <a:off x="9907270" y="2540"/>
            <a:ext cx="2282190" cy="992505"/>
          </a:xfrm>
          <a:prstGeom prst="rect">
            <a:avLst/>
          </a:prstGeom>
        </p:spPr>
      </p:pic>
      <p:sp>
        <p:nvSpPr>
          <p:cNvPr id="2" name="文本框 1"/>
          <p:cNvSpPr txBox="1"/>
          <p:nvPr/>
        </p:nvSpPr>
        <p:spPr>
          <a:xfrm>
            <a:off x="166370" y="701040"/>
            <a:ext cx="1325880" cy="368300"/>
          </a:xfrm>
          <a:prstGeom prst="rect">
            <a:avLst/>
          </a:prstGeom>
          <a:noFill/>
        </p:spPr>
        <p:txBody>
          <a:bodyPr wrap="none" rtlCol="0" anchor="t">
            <a:spAutoFit/>
          </a:bodyPr>
          <a:lstStyle/>
          <a:p>
            <a:r>
              <a:rPr lang="zh-CN" altLang="en-US" b="1">
                <a:sym typeface="+mn-ea"/>
              </a:rPr>
              <a:t>预期目标：</a:t>
            </a:r>
            <a:endParaRPr lang="zh-CN" altLang="en-US"/>
          </a:p>
        </p:txBody>
      </p:sp>
      <p:sp>
        <p:nvSpPr>
          <p:cNvPr id="3" name="文本框 2"/>
          <p:cNvSpPr txBox="1"/>
          <p:nvPr/>
        </p:nvSpPr>
        <p:spPr>
          <a:xfrm>
            <a:off x="166370" y="3244850"/>
            <a:ext cx="1097280" cy="368300"/>
          </a:xfrm>
          <a:prstGeom prst="rect">
            <a:avLst/>
          </a:prstGeom>
          <a:noFill/>
        </p:spPr>
        <p:txBody>
          <a:bodyPr wrap="none" rtlCol="0" anchor="t">
            <a:spAutoFit/>
          </a:bodyPr>
          <a:lstStyle/>
          <a:p>
            <a:r>
              <a:rPr lang="zh-CN" altLang="en-US" b="1">
                <a:sym typeface="+mn-ea"/>
              </a:rPr>
              <a:t>创新点：</a:t>
            </a:r>
            <a:endParaRPr lang="zh-CN" altLang="en-US"/>
          </a:p>
        </p:txBody>
      </p:sp>
      <p:sp>
        <p:nvSpPr>
          <p:cNvPr id="100" name="文本框 99"/>
          <p:cNvSpPr txBox="1"/>
          <p:nvPr/>
        </p:nvSpPr>
        <p:spPr>
          <a:xfrm>
            <a:off x="1263650" y="1489710"/>
            <a:ext cx="8643620" cy="1014730"/>
          </a:xfrm>
          <a:prstGeom prst="rect">
            <a:avLst/>
          </a:prstGeom>
          <a:noFill/>
          <a:ln w="9525">
            <a:noFill/>
          </a:ln>
        </p:spPr>
        <p:txBody>
          <a:bodyPr wrap="square">
            <a:spAutoFit/>
          </a:bodyPr>
          <a:lstStyle/>
          <a:p>
            <a:pPr marL="342900" indent="-342900">
              <a:buClr>
                <a:srgbClr val="C00000"/>
              </a:buClr>
              <a:buFont typeface="Wingdings" panose="05000000000000000000" charset="0"/>
              <a:buChar char="Ø"/>
            </a:pPr>
            <a:r>
              <a:rPr lang="zh-CN" sz="2000" b="0">
                <a:solidFill>
                  <a:srgbClr val="212121"/>
                </a:solidFill>
                <a:latin typeface="黑体" panose="02010609060101010101" charset="-122"/>
                <a:ea typeface="黑体" panose="02010609060101010101" charset="-122"/>
              </a:rPr>
              <a:t>实现一个编辑界面友好、操作体验方便快捷、具备可并行代码段提示功能的并行标记语言编辑器</a:t>
            </a:r>
          </a:p>
          <a:p>
            <a:pPr marL="342900" indent="-342900">
              <a:buClr>
                <a:srgbClr val="C00000"/>
              </a:buClr>
              <a:buFont typeface="Wingdings" panose="05000000000000000000" charset="0"/>
              <a:buChar char="Ø"/>
            </a:pPr>
            <a:r>
              <a:rPr lang="zh-CN" sz="2000">
                <a:solidFill>
                  <a:srgbClr val="212121"/>
                </a:solidFill>
                <a:latin typeface="黑体" panose="02010609060101010101" charset="-122"/>
                <a:ea typeface="黑体" panose="02010609060101010101" charset="-122"/>
                <a:sym typeface="+mn-ea"/>
              </a:rPr>
              <a:t>实现一个易懂易用、覆盖并行混合编程模型基本功能的并行标记语言</a:t>
            </a:r>
            <a:endParaRPr lang="zh-CN" altLang="en-US" sz="2000">
              <a:latin typeface="黑体" panose="02010609060101010101" charset="-122"/>
              <a:ea typeface="黑体" panose="02010609060101010101" charset="-122"/>
            </a:endParaRPr>
          </a:p>
        </p:txBody>
      </p:sp>
      <p:sp>
        <p:nvSpPr>
          <p:cNvPr id="10" name="文本框 9"/>
          <p:cNvSpPr txBox="1"/>
          <p:nvPr/>
        </p:nvSpPr>
        <p:spPr>
          <a:xfrm>
            <a:off x="1263650" y="4118610"/>
            <a:ext cx="8643620" cy="706755"/>
          </a:xfrm>
          <a:prstGeom prst="rect">
            <a:avLst/>
          </a:prstGeom>
          <a:noFill/>
          <a:ln w="9525">
            <a:noFill/>
          </a:ln>
        </p:spPr>
        <p:txBody>
          <a:bodyPr wrap="square">
            <a:spAutoFit/>
          </a:bodyPr>
          <a:lstStyle/>
          <a:p>
            <a:pPr marL="342900" indent="-342900">
              <a:buClr>
                <a:srgbClr val="C00000"/>
              </a:buClr>
              <a:buFont typeface="Wingdings" panose="05000000000000000000" charset="0"/>
              <a:buChar char="Ø"/>
            </a:pPr>
            <a:r>
              <a:rPr lang="zh-CN" sz="2000" b="0">
                <a:solidFill>
                  <a:srgbClr val="212121"/>
                </a:solidFill>
                <a:latin typeface="黑体" panose="02010609060101010101" charset="-122"/>
                <a:ea typeface="黑体" panose="02010609060101010101" charset="-122"/>
              </a:rPr>
              <a:t>将</a:t>
            </a:r>
            <a:r>
              <a:rPr lang="en-US" altLang="zh-CN" sz="2000" b="0">
                <a:solidFill>
                  <a:srgbClr val="212121"/>
                </a:solidFill>
                <a:latin typeface="黑体" panose="02010609060101010101" charset="-122"/>
                <a:ea typeface="黑体" panose="02010609060101010101" charset="-122"/>
              </a:rPr>
              <a:t>XML</a:t>
            </a:r>
            <a:r>
              <a:rPr lang="zh-CN" altLang="en-US" sz="2000" b="0">
                <a:solidFill>
                  <a:srgbClr val="212121"/>
                </a:solidFill>
                <a:latin typeface="黑体" panose="02010609060101010101" charset="-122"/>
                <a:ea typeface="黑体" panose="02010609060101010101" charset="-122"/>
              </a:rPr>
              <a:t>技术应用于并行编程，简化并行编程接口，降低并行编程技术门槛</a:t>
            </a:r>
            <a:endParaRPr lang="zh-CN" sz="2000" b="0">
              <a:solidFill>
                <a:srgbClr val="212121"/>
              </a:solidFill>
              <a:latin typeface="黑体" panose="02010609060101010101" charset="-122"/>
              <a:ea typeface="黑体" panose="02010609060101010101" charset="-122"/>
            </a:endParaRPr>
          </a:p>
          <a:p>
            <a:pPr marL="342900" indent="-342900">
              <a:buClr>
                <a:srgbClr val="C00000"/>
              </a:buClr>
              <a:buFont typeface="Wingdings" panose="05000000000000000000" charset="0"/>
              <a:buChar char="Ø"/>
            </a:pPr>
            <a:r>
              <a:rPr lang="zh-CN" altLang="en-US" sz="2000">
                <a:latin typeface="黑体" panose="02010609060101010101" charset="-122"/>
                <a:ea typeface="黑体" panose="02010609060101010101" charset="-122"/>
              </a:rPr>
              <a:t>利用循环神经网络（</a:t>
            </a:r>
            <a:r>
              <a:rPr lang="en-US" altLang="zh-CN" sz="2000">
                <a:latin typeface="黑体" panose="02010609060101010101" charset="-122"/>
                <a:ea typeface="黑体" panose="02010609060101010101" charset="-122"/>
              </a:rPr>
              <a:t>RNN</a:t>
            </a:r>
            <a:r>
              <a:rPr lang="zh-CN" altLang="en-US" sz="2000">
                <a:latin typeface="黑体" panose="02010609060101010101" charset="-122"/>
                <a:ea typeface="黑体" panose="02010609060101010101" charset="-122"/>
              </a:rPr>
              <a:t>）研究程序的可并行性问题</a:t>
            </a:r>
          </a:p>
        </p:txBody>
      </p:sp>
    </p:spTree>
    <p:custDataLst>
      <p:tags r:id="rId1"/>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custDataLst>
              <p:tags r:id="rId2"/>
            </p:custDataLst>
          </p:nvPr>
        </p:nvSpPr>
        <p:spPr>
          <a:xfrm>
            <a:off x="641985" y="52070"/>
            <a:ext cx="2857500" cy="417830"/>
          </a:xfrm>
        </p:spPr>
        <p:txBody>
          <a:bodyPr lIns="0" tIns="0" rIns="0" bIns="0" anchor="ctr" anchorCtr="1">
            <a:normAutofit fontScale="90000"/>
          </a:bodyPr>
          <a:lstStyle/>
          <a:p>
            <a:r>
              <a:rPr lang="zh-CN" altLang="en-US" dirty="0">
                <a:solidFill>
                  <a:srgbClr val="C00000"/>
                </a:solidFill>
              </a:rPr>
              <a:t>预期目标与计划</a:t>
            </a:r>
          </a:p>
        </p:txBody>
      </p:sp>
      <p:grpSp>
        <p:nvGrpSpPr>
          <p:cNvPr id="21506" name="组合 7"/>
          <p:cNvGrpSpPr/>
          <p:nvPr/>
        </p:nvGrpSpPr>
        <p:grpSpPr>
          <a:xfrm>
            <a:off x="166370" y="208280"/>
            <a:ext cx="366395" cy="193040"/>
            <a:chOff x="1990725" y="838200"/>
            <a:chExt cx="295275" cy="142875"/>
          </a:xfrm>
        </p:grpSpPr>
        <p:cxnSp>
          <p:nvCxnSpPr>
            <p:cNvPr id="4" name="直接连接符 3"/>
            <p:cNvCxnSpPr/>
            <p:nvPr>
              <p:custDataLst>
                <p:tags r:id="rId3"/>
              </p:custDataLst>
            </p:nvPr>
          </p:nvCxnSpPr>
          <p:spPr>
            <a:xfrm>
              <a:off x="1990725" y="838200"/>
              <a:ext cx="295275"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4"/>
              </p:custDataLst>
            </p:nvPr>
          </p:nvCxnSpPr>
          <p:spPr>
            <a:xfrm>
              <a:off x="1990725" y="909637"/>
              <a:ext cx="295275"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custDataLst>
                <p:tags r:id="rId5"/>
              </p:custDataLst>
            </p:nvPr>
          </p:nvCxnSpPr>
          <p:spPr>
            <a:xfrm>
              <a:off x="1990725" y="981075"/>
              <a:ext cx="295275"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grpSp>
      <p:pic>
        <p:nvPicPr>
          <p:cNvPr id="87" name="图片 86" descr="timg"/>
          <p:cNvPicPr>
            <a:picLocks noChangeAspect="1"/>
          </p:cNvPicPr>
          <p:nvPr/>
        </p:nvPicPr>
        <p:blipFill>
          <a:blip r:embed="rId8"/>
          <a:stretch>
            <a:fillRect/>
          </a:stretch>
        </p:blipFill>
        <p:spPr>
          <a:xfrm>
            <a:off x="9907270" y="2540"/>
            <a:ext cx="2282190" cy="992505"/>
          </a:xfrm>
          <a:prstGeom prst="rect">
            <a:avLst/>
          </a:prstGeom>
        </p:spPr>
      </p:pic>
      <p:sp>
        <p:nvSpPr>
          <p:cNvPr id="2" name="文本框 1"/>
          <p:cNvSpPr txBox="1"/>
          <p:nvPr/>
        </p:nvSpPr>
        <p:spPr>
          <a:xfrm>
            <a:off x="166370" y="701040"/>
            <a:ext cx="1325880" cy="368300"/>
          </a:xfrm>
          <a:prstGeom prst="rect">
            <a:avLst/>
          </a:prstGeom>
          <a:noFill/>
        </p:spPr>
        <p:txBody>
          <a:bodyPr wrap="none" rtlCol="0" anchor="t">
            <a:spAutoFit/>
          </a:bodyPr>
          <a:lstStyle/>
          <a:p>
            <a:r>
              <a:rPr lang="zh-CN" altLang="en-US" b="1">
                <a:sym typeface="+mn-ea"/>
              </a:rPr>
              <a:t>研究计划：</a:t>
            </a:r>
            <a:endParaRPr lang="zh-CN" altLang="en-US"/>
          </a:p>
        </p:txBody>
      </p:sp>
      <p:cxnSp>
        <p:nvCxnSpPr>
          <p:cNvPr id="17" name="直接箭头连接符 16"/>
          <p:cNvCxnSpPr/>
          <p:nvPr/>
        </p:nvCxnSpPr>
        <p:spPr>
          <a:xfrm>
            <a:off x="641985" y="3192145"/>
            <a:ext cx="10502900" cy="0"/>
          </a:xfrm>
          <a:prstGeom prst="straightConnector1">
            <a:avLst/>
          </a:prstGeom>
          <a:ln w="38100">
            <a:solidFill>
              <a:schemeClr val="accent6">
                <a:lumMod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184" name=" 184"/>
          <p:cNvSpPr/>
          <p:nvPr/>
        </p:nvSpPr>
        <p:spPr>
          <a:xfrm>
            <a:off x="1492250" y="3115945"/>
            <a:ext cx="165100" cy="1524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
        <p:nvSpPr>
          <p:cNvPr id="18" name=" 184"/>
          <p:cNvSpPr/>
          <p:nvPr/>
        </p:nvSpPr>
        <p:spPr>
          <a:xfrm>
            <a:off x="4096385" y="3115945"/>
            <a:ext cx="165100" cy="15240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
        <p:nvSpPr>
          <p:cNvPr id="19" name=" 184"/>
          <p:cNvSpPr/>
          <p:nvPr/>
        </p:nvSpPr>
        <p:spPr>
          <a:xfrm>
            <a:off x="6750050" y="3115945"/>
            <a:ext cx="165100" cy="15240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
        <p:nvSpPr>
          <p:cNvPr id="20" name=" 184"/>
          <p:cNvSpPr/>
          <p:nvPr/>
        </p:nvSpPr>
        <p:spPr>
          <a:xfrm>
            <a:off x="9417050" y="3115945"/>
            <a:ext cx="165100" cy="15240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
        <p:nvSpPr>
          <p:cNvPr id="22" name="文本框 21"/>
          <p:cNvSpPr txBox="1"/>
          <p:nvPr/>
        </p:nvSpPr>
        <p:spPr>
          <a:xfrm>
            <a:off x="1070610" y="2747645"/>
            <a:ext cx="1008380" cy="368300"/>
          </a:xfrm>
          <a:prstGeom prst="rect">
            <a:avLst/>
          </a:prstGeom>
          <a:noFill/>
        </p:spPr>
        <p:txBody>
          <a:bodyPr wrap="none" rtlCol="0">
            <a:spAutoFit/>
          </a:bodyPr>
          <a:lstStyle/>
          <a:p>
            <a:r>
              <a:rPr lang="en-US" altLang="zh-CN"/>
              <a:t>2018.10</a:t>
            </a:r>
          </a:p>
        </p:txBody>
      </p:sp>
      <p:sp>
        <p:nvSpPr>
          <p:cNvPr id="23" name="文本框 22"/>
          <p:cNvSpPr txBox="1"/>
          <p:nvPr/>
        </p:nvSpPr>
        <p:spPr>
          <a:xfrm>
            <a:off x="3674745" y="2747645"/>
            <a:ext cx="1008380" cy="368300"/>
          </a:xfrm>
          <a:prstGeom prst="rect">
            <a:avLst/>
          </a:prstGeom>
          <a:noFill/>
        </p:spPr>
        <p:txBody>
          <a:bodyPr wrap="none" rtlCol="0">
            <a:spAutoFit/>
          </a:bodyPr>
          <a:lstStyle/>
          <a:p>
            <a:r>
              <a:rPr lang="en-US" altLang="zh-CN"/>
              <a:t>2019.05</a:t>
            </a:r>
          </a:p>
        </p:txBody>
      </p:sp>
      <p:sp>
        <p:nvSpPr>
          <p:cNvPr id="29" name="文本框 28"/>
          <p:cNvSpPr txBox="1"/>
          <p:nvPr/>
        </p:nvSpPr>
        <p:spPr>
          <a:xfrm>
            <a:off x="6328410" y="2747645"/>
            <a:ext cx="1008380" cy="368300"/>
          </a:xfrm>
          <a:prstGeom prst="rect">
            <a:avLst/>
          </a:prstGeom>
          <a:noFill/>
        </p:spPr>
        <p:txBody>
          <a:bodyPr wrap="none" rtlCol="0">
            <a:spAutoFit/>
          </a:bodyPr>
          <a:lstStyle/>
          <a:p>
            <a:r>
              <a:rPr lang="en-US" altLang="zh-CN"/>
              <a:t>2019.10</a:t>
            </a:r>
          </a:p>
        </p:txBody>
      </p:sp>
      <p:sp>
        <p:nvSpPr>
          <p:cNvPr id="30" name="文本框 29"/>
          <p:cNvSpPr txBox="1"/>
          <p:nvPr/>
        </p:nvSpPr>
        <p:spPr>
          <a:xfrm>
            <a:off x="8995410" y="2747645"/>
            <a:ext cx="1008380" cy="368300"/>
          </a:xfrm>
          <a:prstGeom prst="rect">
            <a:avLst/>
          </a:prstGeom>
          <a:noFill/>
        </p:spPr>
        <p:txBody>
          <a:bodyPr wrap="none" rtlCol="0">
            <a:spAutoFit/>
          </a:bodyPr>
          <a:lstStyle/>
          <a:p>
            <a:r>
              <a:rPr lang="en-US" altLang="zh-CN"/>
              <a:t>2019.12</a:t>
            </a:r>
          </a:p>
        </p:txBody>
      </p:sp>
      <p:sp>
        <p:nvSpPr>
          <p:cNvPr id="35" name="文本框 34"/>
          <p:cNvSpPr txBox="1"/>
          <p:nvPr/>
        </p:nvSpPr>
        <p:spPr>
          <a:xfrm>
            <a:off x="1492250" y="3700145"/>
            <a:ext cx="4102735" cy="1886585"/>
          </a:xfrm>
          <a:prstGeom prst="rect">
            <a:avLst/>
          </a:prstGeom>
          <a:noFill/>
          <a:ln>
            <a:solidFill>
              <a:srgbClr val="C00000"/>
            </a:solidFill>
          </a:ln>
        </p:spPr>
        <p:txBody>
          <a:bodyPr wrap="square" rtlCol="0">
            <a:spAutoFit/>
          </a:bodyPr>
          <a:lstStyle/>
          <a:p>
            <a:pPr algn="l" fontAlgn="auto">
              <a:lnSpc>
                <a:spcPts val="2000"/>
              </a:lnSpc>
            </a:pPr>
            <a:r>
              <a:rPr lang="zh-CN" altLang="en-US" sz="1400">
                <a:latin typeface="微软雅黑" panose="020B0503020204020204" charset="-122"/>
                <a:ea typeface="微软雅黑" panose="020B0503020204020204" charset="-122"/>
                <a:cs typeface="微软雅黑" panose="020B0503020204020204" charset="-122"/>
              </a:rPr>
              <a:t>(1) 总结相关论文中标记语言的实现思路与技术路线，确定本课题研究方案</a:t>
            </a:r>
          </a:p>
          <a:p>
            <a:pPr algn="l" fontAlgn="auto">
              <a:lnSpc>
                <a:spcPts val="2000"/>
              </a:lnSpc>
            </a:pPr>
            <a:r>
              <a:rPr lang="zh-CN" altLang="en-US" sz="1400">
                <a:latin typeface="微软雅黑" panose="020B0503020204020204" charset="-122"/>
                <a:ea typeface="微软雅黑" panose="020B0503020204020204" charset="-122"/>
                <a:cs typeface="微软雅黑" panose="020B0503020204020204" charset="-122"/>
              </a:rPr>
              <a:t>(2) 并行标记语言的设计与实现</a:t>
            </a:r>
          </a:p>
          <a:p>
            <a:pPr algn="l" fontAlgn="auto">
              <a:lnSpc>
                <a:spcPts val="2000"/>
              </a:lnSpc>
            </a:pPr>
            <a:r>
              <a:rPr lang="zh-CN" altLang="en-US" sz="1400">
                <a:latin typeface="微软雅黑" panose="020B0503020204020204" charset="-122"/>
                <a:ea typeface="微软雅黑" panose="020B0503020204020204" charset="-122"/>
                <a:cs typeface="微软雅黑" panose="020B0503020204020204" charset="-122"/>
              </a:rPr>
              <a:t>(3) 标记语言编辑器的设计与实现</a:t>
            </a:r>
          </a:p>
          <a:p>
            <a:pPr algn="l" fontAlgn="auto">
              <a:lnSpc>
                <a:spcPts val="2000"/>
              </a:lnSpc>
            </a:pPr>
            <a:r>
              <a:rPr lang="zh-CN" altLang="en-US" sz="1400">
                <a:latin typeface="微软雅黑" panose="020B0503020204020204" charset="-122"/>
                <a:ea typeface="微软雅黑" panose="020B0503020204020204" charset="-122"/>
                <a:cs typeface="微软雅黑" panose="020B0503020204020204" charset="-122"/>
              </a:rPr>
              <a:t>(4) 试验与结果分析</a:t>
            </a:r>
          </a:p>
          <a:p>
            <a:pPr algn="l" fontAlgn="auto">
              <a:lnSpc>
                <a:spcPts val="2000"/>
              </a:lnSpc>
            </a:pPr>
            <a:r>
              <a:rPr lang="zh-CN" altLang="en-US" sz="1400">
                <a:latin typeface="微软雅黑" panose="020B0503020204020204" charset="-122"/>
                <a:ea typeface="微软雅黑" panose="020B0503020204020204" charset="-122"/>
                <a:cs typeface="微软雅黑" panose="020B0503020204020204" charset="-122"/>
              </a:rPr>
              <a:t>(5) 第二阶段数据集收集（大量的串行程序及其对应的并行程序）</a:t>
            </a:r>
          </a:p>
        </p:txBody>
      </p:sp>
      <p:sp>
        <p:nvSpPr>
          <p:cNvPr id="36" name="文本框 35"/>
          <p:cNvSpPr txBox="1"/>
          <p:nvPr/>
        </p:nvSpPr>
        <p:spPr>
          <a:xfrm>
            <a:off x="5051425" y="995045"/>
            <a:ext cx="3635375" cy="1373505"/>
          </a:xfrm>
          <a:prstGeom prst="rect">
            <a:avLst/>
          </a:prstGeom>
          <a:noFill/>
          <a:ln>
            <a:solidFill>
              <a:srgbClr val="C00000"/>
            </a:solidFill>
          </a:ln>
        </p:spPr>
        <p:txBody>
          <a:bodyPr wrap="square" rtlCol="0">
            <a:spAutoFit/>
          </a:bodyPr>
          <a:lstStyle/>
          <a:p>
            <a:pPr algn="l" fontAlgn="auto">
              <a:lnSpc>
                <a:spcPts val="2000"/>
              </a:lnSpc>
            </a:pPr>
            <a:r>
              <a:rPr lang="zh-CN" altLang="en-US" sz="1400">
                <a:latin typeface="微软雅黑" panose="020B0503020204020204" charset="-122"/>
                <a:ea typeface="微软雅黑" panose="020B0503020204020204" charset="-122"/>
                <a:cs typeface="微软雅黑" panose="020B0503020204020204" charset="-122"/>
              </a:rPr>
              <a:t>(1) 数据集预处理</a:t>
            </a:r>
          </a:p>
          <a:p>
            <a:pPr algn="l" fontAlgn="auto">
              <a:lnSpc>
                <a:spcPts val="2000"/>
              </a:lnSpc>
            </a:pPr>
            <a:r>
              <a:rPr lang="zh-CN" altLang="en-US" sz="1400">
                <a:latin typeface="微软雅黑" panose="020B0503020204020204" charset="-122"/>
                <a:ea typeface="微软雅黑" panose="020B0503020204020204" charset="-122"/>
                <a:cs typeface="微软雅黑" panose="020B0503020204020204" charset="-122"/>
              </a:rPr>
              <a:t>(2) RNN、LSTM、Seq2Seq论文涉猎、用法学习及代码研读</a:t>
            </a:r>
          </a:p>
          <a:p>
            <a:pPr algn="l" fontAlgn="auto">
              <a:lnSpc>
                <a:spcPts val="2000"/>
              </a:lnSpc>
            </a:pPr>
            <a:r>
              <a:rPr lang="zh-CN" altLang="en-US" sz="1400">
                <a:latin typeface="微软雅黑" panose="020B0503020204020204" charset="-122"/>
                <a:ea typeface="微软雅黑" panose="020B0503020204020204" charset="-122"/>
                <a:cs typeface="微软雅黑" panose="020B0503020204020204" charset="-122"/>
              </a:rPr>
              <a:t>(3) 模型构建及训练</a:t>
            </a:r>
          </a:p>
          <a:p>
            <a:pPr algn="l" fontAlgn="auto">
              <a:lnSpc>
                <a:spcPts val="2000"/>
              </a:lnSpc>
            </a:pPr>
            <a:r>
              <a:rPr lang="zh-CN" altLang="en-US" sz="1400">
                <a:latin typeface="微软雅黑" panose="020B0503020204020204" charset="-122"/>
                <a:ea typeface="微软雅黑" panose="020B0503020204020204" charset="-122"/>
                <a:cs typeface="微软雅黑" panose="020B0503020204020204" charset="-122"/>
              </a:rPr>
              <a:t>(4) 测试与结果分析</a:t>
            </a:r>
          </a:p>
        </p:txBody>
      </p:sp>
      <p:sp>
        <p:nvSpPr>
          <p:cNvPr id="37" name="文本框 36"/>
          <p:cNvSpPr txBox="1"/>
          <p:nvPr/>
        </p:nvSpPr>
        <p:spPr>
          <a:xfrm>
            <a:off x="7261225" y="3956685"/>
            <a:ext cx="3635375" cy="603885"/>
          </a:xfrm>
          <a:prstGeom prst="rect">
            <a:avLst/>
          </a:prstGeom>
          <a:noFill/>
          <a:ln>
            <a:solidFill>
              <a:srgbClr val="C00000"/>
            </a:solidFill>
          </a:ln>
        </p:spPr>
        <p:txBody>
          <a:bodyPr wrap="square" rtlCol="0">
            <a:spAutoFit/>
          </a:bodyPr>
          <a:lstStyle/>
          <a:p>
            <a:pPr algn="l" fontAlgn="auto">
              <a:lnSpc>
                <a:spcPts val="2000"/>
              </a:lnSpc>
            </a:pPr>
            <a:r>
              <a:rPr lang="zh-CN" altLang="en-US" sz="1400">
                <a:latin typeface="微软雅黑" panose="020B0503020204020204" charset="-122"/>
                <a:ea typeface="微软雅黑" panose="020B0503020204020204" charset="-122"/>
                <a:cs typeface="微软雅黑" panose="020B0503020204020204" charset="-122"/>
              </a:rPr>
              <a:t>(1) 撰写学位论文</a:t>
            </a:r>
          </a:p>
          <a:p>
            <a:pPr algn="l" fontAlgn="auto">
              <a:lnSpc>
                <a:spcPts val="2000"/>
              </a:lnSpc>
            </a:pPr>
            <a:r>
              <a:rPr lang="zh-CN" altLang="en-US" sz="1400">
                <a:latin typeface="微软雅黑" panose="020B0503020204020204" charset="-122"/>
                <a:ea typeface="微软雅黑" panose="020B0503020204020204" charset="-122"/>
                <a:cs typeface="微软雅黑" panose="020B0503020204020204" charset="-122"/>
              </a:rPr>
              <a:t>(2) 准备答辩相关工作</a:t>
            </a:r>
          </a:p>
        </p:txBody>
      </p:sp>
      <p:sp>
        <p:nvSpPr>
          <p:cNvPr id="135" name=" 135"/>
          <p:cNvSpPr/>
          <p:nvPr/>
        </p:nvSpPr>
        <p:spPr>
          <a:xfrm rot="2160000">
            <a:off x="2588895" y="3326765"/>
            <a:ext cx="803275" cy="267335"/>
          </a:xfrm>
          <a:custGeom>
            <a:avLst/>
            <a:gdLst>
              <a:gd name="connsiteX0" fmla="*/ 4381875 w 6516714"/>
              <a:gd name="connsiteY0" fmla="*/ 0 h 2476413"/>
              <a:gd name="connsiteX1" fmla="*/ 6516714 w 6516714"/>
              <a:gd name="connsiteY1" fmla="*/ 1238208 h 2476413"/>
              <a:gd name="connsiteX2" fmla="*/ 4381875 w 6516714"/>
              <a:gd name="connsiteY2" fmla="*/ 2476413 h 2476413"/>
              <a:gd name="connsiteX3" fmla="*/ 4381875 w 6516714"/>
              <a:gd name="connsiteY3" fmla="*/ 2456682 h 2476413"/>
              <a:gd name="connsiteX4" fmla="*/ 4855462 w 6516714"/>
              <a:gd name="connsiteY4" fmla="*/ 1644997 h 2476413"/>
              <a:gd name="connsiteX5" fmla="*/ 0 w 6516714"/>
              <a:gd name="connsiteY5" fmla="*/ 1238206 h 2476413"/>
              <a:gd name="connsiteX6" fmla="*/ 4855461 w 6516714"/>
              <a:gd name="connsiteY6" fmla="*/ 831415 h 2476413"/>
              <a:gd name="connsiteX7" fmla="*/ 4381875 w 6516714"/>
              <a:gd name="connsiteY7" fmla="*/ 19731 h 2476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516714" h="2476413">
                <a:moveTo>
                  <a:pt x="4381875" y="0"/>
                </a:moveTo>
                <a:lnTo>
                  <a:pt x="6516714" y="1238208"/>
                </a:lnTo>
                <a:lnTo>
                  <a:pt x="4381875" y="2476413"/>
                </a:lnTo>
                <a:lnTo>
                  <a:pt x="4381875" y="2456682"/>
                </a:lnTo>
                <a:lnTo>
                  <a:pt x="4855462" y="1644997"/>
                </a:lnTo>
                <a:lnTo>
                  <a:pt x="0" y="1238206"/>
                </a:lnTo>
                <a:lnTo>
                  <a:pt x="4855461" y="831415"/>
                </a:lnTo>
                <a:lnTo>
                  <a:pt x="4381875" y="19731"/>
                </a:lnTo>
                <a:close/>
              </a:path>
            </a:pathLst>
          </a:cu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
        <p:nvSpPr>
          <p:cNvPr id="39" name=" 135"/>
          <p:cNvSpPr/>
          <p:nvPr/>
        </p:nvSpPr>
        <p:spPr>
          <a:xfrm rot="17460000">
            <a:off x="5275580" y="2638425"/>
            <a:ext cx="803275" cy="267335"/>
          </a:xfrm>
          <a:custGeom>
            <a:avLst/>
            <a:gdLst>
              <a:gd name="connsiteX0" fmla="*/ 4381875 w 6516714"/>
              <a:gd name="connsiteY0" fmla="*/ 0 h 2476413"/>
              <a:gd name="connsiteX1" fmla="*/ 6516714 w 6516714"/>
              <a:gd name="connsiteY1" fmla="*/ 1238208 h 2476413"/>
              <a:gd name="connsiteX2" fmla="*/ 4381875 w 6516714"/>
              <a:gd name="connsiteY2" fmla="*/ 2476413 h 2476413"/>
              <a:gd name="connsiteX3" fmla="*/ 4381875 w 6516714"/>
              <a:gd name="connsiteY3" fmla="*/ 2456682 h 2476413"/>
              <a:gd name="connsiteX4" fmla="*/ 4855462 w 6516714"/>
              <a:gd name="connsiteY4" fmla="*/ 1644997 h 2476413"/>
              <a:gd name="connsiteX5" fmla="*/ 0 w 6516714"/>
              <a:gd name="connsiteY5" fmla="*/ 1238206 h 2476413"/>
              <a:gd name="connsiteX6" fmla="*/ 4855461 w 6516714"/>
              <a:gd name="connsiteY6" fmla="*/ 831415 h 2476413"/>
              <a:gd name="connsiteX7" fmla="*/ 4381875 w 6516714"/>
              <a:gd name="connsiteY7" fmla="*/ 19731 h 2476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516714" h="2476413">
                <a:moveTo>
                  <a:pt x="4381875" y="0"/>
                </a:moveTo>
                <a:lnTo>
                  <a:pt x="6516714" y="1238208"/>
                </a:lnTo>
                <a:lnTo>
                  <a:pt x="4381875" y="2476413"/>
                </a:lnTo>
                <a:lnTo>
                  <a:pt x="4381875" y="2456682"/>
                </a:lnTo>
                <a:lnTo>
                  <a:pt x="4855462" y="1644997"/>
                </a:lnTo>
                <a:lnTo>
                  <a:pt x="0" y="1238206"/>
                </a:lnTo>
                <a:lnTo>
                  <a:pt x="4855461" y="831415"/>
                </a:lnTo>
                <a:lnTo>
                  <a:pt x="4381875" y="19731"/>
                </a:lnTo>
                <a:close/>
              </a:path>
            </a:pathLst>
          </a:cu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
        <p:nvSpPr>
          <p:cNvPr id="40" name=" 135"/>
          <p:cNvSpPr/>
          <p:nvPr/>
        </p:nvSpPr>
        <p:spPr>
          <a:xfrm rot="2160000">
            <a:off x="7623810" y="3467100"/>
            <a:ext cx="1261745" cy="208915"/>
          </a:xfrm>
          <a:custGeom>
            <a:avLst/>
            <a:gdLst>
              <a:gd name="connsiteX0" fmla="*/ 4381875 w 6516714"/>
              <a:gd name="connsiteY0" fmla="*/ 0 h 2476413"/>
              <a:gd name="connsiteX1" fmla="*/ 6516714 w 6516714"/>
              <a:gd name="connsiteY1" fmla="*/ 1238208 h 2476413"/>
              <a:gd name="connsiteX2" fmla="*/ 4381875 w 6516714"/>
              <a:gd name="connsiteY2" fmla="*/ 2476413 h 2476413"/>
              <a:gd name="connsiteX3" fmla="*/ 4381875 w 6516714"/>
              <a:gd name="connsiteY3" fmla="*/ 2456682 h 2476413"/>
              <a:gd name="connsiteX4" fmla="*/ 4855462 w 6516714"/>
              <a:gd name="connsiteY4" fmla="*/ 1644997 h 2476413"/>
              <a:gd name="connsiteX5" fmla="*/ 0 w 6516714"/>
              <a:gd name="connsiteY5" fmla="*/ 1238206 h 2476413"/>
              <a:gd name="connsiteX6" fmla="*/ 4855461 w 6516714"/>
              <a:gd name="connsiteY6" fmla="*/ 831415 h 2476413"/>
              <a:gd name="connsiteX7" fmla="*/ 4381875 w 6516714"/>
              <a:gd name="connsiteY7" fmla="*/ 19731 h 2476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516714" h="2476413">
                <a:moveTo>
                  <a:pt x="4381875" y="0"/>
                </a:moveTo>
                <a:lnTo>
                  <a:pt x="6516714" y="1238208"/>
                </a:lnTo>
                <a:lnTo>
                  <a:pt x="4381875" y="2476413"/>
                </a:lnTo>
                <a:lnTo>
                  <a:pt x="4381875" y="2456682"/>
                </a:lnTo>
                <a:lnTo>
                  <a:pt x="4855462" y="1644997"/>
                </a:lnTo>
                <a:lnTo>
                  <a:pt x="0" y="1238206"/>
                </a:lnTo>
                <a:lnTo>
                  <a:pt x="4855461" y="831415"/>
                </a:lnTo>
                <a:lnTo>
                  <a:pt x="4381875" y="19731"/>
                </a:lnTo>
                <a:close/>
              </a:path>
            </a:pathLst>
          </a:cu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Tree>
    <p:custDataLst>
      <p:tags r:id="rId1"/>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标题 1"/>
          <p:cNvSpPr>
            <a:spLocks noGrp="1"/>
          </p:cNvSpPr>
          <p:nvPr>
            <p:ph type="title" hasCustomPrompt="1"/>
            <p:custDataLst>
              <p:tags r:id="rId2"/>
            </p:custDataLst>
          </p:nvPr>
        </p:nvSpPr>
        <p:spPr>
          <a:xfrm>
            <a:off x="4016375" y="2252663"/>
            <a:ext cx="4071938" cy="1325562"/>
          </a:xfrm>
        </p:spPr>
        <p:txBody>
          <a:bodyPr vert="horz" lIns="91440" tIns="45720" rIns="91440" bIns="45720" anchor="b"/>
          <a:lstStyle/>
          <a:p>
            <a:pPr defTabSz="685800">
              <a:buNone/>
            </a:pPr>
            <a:r>
              <a:rPr lang="zh-CN" altLang="en-US" kern="1200">
                <a:latin typeface="+mj-lt"/>
                <a:ea typeface="+mj-ea"/>
                <a:cs typeface="+mj-cs"/>
              </a:rPr>
              <a:t>谢谢观看</a:t>
            </a:r>
          </a:p>
        </p:txBody>
      </p:sp>
      <p:sp>
        <p:nvSpPr>
          <p:cNvPr id="41986" name="文本占位符 2"/>
          <p:cNvSpPr>
            <a:spLocks noGrp="1"/>
          </p:cNvSpPr>
          <p:nvPr>
            <p:ph sz="quarter" idx="13" hasCustomPrompt="1"/>
            <p:custDataLst>
              <p:tags r:id="rId3"/>
            </p:custDataLst>
          </p:nvPr>
        </p:nvSpPr>
        <p:spPr>
          <a:xfrm>
            <a:off x="4295775" y="3617913"/>
            <a:ext cx="3513138" cy="534987"/>
          </a:xfrm>
        </p:spPr>
        <p:txBody>
          <a:bodyPr vert="horz" lIns="91440" tIns="45720" rIns="91440" bIns="45720" anchor="t"/>
          <a:lstStyle/>
          <a:p>
            <a:pPr defTabSz="685800"/>
            <a:r>
              <a:rPr lang="en-US" altLang="zh-CN" kern="1200">
                <a:latin typeface="+mn-lt"/>
                <a:ea typeface="+mn-ea"/>
                <a:cs typeface="+mn-cs"/>
              </a:rPr>
              <a:t>THANK YOU</a:t>
            </a:r>
          </a:p>
        </p:txBody>
      </p:sp>
      <p:pic>
        <p:nvPicPr>
          <p:cNvPr id="87" name="图片 86" descr="timg"/>
          <p:cNvPicPr>
            <a:picLocks noChangeAspect="1"/>
          </p:cNvPicPr>
          <p:nvPr/>
        </p:nvPicPr>
        <p:blipFill>
          <a:blip r:embed="rId6"/>
          <a:stretch>
            <a:fillRect/>
          </a:stretch>
        </p:blipFill>
        <p:spPr>
          <a:xfrm>
            <a:off x="9907270" y="2540"/>
            <a:ext cx="2282190" cy="992505"/>
          </a:xfrm>
          <a:prstGeom prst="rect">
            <a:avLst/>
          </a:prstGeom>
        </p:spPr>
      </p:pic>
    </p:spTree>
    <p:custDataLst>
      <p:tags r:id="rId1"/>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标题 4"/>
          <p:cNvSpPr>
            <a:spLocks noGrp="1"/>
          </p:cNvSpPr>
          <p:nvPr>
            <p:ph type="title"/>
            <p:custDataLst>
              <p:tags r:id="rId2"/>
            </p:custDataLst>
          </p:nvPr>
        </p:nvSpPr>
        <p:spPr>
          <a:xfrm>
            <a:off x="641985" y="52070"/>
            <a:ext cx="2857500" cy="417830"/>
          </a:xfrm>
        </p:spPr>
        <p:txBody>
          <a:bodyPr lIns="0" tIns="0" rIns="0" bIns="0" anchor="ctr" anchorCtr="1">
            <a:normAutofit fontScale="90000"/>
          </a:bodyPr>
          <a:lstStyle/>
          <a:p>
            <a:r>
              <a:rPr lang="zh-CN" altLang="en-US" dirty="0">
                <a:solidFill>
                  <a:srgbClr val="C00000"/>
                </a:solidFill>
              </a:rPr>
              <a:t>研究内容与方法</a:t>
            </a:r>
          </a:p>
        </p:txBody>
      </p:sp>
      <p:grpSp>
        <p:nvGrpSpPr>
          <p:cNvPr id="21506" name="组合 7"/>
          <p:cNvGrpSpPr/>
          <p:nvPr/>
        </p:nvGrpSpPr>
        <p:grpSpPr>
          <a:xfrm>
            <a:off x="166370" y="208280"/>
            <a:ext cx="366395" cy="193040"/>
            <a:chOff x="1990725" y="838200"/>
            <a:chExt cx="295275" cy="142875"/>
          </a:xfrm>
        </p:grpSpPr>
        <p:cxnSp>
          <p:nvCxnSpPr>
            <p:cNvPr id="4" name="直接连接符 3"/>
            <p:cNvCxnSpPr/>
            <p:nvPr>
              <p:custDataLst>
                <p:tags r:id="rId3"/>
              </p:custDataLst>
            </p:nvPr>
          </p:nvCxnSpPr>
          <p:spPr>
            <a:xfrm>
              <a:off x="1990725" y="838200"/>
              <a:ext cx="295275"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4"/>
              </p:custDataLst>
            </p:nvPr>
          </p:nvCxnSpPr>
          <p:spPr>
            <a:xfrm>
              <a:off x="1990725" y="909637"/>
              <a:ext cx="295275"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custDataLst>
                <p:tags r:id="rId5"/>
              </p:custDataLst>
            </p:nvPr>
          </p:nvCxnSpPr>
          <p:spPr>
            <a:xfrm>
              <a:off x="1990725" y="981075"/>
              <a:ext cx="295275"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grpSp>
      <p:pic>
        <p:nvPicPr>
          <p:cNvPr id="87" name="图片 86" descr="timg"/>
          <p:cNvPicPr>
            <a:picLocks noChangeAspect="1"/>
          </p:cNvPicPr>
          <p:nvPr/>
        </p:nvPicPr>
        <p:blipFill>
          <a:blip r:embed="rId8"/>
          <a:stretch>
            <a:fillRect/>
          </a:stretch>
        </p:blipFill>
        <p:spPr>
          <a:xfrm>
            <a:off x="9907270" y="2540"/>
            <a:ext cx="2282190" cy="992505"/>
          </a:xfrm>
          <a:prstGeom prst="rect">
            <a:avLst/>
          </a:prstGeom>
        </p:spPr>
      </p:pic>
      <p:sp>
        <p:nvSpPr>
          <p:cNvPr id="19" name="文本框 18"/>
          <p:cNvSpPr txBox="1"/>
          <p:nvPr/>
        </p:nvSpPr>
        <p:spPr>
          <a:xfrm>
            <a:off x="166370" y="701040"/>
            <a:ext cx="2697480" cy="368300"/>
          </a:xfrm>
          <a:prstGeom prst="rect">
            <a:avLst/>
          </a:prstGeom>
          <a:noFill/>
        </p:spPr>
        <p:txBody>
          <a:bodyPr wrap="none" rtlCol="0" anchor="t">
            <a:spAutoFit/>
          </a:bodyPr>
          <a:lstStyle/>
          <a:p>
            <a:r>
              <a:rPr lang="zh-CN" altLang="en-US" b="1">
                <a:sym typeface="+mn-ea"/>
              </a:rPr>
              <a:t>可并行性预测模型部分：</a:t>
            </a:r>
            <a:endParaRPr lang="zh-CN" altLang="en-US"/>
          </a:p>
        </p:txBody>
      </p:sp>
      <p:graphicFrame>
        <p:nvGraphicFramePr>
          <p:cNvPr id="10" name="表格 9"/>
          <p:cNvGraphicFramePr/>
          <p:nvPr/>
        </p:nvGraphicFramePr>
        <p:xfrm>
          <a:off x="1029335" y="1374140"/>
          <a:ext cx="10133330" cy="4464685"/>
        </p:xfrm>
        <a:graphic>
          <a:graphicData uri="http://schemas.openxmlformats.org/drawingml/2006/table">
            <a:tbl>
              <a:tblPr firstRow="1" bandRow="1">
                <a:tableStyleId>{ED083AE6-46FA-4A59-8FB0-9F97EB10719F}</a:tableStyleId>
              </a:tblPr>
              <a:tblGrid>
                <a:gridCol w="1930400">
                  <a:extLst>
                    <a:ext uri="{9D8B030D-6E8A-4147-A177-3AD203B41FA5}">
                      <a16:colId xmlns:a16="http://schemas.microsoft.com/office/drawing/2014/main" val="20000"/>
                    </a:ext>
                  </a:extLst>
                </a:gridCol>
                <a:gridCol w="612775">
                  <a:extLst>
                    <a:ext uri="{9D8B030D-6E8A-4147-A177-3AD203B41FA5}">
                      <a16:colId xmlns:a16="http://schemas.microsoft.com/office/drawing/2014/main" val="20001"/>
                    </a:ext>
                  </a:extLst>
                </a:gridCol>
                <a:gridCol w="4211955">
                  <a:extLst>
                    <a:ext uri="{9D8B030D-6E8A-4147-A177-3AD203B41FA5}">
                      <a16:colId xmlns:a16="http://schemas.microsoft.com/office/drawing/2014/main" val="20002"/>
                    </a:ext>
                  </a:extLst>
                </a:gridCol>
                <a:gridCol w="3378200">
                  <a:extLst>
                    <a:ext uri="{9D8B030D-6E8A-4147-A177-3AD203B41FA5}">
                      <a16:colId xmlns:a16="http://schemas.microsoft.com/office/drawing/2014/main" val="20003"/>
                    </a:ext>
                  </a:extLst>
                </a:gridCol>
              </a:tblGrid>
              <a:tr h="1056640">
                <a:tc>
                  <a:txBody>
                    <a:bodyPr/>
                    <a:lstStyle/>
                    <a:p>
                      <a:pPr algn="ctr">
                        <a:buNone/>
                      </a:pPr>
                      <a:r>
                        <a:rPr lang="zh-CN" altLang="en-US"/>
                        <a:t>Kyunghyun Cho, </a:t>
                      </a:r>
                    </a:p>
                    <a:p>
                      <a:pPr algn="ctr">
                        <a:buNone/>
                      </a:pPr>
                      <a:r>
                        <a:rPr lang="zh-CN" altLang="en-US"/>
                        <a:t>Bart van Merrienboe</a:t>
                      </a:r>
                    </a:p>
                    <a:p>
                      <a:pPr algn="ctr">
                        <a:buNone/>
                      </a:pPr>
                      <a:r>
                        <a:rPr lang="zh-CN" altLang="en-US"/>
                        <a:t>等</a:t>
                      </a:r>
                    </a:p>
                  </a:txBody>
                  <a:tcPr anchor="ctr"/>
                </a:tc>
                <a:tc>
                  <a:txBody>
                    <a:bodyPr/>
                    <a:lstStyle/>
                    <a:p>
                      <a:pPr algn="ctr">
                        <a:buNone/>
                      </a:pPr>
                      <a:r>
                        <a:rPr lang="en-US" altLang="zh-CN">
                          <a:solidFill>
                            <a:srgbClr val="0070C0"/>
                          </a:solidFill>
                        </a:rPr>
                        <a:t>2014</a:t>
                      </a:r>
                    </a:p>
                  </a:txBody>
                  <a:tcPr anchor="ctr"/>
                </a:tc>
                <a:tc>
                  <a:txBody>
                    <a:bodyPr/>
                    <a:lstStyle/>
                    <a:p>
                      <a:pPr>
                        <a:buNone/>
                      </a:pPr>
                      <a:r>
                        <a:rPr lang="zh-CN" altLang="en-US" b="1"/>
                        <a:t>Learning Phrase Representations using RNN Encoder-Decoder for Statistical Machine Translation </a:t>
                      </a:r>
                    </a:p>
                  </a:txBody>
                  <a:tcPr anchor="ctr"/>
                </a:tc>
                <a:tc>
                  <a:txBody>
                    <a:bodyPr/>
                    <a:lstStyle/>
                    <a:p>
                      <a:pPr>
                        <a:buNone/>
                      </a:pPr>
                      <a:r>
                        <a:rPr lang="zh-CN" altLang="en-US" b="0" dirty="0">
                          <a:solidFill>
                            <a:srgbClr val="C00000"/>
                          </a:solidFill>
                        </a:rPr>
                        <a:t>较早提出 Encoder-Decoder 这样一个伟大的结构，且首次提出了 Gated Recurrent Unit （GRU）这个使用频率非常高的 RNN 结构。</a:t>
                      </a:r>
                    </a:p>
                  </a:txBody>
                  <a:tcPr anchor="ctr"/>
                </a:tc>
                <a:extLst>
                  <a:ext uri="{0D108BD9-81ED-4DB2-BD59-A6C34878D82A}">
                    <a16:rowId xmlns:a16="http://schemas.microsoft.com/office/drawing/2014/main" val="10000"/>
                  </a:ext>
                </a:extLst>
              </a:tr>
              <a:tr h="1294765">
                <a:tc>
                  <a:txBody>
                    <a:bodyPr/>
                    <a:lstStyle/>
                    <a:p>
                      <a:pPr algn="ctr">
                        <a:buNone/>
                      </a:pPr>
                      <a:r>
                        <a:rPr lang="zh-CN" altLang="en-US" b="1"/>
                        <a:t>Ilya Sutskever, </a:t>
                      </a:r>
                    </a:p>
                    <a:p>
                      <a:pPr algn="ctr">
                        <a:buNone/>
                      </a:pPr>
                      <a:r>
                        <a:rPr lang="zh-CN" altLang="en-US" b="1"/>
                        <a:t>Oriol Vinyals </a:t>
                      </a:r>
                    </a:p>
                    <a:p>
                      <a:pPr algn="ctr">
                        <a:buNone/>
                      </a:pPr>
                      <a:r>
                        <a:rPr lang="zh-CN" altLang="en-US" b="1"/>
                        <a:t>等</a:t>
                      </a:r>
                    </a:p>
                  </a:txBody>
                  <a:tcPr anchor="ctr"/>
                </a:tc>
                <a:tc>
                  <a:txBody>
                    <a:bodyPr/>
                    <a:lstStyle/>
                    <a:p>
                      <a:pPr algn="ctr">
                        <a:buNone/>
                      </a:pPr>
                      <a:r>
                        <a:rPr lang="en-US" altLang="zh-CN" b="1">
                          <a:solidFill>
                            <a:srgbClr val="0070C0"/>
                          </a:solidFill>
                        </a:rPr>
                        <a:t>2014</a:t>
                      </a:r>
                    </a:p>
                  </a:txBody>
                  <a:tcPr anchor="ctr"/>
                </a:tc>
                <a:tc>
                  <a:txBody>
                    <a:bodyPr/>
                    <a:lstStyle/>
                    <a:p>
                      <a:pPr>
                        <a:buNone/>
                      </a:pPr>
                      <a:r>
                        <a:rPr lang="zh-CN" altLang="en-US" b="1"/>
                        <a:t>Sequence to Sequence Learning with Neural Networks </a:t>
                      </a:r>
                    </a:p>
                  </a:txBody>
                  <a:tcPr anchor="ctr"/>
                </a:tc>
                <a:tc>
                  <a:txBody>
                    <a:bodyPr/>
                    <a:lstStyle/>
                    <a:p>
                      <a:pPr>
                        <a:buNone/>
                      </a:pPr>
                      <a:r>
                        <a:rPr lang="zh-CN" altLang="en-US">
                          <a:solidFill>
                            <a:srgbClr val="C00000"/>
                          </a:solidFill>
                        </a:rPr>
                        <a:t>与上不同的是，Encoder 最后输出的中间语义只作用于 Decoder 的第一个时刻。使用</a:t>
                      </a:r>
                      <a:r>
                        <a:rPr lang="en-US" altLang="zh-CN">
                          <a:solidFill>
                            <a:srgbClr val="C00000"/>
                          </a:solidFill>
                        </a:rPr>
                        <a:t>4</a:t>
                      </a:r>
                      <a:r>
                        <a:rPr lang="zh-CN" altLang="en-US">
                          <a:solidFill>
                            <a:srgbClr val="C00000"/>
                          </a:solidFill>
                        </a:rPr>
                        <a:t>层</a:t>
                      </a:r>
                      <a:r>
                        <a:rPr lang="en-US" altLang="zh-CN">
                          <a:solidFill>
                            <a:srgbClr val="C00000"/>
                          </a:solidFill>
                        </a:rPr>
                        <a:t>LSTM</a:t>
                      </a:r>
                      <a:r>
                        <a:rPr lang="zh-CN" altLang="en-US">
                          <a:solidFill>
                            <a:srgbClr val="C00000"/>
                          </a:solidFill>
                        </a:rPr>
                        <a:t>结构，将原句顺序颠倒后输入</a:t>
                      </a:r>
                      <a:r>
                        <a:rPr lang="en-US" altLang="zh-CN">
                          <a:solidFill>
                            <a:srgbClr val="C00000"/>
                          </a:solidFill>
                        </a:rPr>
                        <a:t>Encoder</a:t>
                      </a:r>
                      <a:r>
                        <a:rPr lang="zh-CN" altLang="en-US">
                          <a:solidFill>
                            <a:srgbClr val="C00000"/>
                          </a:solidFill>
                        </a:rPr>
                        <a:t>，使模型可以很好地处理长句子</a:t>
                      </a:r>
                    </a:p>
                  </a:txBody>
                  <a:tcPr anchor="ctr"/>
                </a:tc>
                <a:extLst>
                  <a:ext uri="{0D108BD9-81ED-4DB2-BD59-A6C34878D82A}">
                    <a16:rowId xmlns:a16="http://schemas.microsoft.com/office/drawing/2014/main" val="10001"/>
                  </a:ext>
                </a:extLst>
              </a:tr>
              <a:tr h="1056640">
                <a:tc>
                  <a:txBody>
                    <a:bodyPr/>
                    <a:lstStyle/>
                    <a:p>
                      <a:pPr algn="ctr">
                        <a:buNone/>
                      </a:pPr>
                      <a:r>
                        <a:rPr lang="zh-CN" altLang="en-US" b="1"/>
                        <a:t>Dzmitry Bahdanau, Kyunghyun Cho </a:t>
                      </a:r>
                    </a:p>
                    <a:p>
                      <a:pPr algn="ctr">
                        <a:buNone/>
                      </a:pPr>
                      <a:r>
                        <a:rPr lang="zh-CN" altLang="en-US" b="1"/>
                        <a:t>等</a:t>
                      </a:r>
                    </a:p>
                  </a:txBody>
                  <a:tcPr anchor="ctr"/>
                </a:tc>
                <a:tc>
                  <a:txBody>
                    <a:bodyPr/>
                    <a:lstStyle/>
                    <a:p>
                      <a:pPr algn="ctr">
                        <a:buNone/>
                      </a:pPr>
                      <a:r>
                        <a:rPr lang="en-US" altLang="zh-CN" b="1">
                          <a:solidFill>
                            <a:srgbClr val="0070C0"/>
                          </a:solidFill>
                        </a:rPr>
                        <a:t>2014</a:t>
                      </a:r>
                    </a:p>
                  </a:txBody>
                  <a:tcPr anchor="ctr"/>
                </a:tc>
                <a:tc>
                  <a:txBody>
                    <a:bodyPr/>
                    <a:lstStyle/>
                    <a:p>
                      <a:pPr>
                        <a:buNone/>
                      </a:pPr>
                      <a:r>
                        <a:rPr lang="zh-CN" altLang="en-US" b="1"/>
                        <a:t>Neural Machine Translation by Jointly Learning to Align and Translate </a:t>
                      </a:r>
                    </a:p>
                  </a:txBody>
                  <a:tcPr anchor="ctr"/>
                </a:tc>
                <a:tc>
                  <a:txBody>
                    <a:bodyPr/>
                    <a:lstStyle/>
                    <a:p>
                      <a:pPr>
                        <a:buNone/>
                      </a:pPr>
                      <a:r>
                        <a:rPr lang="zh-CN" altLang="en-US" dirty="0">
                          <a:solidFill>
                            <a:srgbClr val="C00000"/>
                          </a:solidFill>
                        </a:rPr>
                        <a:t>在 Encoder 和 Decoder 的基础上提出了注意力机制</a:t>
                      </a:r>
                    </a:p>
                  </a:txBody>
                  <a:tcPr anchor="ctr"/>
                </a:tc>
                <a:extLst>
                  <a:ext uri="{0D108BD9-81ED-4DB2-BD59-A6C34878D82A}">
                    <a16:rowId xmlns:a16="http://schemas.microsoft.com/office/drawing/2014/main" val="10002"/>
                  </a:ext>
                </a:extLst>
              </a:tr>
              <a:tr h="1056640">
                <a:tc>
                  <a:txBody>
                    <a:bodyPr/>
                    <a:lstStyle/>
                    <a:p>
                      <a:pPr algn="ctr">
                        <a:buNone/>
                      </a:pPr>
                      <a:r>
                        <a:rPr lang="zh-CN" altLang="en-US" b="1"/>
                        <a:t>Sébastien Jean, Kyunghyun Cho</a:t>
                      </a:r>
                    </a:p>
                    <a:p>
                      <a:pPr algn="ctr">
                        <a:buNone/>
                      </a:pPr>
                      <a:r>
                        <a:rPr lang="zh-CN" altLang="en-US" b="1"/>
                        <a:t>等</a:t>
                      </a:r>
                    </a:p>
                  </a:txBody>
                  <a:tcPr anchor="ctr"/>
                </a:tc>
                <a:tc>
                  <a:txBody>
                    <a:bodyPr/>
                    <a:lstStyle/>
                    <a:p>
                      <a:pPr algn="ctr">
                        <a:buNone/>
                      </a:pPr>
                      <a:r>
                        <a:rPr lang="en-US" altLang="zh-CN" b="1">
                          <a:solidFill>
                            <a:srgbClr val="0070C0"/>
                          </a:solidFill>
                        </a:rPr>
                        <a:t>2014</a:t>
                      </a:r>
                    </a:p>
                  </a:txBody>
                  <a:tcPr anchor="ctr"/>
                </a:tc>
                <a:tc>
                  <a:txBody>
                    <a:bodyPr/>
                    <a:lstStyle/>
                    <a:p>
                      <a:pPr>
                        <a:buNone/>
                      </a:pPr>
                      <a:r>
                        <a:rPr lang="zh-CN" altLang="en-US" b="1"/>
                        <a:t>On Using Very Large Target Vocabulary for Neural Machine Translation </a:t>
                      </a:r>
                    </a:p>
                  </a:txBody>
                  <a:tcPr anchor="ctr"/>
                </a:tc>
                <a:tc>
                  <a:txBody>
                    <a:bodyPr/>
                    <a:lstStyle/>
                    <a:p>
                      <a:pPr algn="l">
                        <a:buNone/>
                      </a:pPr>
                      <a:r>
                        <a:rPr lang="zh-CN" altLang="en-US" dirty="0">
                          <a:solidFill>
                            <a:srgbClr val="C00000"/>
                          </a:solidFill>
                        </a:rPr>
                        <a:t>介绍了机器翻译在训练时经常用到的一个方法sample_softmax ，主要解决词表数量太大的问题</a:t>
                      </a:r>
                    </a:p>
                  </a:txBody>
                  <a:tcPr anchor="ctr"/>
                </a:tc>
                <a:extLst>
                  <a:ext uri="{0D108BD9-81ED-4DB2-BD59-A6C34878D82A}">
                    <a16:rowId xmlns:a16="http://schemas.microsoft.com/office/drawing/2014/main" val="10003"/>
                  </a:ext>
                </a:extLst>
              </a:tr>
            </a:tbl>
          </a:graphicData>
        </a:graphic>
      </p:graphicFrame>
    </p:spTree>
    <p:custDataLst>
      <p:tags r:id="rId1"/>
    </p:custData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标题 4"/>
          <p:cNvSpPr>
            <a:spLocks noGrp="1"/>
          </p:cNvSpPr>
          <p:nvPr>
            <p:ph type="title"/>
            <p:custDataLst>
              <p:tags r:id="rId2"/>
            </p:custDataLst>
          </p:nvPr>
        </p:nvSpPr>
        <p:spPr>
          <a:xfrm>
            <a:off x="641985" y="52070"/>
            <a:ext cx="2857500" cy="417830"/>
          </a:xfrm>
        </p:spPr>
        <p:txBody>
          <a:bodyPr lIns="0" tIns="0" rIns="0" bIns="0" anchor="ctr" anchorCtr="1">
            <a:normAutofit fontScale="90000"/>
          </a:bodyPr>
          <a:lstStyle/>
          <a:p>
            <a:r>
              <a:rPr lang="zh-CN" altLang="en-US" dirty="0">
                <a:solidFill>
                  <a:srgbClr val="C00000"/>
                </a:solidFill>
              </a:rPr>
              <a:t>研究内容与方法</a:t>
            </a:r>
          </a:p>
        </p:txBody>
      </p:sp>
      <p:grpSp>
        <p:nvGrpSpPr>
          <p:cNvPr id="21506" name="组合 7"/>
          <p:cNvGrpSpPr/>
          <p:nvPr/>
        </p:nvGrpSpPr>
        <p:grpSpPr>
          <a:xfrm>
            <a:off x="166370" y="208280"/>
            <a:ext cx="366395" cy="193040"/>
            <a:chOff x="1990725" y="838200"/>
            <a:chExt cx="295275" cy="142875"/>
          </a:xfrm>
        </p:grpSpPr>
        <p:cxnSp>
          <p:nvCxnSpPr>
            <p:cNvPr id="4" name="直接连接符 3"/>
            <p:cNvCxnSpPr/>
            <p:nvPr>
              <p:custDataLst>
                <p:tags r:id="rId3"/>
              </p:custDataLst>
            </p:nvPr>
          </p:nvCxnSpPr>
          <p:spPr>
            <a:xfrm>
              <a:off x="1990725" y="838200"/>
              <a:ext cx="295275"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4"/>
              </p:custDataLst>
            </p:nvPr>
          </p:nvCxnSpPr>
          <p:spPr>
            <a:xfrm>
              <a:off x="1990725" y="909637"/>
              <a:ext cx="295275"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custDataLst>
                <p:tags r:id="rId5"/>
              </p:custDataLst>
            </p:nvPr>
          </p:nvCxnSpPr>
          <p:spPr>
            <a:xfrm>
              <a:off x="1990725" y="981075"/>
              <a:ext cx="295275"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grpSp>
      <p:pic>
        <p:nvPicPr>
          <p:cNvPr id="87" name="图片 86" descr="timg"/>
          <p:cNvPicPr>
            <a:picLocks noChangeAspect="1"/>
          </p:cNvPicPr>
          <p:nvPr/>
        </p:nvPicPr>
        <p:blipFill>
          <a:blip r:embed="rId8"/>
          <a:stretch>
            <a:fillRect/>
          </a:stretch>
        </p:blipFill>
        <p:spPr>
          <a:xfrm>
            <a:off x="9907270" y="2540"/>
            <a:ext cx="2282190" cy="992505"/>
          </a:xfrm>
          <a:prstGeom prst="rect">
            <a:avLst/>
          </a:prstGeom>
        </p:spPr>
      </p:pic>
      <p:sp>
        <p:nvSpPr>
          <p:cNvPr id="19" name="文本框 18"/>
          <p:cNvSpPr txBox="1"/>
          <p:nvPr/>
        </p:nvSpPr>
        <p:spPr>
          <a:xfrm>
            <a:off x="166370" y="701040"/>
            <a:ext cx="2697480" cy="368300"/>
          </a:xfrm>
          <a:prstGeom prst="rect">
            <a:avLst/>
          </a:prstGeom>
          <a:noFill/>
        </p:spPr>
        <p:txBody>
          <a:bodyPr wrap="none" rtlCol="0" anchor="t">
            <a:spAutoFit/>
          </a:bodyPr>
          <a:lstStyle/>
          <a:p>
            <a:r>
              <a:rPr lang="zh-CN" altLang="en-US" b="1">
                <a:sym typeface="+mn-ea"/>
              </a:rPr>
              <a:t>可并行性预测模型部分：</a:t>
            </a:r>
            <a:endParaRPr lang="zh-CN" altLang="en-US"/>
          </a:p>
        </p:txBody>
      </p:sp>
      <p:pic>
        <p:nvPicPr>
          <p:cNvPr id="2" name="图片 1" descr="20170702234803839"/>
          <p:cNvPicPr>
            <a:picLocks noChangeAspect="1"/>
          </p:cNvPicPr>
          <p:nvPr/>
        </p:nvPicPr>
        <p:blipFill>
          <a:blip r:embed="rId9"/>
          <a:stretch>
            <a:fillRect/>
          </a:stretch>
        </p:blipFill>
        <p:spPr>
          <a:xfrm>
            <a:off x="641985" y="1925320"/>
            <a:ext cx="4125595" cy="3591560"/>
          </a:xfrm>
          <a:prstGeom prst="rect">
            <a:avLst/>
          </a:prstGeom>
        </p:spPr>
      </p:pic>
      <p:pic>
        <p:nvPicPr>
          <p:cNvPr id="3" name="图片 2" descr="20170702234835648"/>
          <p:cNvPicPr>
            <a:picLocks noChangeAspect="1"/>
          </p:cNvPicPr>
          <p:nvPr/>
        </p:nvPicPr>
        <p:blipFill>
          <a:blip r:embed="rId10"/>
          <a:stretch>
            <a:fillRect/>
          </a:stretch>
        </p:blipFill>
        <p:spPr>
          <a:xfrm>
            <a:off x="6308090" y="855345"/>
            <a:ext cx="4481830" cy="5176520"/>
          </a:xfrm>
          <a:prstGeom prst="rect">
            <a:avLst/>
          </a:prstGeom>
        </p:spPr>
      </p:pic>
      <p:sp>
        <p:nvSpPr>
          <p:cNvPr id="6" name="文本框 5"/>
          <p:cNvSpPr txBox="1"/>
          <p:nvPr/>
        </p:nvSpPr>
        <p:spPr>
          <a:xfrm>
            <a:off x="2225675" y="6080125"/>
            <a:ext cx="1033780" cy="368300"/>
          </a:xfrm>
          <a:prstGeom prst="rect">
            <a:avLst/>
          </a:prstGeom>
          <a:noFill/>
        </p:spPr>
        <p:txBody>
          <a:bodyPr wrap="none" rtlCol="0">
            <a:spAutoFit/>
          </a:bodyPr>
          <a:lstStyle/>
          <a:p>
            <a:r>
              <a:rPr lang="en-US" altLang="zh-CN"/>
              <a:t>Encoder</a:t>
            </a:r>
          </a:p>
        </p:txBody>
      </p:sp>
      <p:sp>
        <p:nvSpPr>
          <p:cNvPr id="9" name="文本框 8"/>
          <p:cNvSpPr txBox="1"/>
          <p:nvPr/>
        </p:nvSpPr>
        <p:spPr>
          <a:xfrm>
            <a:off x="8070215" y="6080125"/>
            <a:ext cx="1046480" cy="368300"/>
          </a:xfrm>
          <a:prstGeom prst="rect">
            <a:avLst/>
          </a:prstGeom>
          <a:noFill/>
        </p:spPr>
        <p:txBody>
          <a:bodyPr wrap="none" rtlCol="0">
            <a:spAutoFit/>
          </a:bodyPr>
          <a:lstStyle/>
          <a:p>
            <a:r>
              <a:rPr lang="en-US" altLang="zh-CN"/>
              <a:t>Decoder</a:t>
            </a:r>
          </a:p>
        </p:txBody>
      </p:sp>
    </p:spTree>
    <p:custDataLst>
      <p:tags r:id="rId1"/>
    </p:custDataLst>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custom"/>
  <p:tag name="KSO_WM_TEMPLATE_INDEX" val="20186830"/>
</p:tagLst>
</file>

<file path=ppt/tags/tag2.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custom"/>
  <p:tag name="KSO_WM_TEMPLATE_INDEX" val="20186830"/>
</p:tagLst>
</file>

<file path=ppt/tags/tag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COMBINE_RELATE_SLIDE_ID" val="background20181909_1"/>
  <p:tag name="KSO_WM_TEMPLATE_CATEGORY" val="custom"/>
  <p:tag name="KSO_WM_TEMPLATE_INDEX" val="20186830"/>
  <p:tag name="KSO_WM_TEMPLATE_SUBCATEGORY" val="combine"/>
  <p:tag name="KSO_WM_TEMPLATE_THUMBS_INDEX" val="1、6、10、15、19、22"/>
</p:tagLst>
</file>

<file path=ppt/tags/tag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20184556_1*i*3"/>
  <p:tag name="KSO_WM_TEMPLATE_CATEGORY" val="custom"/>
  <p:tag name="KSO_WM_TEMPLATE_INDEX" val="20184556"/>
  <p:tag name="KSO_WM_UNIT_INDEX" val="3"/>
</p:tagLst>
</file>

<file path=ppt/tags/tag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20184556_1*i*4"/>
  <p:tag name="KSO_WM_TEMPLATE_CATEGORY" val="custom"/>
  <p:tag name="KSO_WM_TEMPLATE_INDEX" val="20184556"/>
  <p:tag name="KSO_WM_UNIT_INDEX" val="4"/>
</p:tagLst>
</file>

<file path=ppt/tags/tag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20184556_1*i*5"/>
  <p:tag name="KSO_WM_TEMPLATE_CATEGORY" val="custom"/>
  <p:tag name="KSO_WM_TEMPLATE_INDEX" val="20184556"/>
  <p:tag name="KSO_WM_UNIT_INDEX" val="5"/>
</p:tagLst>
</file>

<file path=ppt/tags/tag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20184556_1*i*6"/>
  <p:tag name="KSO_WM_TEMPLATE_CATEGORY" val="custom"/>
  <p:tag name="KSO_WM_TEMPLATE_INDEX" val="20184556"/>
  <p:tag name="KSO_WM_UNIT_INDEX" val="6"/>
</p:tagLst>
</file>

<file path=ppt/tags/tag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20184556_1*i*7"/>
  <p:tag name="KSO_WM_TEMPLATE_CATEGORY" val="custom"/>
  <p:tag name="KSO_WM_TEMPLATE_INDEX" val="20184556"/>
  <p:tag name="KSO_WM_UNIT_INDEX" val="7"/>
</p:tagLst>
</file>

<file path=ppt/tags/tag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20184556_22*i*2"/>
  <p:tag name="KSO_WM_TEMPLATE_CATEGORY" val="custom"/>
  <p:tag name="KSO_WM_TEMPLATE_INDEX" val="20184556"/>
  <p:tag name="KSO_WM_UNIT_INDEX" val="2"/>
</p:tagLst>
</file>

<file path=ppt/tags/tag1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20184556_22*i*3"/>
  <p:tag name="KSO_WM_TEMPLATE_CATEGORY" val="custom"/>
  <p:tag name="KSO_WM_TEMPLATE_INDEX" val="20184556"/>
  <p:tag name="KSO_WM_UNIT_INDEX" val="3"/>
</p:tagLst>
</file>

<file path=ppt/tags/tag1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20184556_22*i*4"/>
  <p:tag name="KSO_WM_TEMPLATE_CATEGORY" val="custom"/>
  <p:tag name="KSO_WM_TEMPLATE_INDEX" val="20184556"/>
  <p:tag name="KSO_WM_UNIT_INDEX" val="4"/>
</p:tagLst>
</file>

<file path=ppt/tags/tag1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20184556_22*i*5"/>
  <p:tag name="KSO_WM_TEMPLATE_CATEGORY" val="custom"/>
  <p:tag name="KSO_WM_TEMPLATE_INDEX" val="20184556"/>
  <p:tag name="KSO_WM_UNIT_INDEX" val="5"/>
</p:tagLst>
</file>

<file path=ppt/tags/tag1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20184556_22*i*6"/>
  <p:tag name="KSO_WM_TEMPLATE_CATEGORY" val="custom"/>
  <p:tag name="KSO_WM_TEMPLATE_INDEX" val="20184556"/>
  <p:tag name="KSO_WM_UNIT_INDEX" val="6"/>
</p:tagLst>
</file>

<file path=ppt/tags/tag14.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custom"/>
  <p:tag name="KSO_WM_TEMPLATE_INDEX" val="20186830"/>
</p:tagLst>
</file>

<file path=ppt/tags/tag15.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custom"/>
  <p:tag name="KSO_WM_TEMPLATE_INDEX" val="20186830"/>
</p:tagLst>
</file>

<file path=ppt/tags/tag1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COMBINE_RELATE_SLIDE_ID" val="background20181909_1"/>
  <p:tag name="KSO_WM_TEMPLATE_CATEGORY" val="custom"/>
  <p:tag name="KSO_WM_TEMPLATE_INDEX" val="20186830"/>
  <p:tag name="KSO_WM_TEMPLATE_SUBCATEGORY" val="combine"/>
  <p:tag name="KSO_WM_TEMPLATE_THUMBS_INDEX" val="1、6、10、15、19、22"/>
</p:tagLst>
</file>

<file path=ppt/tags/tag1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20184556_1*i*3"/>
  <p:tag name="KSO_WM_TEMPLATE_CATEGORY" val="custom"/>
  <p:tag name="KSO_WM_TEMPLATE_INDEX" val="20184556"/>
  <p:tag name="KSO_WM_UNIT_INDEX" val="3"/>
</p:tagLst>
</file>

<file path=ppt/tags/tag1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20184556_1*i*4"/>
  <p:tag name="KSO_WM_TEMPLATE_CATEGORY" val="custom"/>
  <p:tag name="KSO_WM_TEMPLATE_INDEX" val="20184556"/>
  <p:tag name="KSO_WM_UNIT_INDEX" val="4"/>
</p:tagLst>
</file>

<file path=ppt/tags/tag1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20184556_1*i*5"/>
  <p:tag name="KSO_WM_TEMPLATE_CATEGORY" val="custom"/>
  <p:tag name="KSO_WM_TEMPLATE_INDEX" val="20184556"/>
  <p:tag name="KSO_WM_UNIT_INDEX" val="5"/>
</p:tagLst>
</file>

<file path=ppt/tags/tag2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20184556_1*i*6"/>
  <p:tag name="KSO_WM_TEMPLATE_CATEGORY" val="custom"/>
  <p:tag name="KSO_WM_TEMPLATE_INDEX" val="20184556"/>
  <p:tag name="KSO_WM_UNIT_INDEX" val="6"/>
</p:tagLst>
</file>

<file path=ppt/tags/tag2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20184556_1*i*7"/>
  <p:tag name="KSO_WM_TEMPLATE_CATEGORY" val="custom"/>
  <p:tag name="KSO_WM_TEMPLATE_INDEX" val="20184556"/>
  <p:tag name="KSO_WM_UNIT_INDEX" val="7"/>
</p:tagLst>
</file>

<file path=ppt/tags/tag2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20184556_22*i*2"/>
  <p:tag name="KSO_WM_TEMPLATE_CATEGORY" val="custom"/>
  <p:tag name="KSO_WM_TEMPLATE_INDEX" val="20184556"/>
  <p:tag name="KSO_WM_UNIT_INDEX" val="2"/>
</p:tagLst>
</file>

<file path=ppt/tags/tag2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20184556_22*i*3"/>
  <p:tag name="KSO_WM_TEMPLATE_CATEGORY" val="custom"/>
  <p:tag name="KSO_WM_TEMPLATE_INDEX" val="20184556"/>
  <p:tag name="KSO_WM_UNIT_INDEX" val="3"/>
</p:tagLst>
</file>

<file path=ppt/tags/tag2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20184556_22*i*4"/>
  <p:tag name="KSO_WM_TEMPLATE_CATEGORY" val="custom"/>
  <p:tag name="KSO_WM_TEMPLATE_INDEX" val="20184556"/>
  <p:tag name="KSO_WM_UNIT_INDEX" val="4"/>
</p:tagLst>
</file>

<file path=ppt/tags/tag2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20184556_22*i*5"/>
  <p:tag name="KSO_WM_TEMPLATE_CATEGORY" val="custom"/>
  <p:tag name="KSO_WM_TEMPLATE_INDEX" val="20184556"/>
  <p:tag name="KSO_WM_UNIT_INDEX" val="5"/>
</p:tagLst>
</file>

<file path=ppt/tags/tag2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20184556_22*i*6"/>
  <p:tag name="KSO_WM_TEMPLATE_CATEGORY" val="custom"/>
  <p:tag name="KSO_WM_TEMPLATE_INDEX" val="20184556"/>
  <p:tag name="KSO_WM_UNIT_INDEX" val="6"/>
</p:tagLst>
</file>

<file path=ppt/tags/tag27.xml><?xml version="1.0" encoding="utf-8"?>
<p:tagLst xmlns:a="http://schemas.openxmlformats.org/drawingml/2006/main" xmlns:r="http://schemas.openxmlformats.org/officeDocument/2006/relationships" xmlns:p="http://schemas.openxmlformats.org/presentationml/2006/main">
  <p:tag name="KSO_WM_TAG_VERSION" val="1.0"/>
  <p:tag name="KSO_WM_SLIDE_ITEM_CNT" val="2"/>
  <p:tag name="KSO_WM_SLIDE_LAYOUT" val="a_b_c"/>
  <p:tag name="KSO_WM_SLIDE_LAYOUT_CNT" val="1_1_1"/>
  <p:tag name="KSO_WM_SLIDE_TYPE" val="title"/>
  <p:tag name="KSO_WM_BEAUTIFY_FLAG" val="#wm#"/>
  <p:tag name="KSO_WM_COMBINE_RELATE_SLIDE_ID" val="background20181909_1"/>
  <p:tag name="KSO_WM_TEMPLATE_CATEGORY" val="custom"/>
  <p:tag name="KSO_WM_TEMPLATE_INDEX" val="20186830"/>
  <p:tag name="KSO_WM_SLIDE_ID" val="custom20186830_1"/>
  <p:tag name="KSO_WM_SLIDE_INDEX" val="1"/>
  <p:tag name="KSO_WM_TEMPLATE_SUBCATEGORY" val="combine"/>
  <p:tag name="KSO_WM_TEMPLATE_THUMBS_INDEX" val="1、6、10、15、19、22、"/>
  <p:tag name="KSO_WM_SLIDE_SUBTYPE" val="pureTxt"/>
  <p:tag name="KSO_WM_SLIDE_MODEL_TYPE" val="cover"/>
</p:tagLst>
</file>

<file path=ppt/tags/tag28.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186830"/>
  <p:tag name="KSO_WM_TAG_VERSION" val="1.0"/>
  <p:tag name="KSO_WM_BEAUTIFY_FLAG" val="#wm#"/>
  <p:tag name="KSO_WM_UNIT_TYPE" val="a"/>
  <p:tag name="KSO_WM_UNIT_INDEX" val="1"/>
  <p:tag name="KSO_WM_UNIT_ID" val="custom20186830_1*a*1"/>
  <p:tag name="KSO_WM_UNIT_LAYERLEVEL" val="1"/>
  <p:tag name="KSO_WM_UNIT_VALUE" val="9"/>
  <p:tag name="KSO_WM_UNIT_ISCONTENTSTITLE" val="0"/>
  <p:tag name="KSO_WM_UNIT_HIGHLIGHT" val="0"/>
  <p:tag name="KSO_WM_UNIT_COMPATIBLE" val="0"/>
  <p:tag name="KSO_WM_UNIT_CLEAR" val="0"/>
  <p:tag name="KSO_WM_UNIT_PRESET_TEXT" val="黑白简约商务通用"/>
</p:tagLst>
</file>

<file path=ppt/tags/tag29.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186830"/>
  <p:tag name="KSO_WM_TAG_VERSION" val="1.0"/>
  <p:tag name="KSO_WM_BEAUTIFY_FLAG" val="#wm#"/>
  <p:tag name="KSO_WM_UNIT_TYPE" val="b"/>
  <p:tag name="KSO_WM_UNIT_INDEX" val="1"/>
  <p:tag name="KSO_WM_UNIT_ID" val="custom20186830_1*b*1"/>
  <p:tag name="KSO_WM_UNIT_LAYERLEVEL" val="1"/>
  <p:tag name="KSO_WM_UNIT_VALUE" val="24"/>
  <p:tag name="KSO_WM_UNIT_ISCONTENTSTITLE" val="0"/>
  <p:tag name="KSO_WM_UNIT_HIGHLIGHT" val="0"/>
  <p:tag name="KSO_WM_UNIT_COMPATIBLE" val="0"/>
  <p:tag name="KSO_WM_UNIT_CLEAR" val="0"/>
  <p:tag name="KSO_WM_UNIT_PRESET_TEXT_INDEX" val="4"/>
  <p:tag name="KSO_WM_UNIT_PRESET_TEXT_LEN" val="57"/>
</p:tagLst>
</file>

<file path=ppt/tags/tag30.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186830"/>
  <p:tag name="KSO_WM_UNIT_TYPE" val="c"/>
  <p:tag name="KSO_WM_UNIT_INDEX" val="1"/>
  <p:tag name="KSO_WM_UNIT_ID" val="custom20186830_1*c*1"/>
  <p:tag name="KSO_WM_UNIT_LAYERLEVEL" val="1"/>
  <p:tag name="KSO_WM_UNIT_VALUE" val="3"/>
  <p:tag name="KSO_WM_UNIT_HIGHLIGHT" val="0"/>
  <p:tag name="KSO_WM_UNIT_COMPATIBLE" val="1"/>
  <p:tag name="KSO_WM_UNIT_CLEAR" val="0"/>
  <p:tag name="KSO_WM_BEAUTIFY_FLAG" val="#wm#"/>
  <p:tag name="KSO_WM_TAG_VERSION" val="1.0"/>
  <p:tag name="KSO_WM_UNIT_PRESET_TEXT" val="2018"/>
</p:tagLst>
</file>

<file path=ppt/tags/tag31.xml><?xml version="1.0" encoding="utf-8"?>
<p:tagLst xmlns:a="http://schemas.openxmlformats.org/drawingml/2006/main" xmlns:r="http://schemas.openxmlformats.org/officeDocument/2006/relationships" xmlns:p="http://schemas.openxmlformats.org/presentationml/2006/main">
  <p:tag name="KSO_WM_SLIDE_ID" val="diagram327_4"/>
  <p:tag name="KSO_WM_SLIDE_INDEX" val="4"/>
  <p:tag name="KSO_WM_SLIDE_ITEM_CNT" val="4"/>
  <p:tag name="KSO_WM_SLIDE_LAYOUT" val="a_l"/>
  <p:tag name="KSO_WM_SLIDE_LAYOUT_CNT" val="1_1"/>
  <p:tag name="KSO_WM_SLIDE_TYPE" val="contents"/>
  <p:tag name="KSO_WM_BEAUTIFY_FLAG" val="#wm#"/>
  <p:tag name="KSO_WM_TEMPLATE_CATEGORY" val="custom"/>
  <p:tag name="KSO_WM_TEMPLATE_INDEX" val="20186830"/>
  <p:tag name="KSO_WM_DIAGRAM_GROUP_CODE" val="l1-1"/>
  <p:tag name="KSO_WM_TAG_VERSION" val="1.0"/>
  <p:tag name="KSO_WM_SLIDE_SUBTYPE" val="diag"/>
</p:tagLst>
</file>

<file path=ppt/tags/tag32.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327"/>
  <p:tag name="KSO_WM_TAG_VERSION" val="1.0"/>
  <p:tag name="KSO_WM_UNIT_TYPE" val="a"/>
  <p:tag name="KSO_WM_UNIT_INDEX" val="1"/>
  <p:tag name="KSO_WM_UNIT_ID" val="diagram327_4*a*1"/>
  <p:tag name="KSO_WM_UNIT_CLEAR" val="1"/>
  <p:tag name="KSO_WM_UNIT_LAYERLEVEL" val="1"/>
  <p:tag name="KSO_WM_UNIT_VALUE" val="36"/>
  <p:tag name="KSO_WM_UNIT_ISCONTENTSTITLE" val="0"/>
  <p:tag name="KSO_WM_UNIT_HIGHLIGHT" val="0"/>
  <p:tag name="KSO_WM_UNIT_COMPATIBLE" val="1"/>
  <p:tag name="KSO_WM_BEAUTIFY_FLAG" val="#wm#"/>
  <p:tag name="KSO_WM_UNIT_PRESET_TEXT_INDEX" val="3"/>
  <p:tag name="KSO_WM_UNIT_PRESET_TEXT_LEN" val="18"/>
</p:tagLst>
</file>

<file path=ppt/tags/tag33.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327"/>
  <p:tag name="KSO_WM_TAG_VERSION" val="1.0"/>
  <p:tag name="KSO_WM_UNIT_TYPE" val="l_i"/>
  <p:tag name="KSO_WM_UNIT_INDEX" val="1_7"/>
  <p:tag name="KSO_WM_UNIT_ID" val="diagram327_4*l_i*1_7"/>
  <p:tag name="KSO_WM_UNIT_CLEAR" val="1"/>
  <p:tag name="KSO_WM_UNIT_LAYERLEVEL" val="1_1"/>
  <p:tag name="KSO_WM_BEAUTIFY_FLAG" val="#wm#"/>
  <p:tag name="KSO_WM_DIAGRAM_GROUP_CODE" val="l1-1"/>
  <p:tag name="KSO_WM_UNIT_LINE_FORE_SCHEMECOLOR_INDEX" val="5"/>
  <p:tag name="KSO_WM_UNIT_LINE_FILL_TYPE" val="2"/>
  <p:tag name="KSO_WM_UNIT_USESOURCEFORMAT_APPLY" val="0"/>
</p:tagLst>
</file>

<file path=ppt/tags/tag34.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327"/>
  <p:tag name="KSO_WM_TAG_VERSION" val="1.0"/>
  <p:tag name="KSO_WM_UNIT_TYPE" val="l_i"/>
  <p:tag name="KSO_WM_UNIT_INDEX" val="1_10"/>
  <p:tag name="KSO_WM_UNIT_ID" val="diagram327_4*l_i*1_10"/>
  <p:tag name="KSO_WM_UNIT_CLEAR" val="1"/>
  <p:tag name="KSO_WM_UNIT_LAYERLEVEL" val="1_1"/>
  <p:tag name="KSO_WM_BEAUTIFY_FLAG" val="#wm#"/>
  <p:tag name="KSO_WM_DIAGRAM_GROUP_CODE" val="l1-1"/>
  <p:tag name="KSO_WM_UNIT_LINE_FORE_SCHEMECOLOR_INDEX" val="6"/>
  <p:tag name="KSO_WM_UNIT_LINE_FILL_TYPE" val="2"/>
  <p:tag name="KSO_WM_UNIT_USESOURCEFORMAT_APPLY" val="0"/>
</p:tagLst>
</file>

<file path=ppt/tags/tag35.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327"/>
  <p:tag name="KSO_WM_TAG_VERSION" val="1.0"/>
  <p:tag name="KSO_WM_UNIT_TYPE" val="l_i"/>
  <p:tag name="KSO_WM_UNIT_INDEX" val="1_4"/>
  <p:tag name="KSO_WM_UNIT_ID" val="diagram327_4*l_i*1_4"/>
  <p:tag name="KSO_WM_UNIT_CLEAR" val="1"/>
  <p:tag name="KSO_WM_UNIT_LAYERLEVEL" val="1_1"/>
  <p:tag name="KSO_WM_BEAUTIFY_FLAG" val="#wm#"/>
  <p:tag name="KSO_WM_DIAGRAM_GROUP_CODE" val="l1-1"/>
  <p:tag name="KSO_WM_UNIT_LINE_FORE_SCHEMECOLOR_INDEX" val="6"/>
  <p:tag name="KSO_WM_UNIT_LINE_FILL_TYPE" val="2"/>
  <p:tag name="KSO_WM_UNIT_USESOURCEFORMAT_APPLY" val="0"/>
</p:tagLst>
</file>

<file path=ppt/tags/tag36.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327"/>
  <p:tag name="KSO_WM_TAG_VERSION" val="1.0"/>
  <p:tag name="KSO_WM_UNIT_TYPE" val="l_i"/>
  <p:tag name="KSO_WM_UNIT_INDEX" val="1_5"/>
  <p:tag name="KSO_WM_UNIT_ID" val="diagram327_4*l_i*1_5"/>
  <p:tag name="KSO_WM_UNIT_CLEAR" val="1"/>
  <p:tag name="KSO_WM_UNIT_LAYERLEVEL" val="1_1"/>
  <p:tag name="KSO_WM_BEAUTIFY_FLAG" val="#wm#"/>
  <p:tag name="KSO_WM_DIAGRAM_GROUP_CODE" val="l1-1"/>
  <p:tag name="KSO_WM_UNIT_FILL_FORE_SCHEMECOLOR_INDEX" val="6"/>
  <p:tag name="KSO_WM_UNIT_FILL_TYPE" val="1"/>
  <p:tag name="KSO_WM_UNIT_TEXT_FILL_FORE_SCHEMECOLOR_INDEX" val="5"/>
  <p:tag name="KSO_WM_UNIT_TEXT_FILL_TYPE" val="1"/>
  <p:tag name="KSO_WM_UNIT_USESOURCEFORMAT_APPLY" val="0"/>
</p:tagLst>
</file>

<file path=ppt/tags/tag37.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327"/>
  <p:tag name="KSO_WM_TAG_VERSION" val="1.0"/>
  <p:tag name="KSO_WM_UNIT_TYPE" val="l_h_f"/>
  <p:tag name="KSO_WM_UNIT_INDEX" val="1_2_1"/>
  <p:tag name="KSO_WM_UNIT_ID" val="diagram327_4*l_h_f*1_2_1"/>
  <p:tag name="KSO_WM_UNIT_CLEAR" val="1"/>
  <p:tag name="KSO_WM_UNIT_LAYERLEVEL" val="1_1_1"/>
  <p:tag name="KSO_WM_UNIT_VALUE" val="30"/>
  <p:tag name="KSO_WM_UNIT_HIGHLIGHT" val="0"/>
  <p:tag name="KSO_WM_UNIT_COMPATIBLE" val="0"/>
  <p:tag name="KSO_WM_BEAUTIFY_FLAG" val="#wm#"/>
  <p:tag name="KSO_WM_UNIT_PRESET_TEXT_INDEX" val="4"/>
  <p:tag name="KSO_WM_UNIT_PRESET_TEXT_LEN" val="26"/>
  <p:tag name="KSO_WM_DIAGRAM_GROUP_CODE" val="l1-1"/>
  <p:tag name="KSO_WM_UNIT_TEXT_FILL_FORE_SCHEMECOLOR_INDEX" val="6"/>
  <p:tag name="KSO_WM_UNIT_TEXT_FILL_TYPE" val="1"/>
  <p:tag name="KSO_WM_UNIT_USESOURCEFORMAT_APPLY" val="0"/>
</p:tagLst>
</file>

<file path=ppt/tags/tag38.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327"/>
  <p:tag name="KSO_WM_TAG_VERSION" val="1.0"/>
  <p:tag name="KSO_WM_UNIT_TYPE" val="l_i"/>
  <p:tag name="KSO_WM_UNIT_INDEX" val="1_6"/>
  <p:tag name="KSO_WM_UNIT_ID" val="diagram327_4*l_i*1_6"/>
  <p:tag name="KSO_WM_UNIT_CLEAR" val="1"/>
  <p:tag name="KSO_WM_UNIT_LAYERLEVEL" val="1_1"/>
  <p:tag name="KSO_WM_BEAUTIFY_FLAG" val="#wm#"/>
  <p:tag name="KSO_WM_DIAGRAM_GROUP_CODE" val="l1-1"/>
  <p:tag name="KSO_WM_UNIT_TEXT_FILL_FORE_SCHEMECOLOR_INDEX" val="6"/>
  <p:tag name="KSO_WM_UNIT_TEXT_FILL_TYPE" val="1"/>
  <p:tag name="KSO_WM_UNIT_USESOURCEFORMAT_APPLY" val="0"/>
</p:tagLst>
</file>

<file path=ppt/tags/tag39.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327"/>
  <p:tag name="KSO_WM_TAG_VERSION" val="1.0"/>
  <p:tag name="KSO_WM_UNIT_TYPE" val="l_i"/>
  <p:tag name="KSO_WM_UNIT_INDEX" val="1_1"/>
  <p:tag name="KSO_WM_UNIT_ID" val="diagram327_4*l_i*1_1"/>
  <p:tag name="KSO_WM_UNIT_CLEAR" val="1"/>
  <p:tag name="KSO_WM_UNIT_LAYERLEVEL" val="1_1"/>
  <p:tag name="KSO_WM_BEAUTIFY_FLAG" val="#wm#"/>
  <p:tag name="KSO_WM_DIAGRAM_GROUP_CODE" val="l1-1"/>
  <p:tag name="KSO_WM_UNIT_LINE_FORE_SCHEMECOLOR_INDEX" val="5"/>
  <p:tag name="KSO_WM_UNIT_LINE_FILL_TYPE" val="2"/>
  <p:tag name="KSO_WM_UNIT_USESOURCEFORMAT_APPLY" val="0"/>
</p:tagLst>
</file>

<file path=ppt/tags/tag40.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327"/>
  <p:tag name="KSO_WM_TAG_VERSION" val="1.0"/>
  <p:tag name="KSO_WM_UNIT_TYPE" val="l_i"/>
  <p:tag name="KSO_WM_UNIT_INDEX" val="1_2"/>
  <p:tag name="KSO_WM_UNIT_ID" val="diagram327_4*l_i*1_2"/>
  <p:tag name="KSO_WM_UNIT_CLEAR" val="1"/>
  <p:tag name="KSO_WM_UNIT_LAYERLEVEL" val="1_1"/>
  <p:tag name="KSO_WM_BEAUTIFY_FLAG" val="#wm#"/>
  <p:tag name="KSO_WM_DIAGRAM_GROUP_CODE" val="l1-1"/>
  <p:tag name="KSO_WM_UNIT_FILL_FORE_SCHEMECOLOR_INDEX" val="5"/>
  <p:tag name="KSO_WM_UNIT_FILL_TYPE" val="1"/>
  <p:tag name="KSO_WM_UNIT_TEXT_FILL_FORE_SCHEMECOLOR_INDEX" val="5"/>
  <p:tag name="KSO_WM_UNIT_TEXT_FILL_TYPE" val="1"/>
  <p:tag name="KSO_WM_UNIT_USESOURCEFORMAT_APPLY" val="0"/>
</p:tagLst>
</file>

<file path=ppt/tags/tag41.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327"/>
  <p:tag name="KSO_WM_TAG_VERSION" val="1.0"/>
  <p:tag name="KSO_WM_UNIT_TYPE" val="l_h_f"/>
  <p:tag name="KSO_WM_UNIT_INDEX" val="1_1_1"/>
  <p:tag name="KSO_WM_UNIT_ID" val="diagram327_4*l_h_f*1_1_1"/>
  <p:tag name="KSO_WM_UNIT_CLEAR" val="1"/>
  <p:tag name="KSO_WM_UNIT_LAYERLEVEL" val="1_1_1"/>
  <p:tag name="KSO_WM_UNIT_VALUE" val="30"/>
  <p:tag name="KSO_WM_UNIT_HIGHLIGHT" val="0"/>
  <p:tag name="KSO_WM_UNIT_COMPATIBLE" val="0"/>
  <p:tag name="KSO_WM_BEAUTIFY_FLAG" val="#wm#"/>
  <p:tag name="KSO_WM_UNIT_PRESET_TEXT_INDEX" val="4"/>
  <p:tag name="KSO_WM_UNIT_PRESET_TEXT_LEN" val="26"/>
  <p:tag name="KSO_WM_DIAGRAM_GROUP_CODE" val="l1-1"/>
  <p:tag name="KSO_WM_UNIT_TEXT_FILL_FORE_SCHEMECOLOR_INDEX" val="5"/>
  <p:tag name="KSO_WM_UNIT_TEXT_FILL_TYPE" val="1"/>
  <p:tag name="KSO_WM_UNIT_USESOURCEFORMAT_APPLY" val="0"/>
</p:tagLst>
</file>

<file path=ppt/tags/tag42.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327"/>
  <p:tag name="KSO_WM_TAG_VERSION" val="1.0"/>
  <p:tag name="KSO_WM_UNIT_TYPE" val="l_i"/>
  <p:tag name="KSO_WM_UNIT_INDEX" val="1_3"/>
  <p:tag name="KSO_WM_UNIT_ID" val="diagram327_4*l_i*1_3"/>
  <p:tag name="KSO_WM_UNIT_CLEAR" val="1"/>
  <p:tag name="KSO_WM_UNIT_LAYERLEVEL" val="1_1"/>
  <p:tag name="KSO_WM_BEAUTIFY_FLAG" val="#wm#"/>
  <p:tag name="KSO_WM_DIAGRAM_GROUP_CODE" val="l1-1"/>
  <p:tag name="KSO_WM_UNIT_TEXT_FILL_FORE_SCHEMECOLOR_INDEX" val="5"/>
  <p:tag name="KSO_WM_UNIT_TEXT_FILL_TYPE" val="1"/>
  <p:tag name="KSO_WM_UNIT_USESOURCEFORMAT_APPLY" val="0"/>
</p:tagLst>
</file>

<file path=ppt/tags/tag43.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327"/>
  <p:tag name="KSO_WM_TAG_VERSION" val="1.0"/>
  <p:tag name="KSO_WM_UNIT_TYPE" val="l_i"/>
  <p:tag name="KSO_WM_UNIT_INDEX" val="1_10"/>
  <p:tag name="KSO_WM_UNIT_ID" val="diagram327_4*l_i*1_10"/>
  <p:tag name="KSO_WM_UNIT_CLEAR" val="1"/>
  <p:tag name="KSO_WM_UNIT_LAYERLEVEL" val="1_1"/>
  <p:tag name="KSO_WM_BEAUTIFY_FLAG" val="#wm#"/>
  <p:tag name="KSO_WM_DIAGRAM_GROUP_CODE" val="l1-1"/>
  <p:tag name="KSO_WM_UNIT_LINE_FORE_SCHEMECOLOR_INDEX" val="6"/>
  <p:tag name="KSO_WM_UNIT_LINE_FILL_TYPE" val="2"/>
  <p:tag name="KSO_WM_UNIT_USESOURCEFORMAT_APPLY" val="0"/>
</p:tagLst>
</file>

<file path=ppt/tags/tag44.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327"/>
  <p:tag name="KSO_WM_TAG_VERSION" val="1.0"/>
  <p:tag name="KSO_WM_UNIT_TYPE" val="l_i"/>
  <p:tag name="KSO_WM_UNIT_INDEX" val="1_11"/>
  <p:tag name="KSO_WM_UNIT_ID" val="diagram327_4*l_i*1_11"/>
  <p:tag name="KSO_WM_UNIT_CLEAR" val="1"/>
  <p:tag name="KSO_WM_UNIT_LAYERLEVEL" val="1_1"/>
  <p:tag name="KSO_WM_BEAUTIFY_FLAG" val="#wm#"/>
  <p:tag name="KSO_WM_DIAGRAM_GROUP_CODE" val="l1-1"/>
  <p:tag name="KSO_WM_UNIT_FILL_FORE_SCHEMECOLOR_INDEX" val="6"/>
  <p:tag name="KSO_WM_UNIT_FILL_TYPE" val="1"/>
  <p:tag name="KSO_WM_UNIT_TEXT_FILL_FORE_SCHEMECOLOR_INDEX" val="5"/>
  <p:tag name="KSO_WM_UNIT_TEXT_FILL_TYPE" val="1"/>
  <p:tag name="KSO_WM_UNIT_USESOURCEFORMAT_APPLY" val="0"/>
</p:tagLst>
</file>

<file path=ppt/tags/tag45.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327"/>
  <p:tag name="KSO_WM_TAG_VERSION" val="1.0"/>
  <p:tag name="KSO_WM_UNIT_TYPE" val="l_h_f"/>
  <p:tag name="KSO_WM_UNIT_INDEX" val="1_4_1"/>
  <p:tag name="KSO_WM_UNIT_ID" val="diagram327_4*l_h_f*1_4_1"/>
  <p:tag name="KSO_WM_UNIT_CLEAR" val="1"/>
  <p:tag name="KSO_WM_UNIT_LAYERLEVEL" val="1_1_1"/>
  <p:tag name="KSO_WM_UNIT_VALUE" val="30"/>
  <p:tag name="KSO_WM_UNIT_HIGHLIGHT" val="0"/>
  <p:tag name="KSO_WM_UNIT_COMPATIBLE" val="0"/>
  <p:tag name="KSO_WM_BEAUTIFY_FLAG" val="#wm#"/>
  <p:tag name="KSO_WM_UNIT_PRESET_TEXT_INDEX" val="4"/>
  <p:tag name="KSO_WM_UNIT_PRESET_TEXT_LEN" val="26"/>
  <p:tag name="KSO_WM_DIAGRAM_GROUP_CODE" val="l1-1"/>
  <p:tag name="KSO_WM_UNIT_TEXT_FILL_FORE_SCHEMECOLOR_INDEX" val="6"/>
  <p:tag name="KSO_WM_UNIT_TEXT_FILL_TYPE" val="1"/>
  <p:tag name="KSO_WM_UNIT_USESOURCEFORMAT_APPLY" val="0"/>
</p:tagLst>
</file>

<file path=ppt/tags/tag46.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327"/>
  <p:tag name="KSO_WM_TAG_VERSION" val="1.0"/>
  <p:tag name="KSO_WM_UNIT_TYPE" val="l_i"/>
  <p:tag name="KSO_WM_UNIT_INDEX" val="1_12"/>
  <p:tag name="KSO_WM_UNIT_ID" val="diagram327_4*l_i*1_12"/>
  <p:tag name="KSO_WM_UNIT_CLEAR" val="1"/>
  <p:tag name="KSO_WM_UNIT_LAYERLEVEL" val="1_1"/>
  <p:tag name="KSO_WM_BEAUTIFY_FLAG" val="#wm#"/>
  <p:tag name="KSO_WM_DIAGRAM_GROUP_CODE" val="l1-1"/>
  <p:tag name="KSO_WM_UNIT_TEXT_FILL_FORE_SCHEMECOLOR_INDEX" val="6"/>
  <p:tag name="KSO_WM_UNIT_TEXT_FILL_TYPE" val="1"/>
  <p:tag name="KSO_WM_UNIT_USESOURCEFORMAT_APPLY" val="0"/>
</p:tagLst>
</file>

<file path=ppt/tags/tag47.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327"/>
  <p:tag name="KSO_WM_TAG_VERSION" val="1.0"/>
  <p:tag name="KSO_WM_UNIT_TYPE" val="l_i"/>
  <p:tag name="KSO_WM_UNIT_INDEX" val="1_7"/>
  <p:tag name="KSO_WM_UNIT_ID" val="diagram327_4*l_i*1_7"/>
  <p:tag name="KSO_WM_UNIT_CLEAR" val="1"/>
  <p:tag name="KSO_WM_UNIT_LAYERLEVEL" val="1_1"/>
  <p:tag name="KSO_WM_BEAUTIFY_FLAG" val="#wm#"/>
  <p:tag name="KSO_WM_DIAGRAM_GROUP_CODE" val="l1-1"/>
  <p:tag name="KSO_WM_UNIT_LINE_FORE_SCHEMECOLOR_INDEX" val="5"/>
  <p:tag name="KSO_WM_UNIT_LINE_FILL_TYPE" val="2"/>
  <p:tag name="KSO_WM_UNIT_USESOURCEFORMAT_APPLY" val="0"/>
</p:tagLst>
</file>

<file path=ppt/tags/tag48.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327"/>
  <p:tag name="KSO_WM_TAG_VERSION" val="1.0"/>
  <p:tag name="KSO_WM_UNIT_TYPE" val="l_i"/>
  <p:tag name="KSO_WM_UNIT_INDEX" val="1_8"/>
  <p:tag name="KSO_WM_UNIT_ID" val="diagram327_4*l_i*1_8"/>
  <p:tag name="KSO_WM_UNIT_CLEAR" val="1"/>
  <p:tag name="KSO_WM_UNIT_LAYERLEVEL" val="1_1"/>
  <p:tag name="KSO_WM_BEAUTIFY_FLAG" val="#wm#"/>
  <p:tag name="KSO_WM_DIAGRAM_GROUP_CODE" val="l1-1"/>
  <p:tag name="KSO_WM_UNIT_FILL_FORE_SCHEMECOLOR_INDEX" val="5"/>
  <p:tag name="KSO_WM_UNIT_FILL_TYPE" val="1"/>
  <p:tag name="KSO_WM_UNIT_TEXT_FILL_FORE_SCHEMECOLOR_INDEX" val="5"/>
  <p:tag name="KSO_WM_UNIT_TEXT_FILL_TYPE" val="1"/>
  <p:tag name="KSO_WM_UNIT_USESOURCEFORMAT_APPLY" val="0"/>
</p:tagLst>
</file>

<file path=ppt/tags/tag49.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327"/>
  <p:tag name="KSO_WM_TAG_VERSION" val="1.0"/>
  <p:tag name="KSO_WM_UNIT_TYPE" val="l_h_f"/>
  <p:tag name="KSO_WM_UNIT_INDEX" val="1_3_1"/>
  <p:tag name="KSO_WM_UNIT_ID" val="diagram327_4*l_h_f*1_3_1"/>
  <p:tag name="KSO_WM_UNIT_CLEAR" val="1"/>
  <p:tag name="KSO_WM_UNIT_LAYERLEVEL" val="1_1_1"/>
  <p:tag name="KSO_WM_UNIT_VALUE" val="30"/>
  <p:tag name="KSO_WM_UNIT_HIGHLIGHT" val="0"/>
  <p:tag name="KSO_WM_UNIT_COMPATIBLE" val="0"/>
  <p:tag name="KSO_WM_BEAUTIFY_FLAG" val="#wm#"/>
  <p:tag name="KSO_WM_UNIT_PRESET_TEXT_INDEX" val="4"/>
  <p:tag name="KSO_WM_UNIT_PRESET_TEXT_LEN" val="26"/>
  <p:tag name="KSO_WM_DIAGRAM_GROUP_CODE" val="l1-1"/>
  <p:tag name="KSO_WM_UNIT_TEXT_FILL_FORE_SCHEMECOLOR_INDEX" val="5"/>
  <p:tag name="KSO_WM_UNIT_TEXT_FILL_TYPE" val="1"/>
  <p:tag name="KSO_WM_UNIT_USESOURCEFORMAT_APPLY" val="0"/>
</p:tagLst>
</file>

<file path=ppt/tags/tag50.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327"/>
  <p:tag name="KSO_WM_TAG_VERSION" val="1.0"/>
  <p:tag name="KSO_WM_UNIT_TYPE" val="l_i"/>
  <p:tag name="KSO_WM_UNIT_INDEX" val="1_9"/>
  <p:tag name="KSO_WM_UNIT_ID" val="diagram327_4*l_i*1_9"/>
  <p:tag name="KSO_WM_UNIT_CLEAR" val="1"/>
  <p:tag name="KSO_WM_UNIT_LAYERLEVEL" val="1_1"/>
  <p:tag name="KSO_WM_BEAUTIFY_FLAG" val="#wm#"/>
  <p:tag name="KSO_WM_DIAGRAM_GROUP_CODE" val="l1-1"/>
  <p:tag name="KSO_WM_UNIT_TEXT_FILL_FORE_SCHEMECOLOR_INDEX" val="5"/>
  <p:tag name="KSO_WM_UNIT_TEXT_FILL_TYPE" val="1"/>
  <p:tag name="KSO_WM_UNIT_USESOURCEFORMAT_APPLY" val="0"/>
</p:tagLst>
</file>

<file path=ppt/tags/tag51.xml><?xml version="1.0" encoding="utf-8"?>
<p:tagLst xmlns:a="http://schemas.openxmlformats.org/drawingml/2006/main" xmlns:r="http://schemas.openxmlformats.org/officeDocument/2006/relationships" xmlns:p="http://schemas.openxmlformats.org/presentationml/2006/main">
  <p:tag name="KSO_WM_SLIDE_SIZE" val="631*425"/>
  <p:tag name="KSO_WM_SLIDE_POSITION" val="49*57"/>
  <p:tag name="KSO_WM_SLIDE_LAYOUT_CNT" val="1_1_1"/>
  <p:tag name="KSO_WM_SLIDE_LAYOUT" val="a_f_d"/>
  <p:tag name="KSO_WM_BEAUTIFY_FLAG" val="#wm#"/>
  <p:tag name="KSO_WM_SLIDE_TYPE" val="text"/>
  <p:tag name="KSO_WM_SLIDE_ITEM_CNT" val="2"/>
  <p:tag name="KSO_WM_SLIDE_INDEX" val="4"/>
  <p:tag name="KSO_WM_SLIDE_ID" val="custom20186830_4"/>
  <p:tag name="KSO_WM_TAG_VERSION" val="1.0"/>
  <p:tag name="KSO_WM_TEMPLATE_INDEX" val="20186830"/>
  <p:tag name="KSO_WM_TEMPLATE_CATEGORY" val="custom"/>
  <p:tag name="KSO_WM_SLIDE_SUBTYPE" val="picTxt"/>
</p:tagLst>
</file>

<file path=ppt/tags/tag52.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186830"/>
  <p:tag name="KSO_WM_TAG_VERSION" val="1.0"/>
  <p:tag name="KSO_WM_BEAUTIFY_FLAG" val="#wm#"/>
  <p:tag name="KSO_WM_UNIT_PRESET_TEXT_LEN" val="17"/>
  <p:tag name="KSO_WM_UNIT_PRESET_TEXT_INDEX" val="3"/>
  <p:tag name="KSO_WM_UNIT_CLEAR" val="0"/>
  <p:tag name="KSO_WM_UNIT_COMPATIBLE" val="0"/>
  <p:tag name="KSO_WM_UNIT_HIGHLIGHT" val="0"/>
  <p:tag name="KSO_WM_UNIT_ISCONTENTSTITLE" val="0"/>
  <p:tag name="KSO_WM_UNIT_VALUE" val="16"/>
  <p:tag name="KSO_WM_UNIT_LAYERLEVEL" val="1"/>
  <p:tag name="KSO_WM_UNIT_INDEX" val="1"/>
  <p:tag name="KSO_WM_UNIT_ID" val="custom20186830_4*a*1"/>
  <p:tag name="KSO_WM_UNIT_TYPE" val="a"/>
</p:tagLst>
</file>

<file path=ppt/tags/tag53.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186830"/>
  <p:tag name="KSO_WM_TAG_VERSION" val="1.0"/>
  <p:tag name="KSO_WM_BEAUTIFY_FLAG" val="#wm#"/>
  <p:tag name="KSO_WM_UNIT_TYPE" val="f"/>
  <p:tag name="KSO_WM_UNIT_INDEX" val="1"/>
  <p:tag name="KSO_WM_UNIT_ID" val="custom20186830_4*f*1"/>
  <p:tag name="KSO_WM_UNIT_LAYERLEVEL" val="1"/>
  <p:tag name="KSO_WM_UNIT_VALUE" val="110"/>
  <p:tag name="KSO_WM_UNIT_HIGHLIGHT" val="0"/>
  <p:tag name="KSO_WM_UNIT_COMPATIBLE" val="0"/>
  <p:tag name="KSO_WM_UNIT_CLEAR" val="0"/>
  <p:tag name="KSO_WM_UNIT_PRESET_TEXT_INDEX" val="5"/>
  <p:tag name="KSO_WM_UNIT_PRESET_TEXT_LEN" val="148"/>
</p:tagLst>
</file>

<file path=ppt/tags/tag54.xml><?xml version="1.0" encoding="utf-8"?>
<p:tagLst xmlns:a="http://schemas.openxmlformats.org/drawingml/2006/main" xmlns:r="http://schemas.openxmlformats.org/officeDocument/2006/relationships" xmlns:p="http://schemas.openxmlformats.org/presentationml/2006/main">
  <p:tag name="KSO_WM_DIAGRAM_GROUP_CODE" val="l1_1"/>
  <p:tag name="KSO_WM_TAG_VERSION" val="1.0"/>
  <p:tag name="KSO_WM_BEAUTIFY_FLAG" val="#wm#"/>
  <p:tag name="KSO_WM_UNIT_TYPE" val="i"/>
  <p:tag name="KSO_WM_UNIT_ID" val="custom20186830_5*i*7"/>
  <p:tag name="KSO_WM_TEMPLATE_CATEGORY" val="custom"/>
  <p:tag name="KSO_WM_TEMPLATE_INDEX" val="20186830"/>
  <p:tag name="KSO_WM_UNIT_INDEX" val="7"/>
  <p:tag name="KSO_WM_UNIT_LINE_FORE_SCHEMECOLOR_INDEX" val="9"/>
  <p:tag name="KSO_WM_UNIT_LINE_FILL_TYPE" val="2"/>
  <p:tag name="KSO_WM_UNIT_USESOURCEFORMAT_APPLY" val="0"/>
</p:tagLst>
</file>

<file path=ppt/tags/tag55.xml><?xml version="1.0" encoding="utf-8"?>
<p:tagLst xmlns:a="http://schemas.openxmlformats.org/drawingml/2006/main" xmlns:r="http://schemas.openxmlformats.org/officeDocument/2006/relationships" xmlns:p="http://schemas.openxmlformats.org/presentationml/2006/main">
  <p:tag name="KSO_WM_DIAGRAM_GROUP_CODE" val="l1_1"/>
  <p:tag name="KSO_WM_TAG_VERSION" val="1.0"/>
  <p:tag name="KSO_WM_BEAUTIFY_FLAG" val="#wm#"/>
  <p:tag name="KSO_WM_UNIT_TYPE" val="i"/>
  <p:tag name="KSO_WM_UNIT_ID" val="custom20186830_5*i*8"/>
  <p:tag name="KSO_WM_TEMPLATE_CATEGORY" val="custom"/>
  <p:tag name="KSO_WM_TEMPLATE_INDEX" val="20186830"/>
  <p:tag name="KSO_WM_UNIT_INDEX" val="8"/>
  <p:tag name="KSO_WM_UNIT_LINE_FORE_SCHEMECOLOR_INDEX" val="9"/>
  <p:tag name="KSO_WM_UNIT_LINE_FILL_TYPE" val="2"/>
  <p:tag name="KSO_WM_UNIT_USESOURCEFORMAT_APPLY" val="0"/>
</p:tagLst>
</file>

<file path=ppt/tags/tag56.xml><?xml version="1.0" encoding="utf-8"?>
<p:tagLst xmlns:a="http://schemas.openxmlformats.org/drawingml/2006/main" xmlns:r="http://schemas.openxmlformats.org/officeDocument/2006/relationships" xmlns:p="http://schemas.openxmlformats.org/presentationml/2006/main">
  <p:tag name="KSO_WM_DIAGRAM_GROUP_CODE" val="l1_1"/>
  <p:tag name="KSO_WM_TAG_VERSION" val="1.0"/>
  <p:tag name="KSO_WM_BEAUTIFY_FLAG" val="#wm#"/>
  <p:tag name="KSO_WM_UNIT_TYPE" val="i"/>
  <p:tag name="KSO_WM_UNIT_ID" val="custom20186830_5*i*9"/>
  <p:tag name="KSO_WM_TEMPLATE_CATEGORY" val="custom"/>
  <p:tag name="KSO_WM_TEMPLATE_INDEX" val="20186830"/>
  <p:tag name="KSO_WM_UNIT_INDEX" val="9"/>
  <p:tag name="KSO_WM_UNIT_LINE_FORE_SCHEMECOLOR_INDEX" val="9"/>
  <p:tag name="KSO_WM_UNIT_LINE_FILL_TYPE" val="2"/>
  <p:tag name="KSO_WM_UNIT_USESOURCEFORMAT_APPLY" val="0"/>
</p:tagLst>
</file>

<file path=ppt/tags/tag57.xml><?xml version="1.0" encoding="utf-8"?>
<p:tagLst xmlns:a="http://schemas.openxmlformats.org/drawingml/2006/main" xmlns:r="http://schemas.openxmlformats.org/officeDocument/2006/relationships" xmlns:p="http://schemas.openxmlformats.org/presentationml/2006/main">
  <p:tag name="KSO_WM_SLIDE_SIZE" val="631*425"/>
  <p:tag name="KSO_WM_SLIDE_POSITION" val="49*57"/>
  <p:tag name="KSO_WM_SLIDE_LAYOUT_CNT" val="1_1_1"/>
  <p:tag name="KSO_WM_SLIDE_LAYOUT" val="a_f_d"/>
  <p:tag name="KSO_WM_BEAUTIFY_FLAG" val="#wm#"/>
  <p:tag name="KSO_WM_SLIDE_TYPE" val="text"/>
  <p:tag name="KSO_WM_SLIDE_ITEM_CNT" val="2"/>
  <p:tag name="KSO_WM_SLIDE_INDEX" val="4"/>
  <p:tag name="KSO_WM_SLIDE_ID" val="custom20186830_4"/>
  <p:tag name="KSO_WM_TAG_VERSION" val="1.0"/>
  <p:tag name="KSO_WM_TEMPLATE_INDEX" val="20186830"/>
  <p:tag name="KSO_WM_TEMPLATE_CATEGORY" val="custom"/>
  <p:tag name="KSO_WM_SLIDE_SUBTYPE" val="picTxt"/>
</p:tagLst>
</file>

<file path=ppt/tags/tag58.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186830"/>
  <p:tag name="KSO_WM_TAG_VERSION" val="1.0"/>
  <p:tag name="KSO_WM_BEAUTIFY_FLAG" val="#wm#"/>
  <p:tag name="KSO_WM_UNIT_PRESET_TEXT_LEN" val="17"/>
  <p:tag name="KSO_WM_UNIT_PRESET_TEXT_INDEX" val="3"/>
  <p:tag name="KSO_WM_UNIT_CLEAR" val="0"/>
  <p:tag name="KSO_WM_UNIT_COMPATIBLE" val="0"/>
  <p:tag name="KSO_WM_UNIT_HIGHLIGHT" val="0"/>
  <p:tag name="KSO_WM_UNIT_ISCONTENTSTITLE" val="0"/>
  <p:tag name="KSO_WM_UNIT_VALUE" val="16"/>
  <p:tag name="KSO_WM_UNIT_LAYERLEVEL" val="1"/>
  <p:tag name="KSO_WM_UNIT_INDEX" val="1"/>
  <p:tag name="KSO_WM_UNIT_ID" val="custom20186830_4*a*1"/>
  <p:tag name="KSO_WM_UNIT_TYPE" val="a"/>
</p:tagLst>
</file>

<file path=ppt/tags/tag59.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186830"/>
  <p:tag name="KSO_WM_TAG_VERSION" val="1.0"/>
  <p:tag name="KSO_WM_BEAUTIFY_FLAG" val="#wm#"/>
  <p:tag name="KSO_WM_UNIT_CLEAR" val="1"/>
  <p:tag name="KSO_WM_UNIT_TYPE" val="l_h_i"/>
  <p:tag name="KSO_WM_UNIT_INDEX" val="1_2_1"/>
  <p:tag name="KSO_WM_UNIT_ID" val="custom20186830_9*l_h_i*1_2_1"/>
  <p:tag name="KSO_WM_UNIT_LAYERLEVEL" val="1_1_1"/>
  <p:tag name="KSO_WM_DIAGRAM_GROUP_CODE" val="l1-1"/>
  <p:tag name="KSO_WM_UNIT_LINE_FORE_SCHEMECOLOR_INDEX" val="10"/>
  <p:tag name="KSO_WM_UNIT_LINE_FILL_TYPE" val="2"/>
  <p:tag name="KSO_WM_UNIT_USESOURCEFORMAT_APPLY" val="1"/>
</p:tagLst>
</file>

<file path=ppt/tags/tag60.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186830"/>
  <p:tag name="KSO_WM_TAG_VERSION" val="1.0"/>
  <p:tag name="KSO_WM_BEAUTIFY_FLAG" val="#wm#"/>
  <p:tag name="KSO_WM_UNIT_CLEAR" val="1"/>
  <p:tag name="KSO_WM_UNIT_TYPE" val="l_h_i"/>
  <p:tag name="KSO_WM_UNIT_INDEX" val="1_2_2"/>
  <p:tag name="KSO_WM_UNIT_ID" val="custom20186830_9*l_h_i*1_2_2"/>
  <p:tag name="KSO_WM_UNIT_LAYERLEVEL" val="1_1_1"/>
  <p:tag name="KSO_WM_DIAGRAM_GROUP_CODE" val="l1-1"/>
  <p:tag name="KSO_WM_UNIT_LINE_FORE_SCHEMECOLOR_INDEX" val="10"/>
  <p:tag name="KSO_WM_UNIT_LINE_FILL_TYPE" val="2"/>
  <p:tag name="KSO_WM_UNIT_USESOURCEFORMAT_APPLY" val="1"/>
</p:tagLst>
</file>

<file path=ppt/tags/tag61.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186830"/>
  <p:tag name="KSO_WM_TAG_VERSION" val="1.0"/>
  <p:tag name="KSO_WM_BEAUTIFY_FLAG" val="#wm#"/>
  <p:tag name="KSO_WM_UNIT_TYPE" val="l_h_f"/>
  <p:tag name="KSO_WM_UNIT_INDEX" val="1_2_1"/>
  <p:tag name="KSO_WM_UNIT_ID" val="custom20186830_9*l_h_f*1_2_1"/>
  <p:tag name="KSO_WM_UNIT_CLEAR" val="1"/>
  <p:tag name="KSO_WM_UNIT_LAYERLEVEL" val="1_1_1"/>
  <p:tag name="KSO_WM_UNIT_VALUE" val="16"/>
  <p:tag name="KSO_WM_UNIT_HIGHLIGHT" val="0"/>
  <p:tag name="KSO_WM_UNIT_COMPATIBLE" val="0"/>
  <p:tag name="KSO_WM_UNIT_PRESET_TEXT_INDEX" val="4"/>
  <p:tag name="KSO_WM_UNIT_PRESET_TEXT_LEN" val="26"/>
  <p:tag name="KSO_WM_DIAGRAM_GROUP_CODE" val="l1-1"/>
  <p:tag name="KSO_WM_UNIT_FILL_FORE_SCHEMECOLOR_INDEX" val="10"/>
  <p:tag name="KSO_WM_UNIT_FILL_TYPE" val="1"/>
  <p:tag name="KSO_WM_UNIT_TEXT_FILL_FORE_SCHEMECOLOR_INDEX" val="14"/>
  <p:tag name="KSO_WM_UNIT_TEXT_FILL_TYPE" val="1"/>
  <p:tag name="KSO_WM_UNIT_USESOURCEFORMAT_APPLY" val="1"/>
</p:tagLst>
</file>

<file path=ppt/tags/tag62.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186830"/>
  <p:tag name="KSO_WM_TAG_VERSION" val="1.0"/>
  <p:tag name="KSO_WM_BEAUTIFY_FLAG" val="#wm#"/>
  <p:tag name="KSO_WM_UNIT_CLEAR" val="1"/>
  <p:tag name="KSO_WM_UNIT_TYPE" val="l_h_i"/>
  <p:tag name="KSO_WM_UNIT_INDEX" val="1_2_3"/>
  <p:tag name="KSO_WM_UNIT_ID" val="custom20186830_9*l_h_i*1_2_3"/>
  <p:tag name="KSO_WM_UNIT_LAYERLEVEL" val="1_1_1"/>
  <p:tag name="KSO_WM_DIAGRAM_GROUP_CODE" val="l1-1"/>
  <p:tag name="KSO_WM_UNIT_TEXT_FILL_FORE_SCHEMECOLOR_INDEX" val="13"/>
  <p:tag name="KSO_WM_UNIT_TEXT_FILL_TYPE" val="1"/>
  <p:tag name="KSO_WM_UNIT_USESOURCEFORMAT_APPLY" val="1"/>
</p:tagLst>
</file>

<file path=ppt/tags/tag63.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186830"/>
  <p:tag name="KSO_WM_TAG_VERSION" val="1.0"/>
  <p:tag name="KSO_WM_BEAUTIFY_FLAG" val="#wm#"/>
  <p:tag name="KSO_WM_UNIT_CLEAR" val="1"/>
  <p:tag name="KSO_WM_UNIT_TYPE" val="l_h_i"/>
  <p:tag name="KSO_WM_UNIT_INDEX" val="1_2_1"/>
  <p:tag name="KSO_WM_UNIT_ID" val="custom20186830_9*l_h_i*1_2_1"/>
  <p:tag name="KSO_WM_UNIT_LAYERLEVEL" val="1_1_1"/>
  <p:tag name="KSO_WM_DIAGRAM_GROUP_CODE" val="l1-1"/>
  <p:tag name="KSO_WM_UNIT_LINE_FORE_SCHEMECOLOR_INDEX" val="10"/>
  <p:tag name="KSO_WM_UNIT_LINE_FILL_TYPE" val="2"/>
  <p:tag name="KSO_WM_UNIT_USESOURCEFORMAT_APPLY" val="1"/>
</p:tagLst>
</file>

<file path=ppt/tags/tag64.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186830"/>
  <p:tag name="KSO_WM_TAG_VERSION" val="1.0"/>
  <p:tag name="KSO_WM_BEAUTIFY_FLAG" val="#wm#"/>
  <p:tag name="KSO_WM_UNIT_CLEAR" val="1"/>
  <p:tag name="KSO_WM_UNIT_TYPE" val="l_h_i"/>
  <p:tag name="KSO_WM_UNIT_INDEX" val="1_2_2"/>
  <p:tag name="KSO_WM_UNIT_ID" val="custom20186830_9*l_h_i*1_2_2"/>
  <p:tag name="KSO_WM_UNIT_LAYERLEVEL" val="1_1_1"/>
  <p:tag name="KSO_WM_DIAGRAM_GROUP_CODE" val="l1-1"/>
  <p:tag name="KSO_WM_UNIT_LINE_FORE_SCHEMECOLOR_INDEX" val="10"/>
  <p:tag name="KSO_WM_UNIT_LINE_FILL_TYPE" val="2"/>
  <p:tag name="KSO_WM_UNIT_USESOURCEFORMAT_APPLY" val="1"/>
</p:tagLst>
</file>

<file path=ppt/tags/tag65.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186830"/>
  <p:tag name="KSO_WM_TAG_VERSION" val="1.0"/>
  <p:tag name="KSO_WM_BEAUTIFY_FLAG" val="#wm#"/>
  <p:tag name="KSO_WM_UNIT_TYPE" val="l_h_f"/>
  <p:tag name="KSO_WM_UNIT_INDEX" val="1_2_1"/>
  <p:tag name="KSO_WM_UNIT_ID" val="custom20186830_9*l_h_f*1_2_1"/>
  <p:tag name="KSO_WM_UNIT_CLEAR" val="1"/>
  <p:tag name="KSO_WM_UNIT_LAYERLEVEL" val="1_1_1"/>
  <p:tag name="KSO_WM_UNIT_VALUE" val="16"/>
  <p:tag name="KSO_WM_UNIT_HIGHLIGHT" val="0"/>
  <p:tag name="KSO_WM_UNIT_COMPATIBLE" val="0"/>
  <p:tag name="KSO_WM_UNIT_PRESET_TEXT_INDEX" val="4"/>
  <p:tag name="KSO_WM_UNIT_PRESET_TEXT_LEN" val="26"/>
  <p:tag name="KSO_WM_DIAGRAM_GROUP_CODE" val="l1-1"/>
  <p:tag name="KSO_WM_UNIT_FILL_FORE_SCHEMECOLOR_INDEX" val="10"/>
  <p:tag name="KSO_WM_UNIT_FILL_TYPE" val="1"/>
  <p:tag name="KSO_WM_UNIT_TEXT_FILL_FORE_SCHEMECOLOR_INDEX" val="14"/>
  <p:tag name="KSO_WM_UNIT_TEXT_FILL_TYPE" val="1"/>
  <p:tag name="KSO_WM_UNIT_USESOURCEFORMAT_APPLY" val="1"/>
</p:tagLst>
</file>

<file path=ppt/tags/tag66.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186830"/>
  <p:tag name="KSO_WM_TAG_VERSION" val="1.0"/>
  <p:tag name="KSO_WM_BEAUTIFY_FLAG" val="#wm#"/>
  <p:tag name="KSO_WM_UNIT_CLEAR" val="1"/>
  <p:tag name="KSO_WM_UNIT_TYPE" val="l_h_i"/>
  <p:tag name="KSO_WM_UNIT_INDEX" val="1_2_3"/>
  <p:tag name="KSO_WM_UNIT_ID" val="custom20186830_9*l_h_i*1_2_3"/>
  <p:tag name="KSO_WM_UNIT_LAYERLEVEL" val="1_1_1"/>
  <p:tag name="KSO_WM_DIAGRAM_GROUP_CODE" val="l1-1"/>
  <p:tag name="KSO_WM_UNIT_TEXT_FILL_FORE_SCHEMECOLOR_INDEX" val="13"/>
  <p:tag name="KSO_WM_UNIT_TEXT_FILL_TYPE" val="1"/>
  <p:tag name="KSO_WM_UNIT_USESOURCEFORMAT_APPLY" val="1"/>
</p:tagLst>
</file>

<file path=ppt/tags/tag67.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186830"/>
  <p:tag name="KSO_WM_TAG_VERSION" val="1.0"/>
  <p:tag name="KSO_WM_BEAUTIFY_FLAG" val="#wm#"/>
  <p:tag name="KSO_WM_UNIT_CLEAR" val="1"/>
  <p:tag name="KSO_WM_UNIT_TYPE" val="l_h_i"/>
  <p:tag name="KSO_WM_UNIT_INDEX" val="1_2_1"/>
  <p:tag name="KSO_WM_UNIT_ID" val="custom20186830_9*l_h_i*1_2_1"/>
  <p:tag name="KSO_WM_UNIT_LAYERLEVEL" val="1_1_1"/>
  <p:tag name="KSO_WM_DIAGRAM_GROUP_CODE" val="l1-1"/>
  <p:tag name="KSO_WM_UNIT_LINE_FORE_SCHEMECOLOR_INDEX" val="10"/>
  <p:tag name="KSO_WM_UNIT_LINE_FILL_TYPE" val="2"/>
  <p:tag name="KSO_WM_UNIT_USESOURCEFORMAT_APPLY" val="1"/>
</p:tagLst>
</file>

<file path=ppt/tags/tag68.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186830"/>
  <p:tag name="KSO_WM_TAG_VERSION" val="1.0"/>
  <p:tag name="KSO_WM_BEAUTIFY_FLAG" val="#wm#"/>
  <p:tag name="KSO_WM_UNIT_CLEAR" val="1"/>
  <p:tag name="KSO_WM_UNIT_TYPE" val="l_h_i"/>
  <p:tag name="KSO_WM_UNIT_INDEX" val="1_2_2"/>
  <p:tag name="KSO_WM_UNIT_ID" val="custom20186830_9*l_h_i*1_2_2"/>
  <p:tag name="KSO_WM_UNIT_LAYERLEVEL" val="1_1_1"/>
  <p:tag name="KSO_WM_DIAGRAM_GROUP_CODE" val="l1-1"/>
  <p:tag name="KSO_WM_UNIT_LINE_FORE_SCHEMECOLOR_INDEX" val="10"/>
  <p:tag name="KSO_WM_UNIT_LINE_FILL_TYPE" val="2"/>
  <p:tag name="KSO_WM_UNIT_USESOURCEFORMAT_APPLY" val="1"/>
</p:tagLst>
</file>

<file path=ppt/tags/tag69.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186830"/>
  <p:tag name="KSO_WM_TAG_VERSION" val="1.0"/>
  <p:tag name="KSO_WM_BEAUTIFY_FLAG" val="#wm#"/>
  <p:tag name="KSO_WM_UNIT_TYPE" val="l_h_f"/>
  <p:tag name="KSO_WM_UNIT_INDEX" val="1_2_1"/>
  <p:tag name="KSO_WM_UNIT_ID" val="custom20186830_9*l_h_f*1_2_1"/>
  <p:tag name="KSO_WM_UNIT_CLEAR" val="1"/>
  <p:tag name="KSO_WM_UNIT_LAYERLEVEL" val="1_1_1"/>
  <p:tag name="KSO_WM_UNIT_VALUE" val="16"/>
  <p:tag name="KSO_WM_UNIT_HIGHLIGHT" val="0"/>
  <p:tag name="KSO_WM_UNIT_COMPATIBLE" val="0"/>
  <p:tag name="KSO_WM_UNIT_PRESET_TEXT_INDEX" val="4"/>
  <p:tag name="KSO_WM_UNIT_PRESET_TEXT_LEN" val="26"/>
  <p:tag name="KSO_WM_DIAGRAM_GROUP_CODE" val="l1-1"/>
  <p:tag name="KSO_WM_UNIT_FILL_FORE_SCHEMECOLOR_INDEX" val="10"/>
  <p:tag name="KSO_WM_UNIT_FILL_TYPE" val="1"/>
  <p:tag name="KSO_WM_UNIT_TEXT_FILL_FORE_SCHEMECOLOR_INDEX" val="14"/>
  <p:tag name="KSO_WM_UNIT_TEXT_FILL_TYPE" val="1"/>
  <p:tag name="KSO_WM_UNIT_USESOURCEFORMAT_APPLY" val="1"/>
</p:tagLst>
</file>

<file path=ppt/tags/tag70.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186830"/>
  <p:tag name="KSO_WM_TAG_VERSION" val="1.0"/>
  <p:tag name="KSO_WM_BEAUTIFY_FLAG" val="#wm#"/>
  <p:tag name="KSO_WM_UNIT_CLEAR" val="1"/>
  <p:tag name="KSO_WM_UNIT_TYPE" val="l_h_i"/>
  <p:tag name="KSO_WM_UNIT_INDEX" val="1_2_3"/>
  <p:tag name="KSO_WM_UNIT_ID" val="custom20186830_9*l_h_i*1_2_3"/>
  <p:tag name="KSO_WM_UNIT_LAYERLEVEL" val="1_1_1"/>
  <p:tag name="KSO_WM_DIAGRAM_GROUP_CODE" val="l1-1"/>
  <p:tag name="KSO_WM_UNIT_TEXT_FILL_FORE_SCHEMECOLOR_INDEX" val="13"/>
  <p:tag name="KSO_WM_UNIT_TEXT_FILL_TYPE" val="1"/>
  <p:tag name="KSO_WM_UNIT_USESOURCEFORMAT_APPLY" val="1"/>
</p:tagLst>
</file>

<file path=ppt/tags/tag71.xml><?xml version="1.0" encoding="utf-8"?>
<p:tagLst xmlns:a="http://schemas.openxmlformats.org/drawingml/2006/main" xmlns:r="http://schemas.openxmlformats.org/officeDocument/2006/relationships" xmlns:p="http://schemas.openxmlformats.org/presentationml/2006/main">
  <p:tag name="KSO_WM_DIAGRAM_GROUP_CODE" val="l1_1"/>
  <p:tag name="KSO_WM_TAG_VERSION" val="1.0"/>
  <p:tag name="KSO_WM_BEAUTIFY_FLAG" val="#wm#"/>
  <p:tag name="KSO_WM_UNIT_TYPE" val="i"/>
  <p:tag name="KSO_WM_UNIT_ID" val="custom20186830_5*i*7"/>
  <p:tag name="KSO_WM_TEMPLATE_CATEGORY" val="custom"/>
  <p:tag name="KSO_WM_TEMPLATE_INDEX" val="20186830"/>
  <p:tag name="KSO_WM_UNIT_INDEX" val="7"/>
  <p:tag name="KSO_WM_UNIT_LINE_FORE_SCHEMECOLOR_INDEX" val="9"/>
  <p:tag name="KSO_WM_UNIT_LINE_FILL_TYPE" val="2"/>
  <p:tag name="KSO_WM_UNIT_USESOURCEFORMAT_APPLY" val="0"/>
</p:tagLst>
</file>

<file path=ppt/tags/tag72.xml><?xml version="1.0" encoding="utf-8"?>
<p:tagLst xmlns:a="http://schemas.openxmlformats.org/drawingml/2006/main" xmlns:r="http://schemas.openxmlformats.org/officeDocument/2006/relationships" xmlns:p="http://schemas.openxmlformats.org/presentationml/2006/main">
  <p:tag name="KSO_WM_DIAGRAM_GROUP_CODE" val="l1_1"/>
  <p:tag name="KSO_WM_TAG_VERSION" val="1.0"/>
  <p:tag name="KSO_WM_BEAUTIFY_FLAG" val="#wm#"/>
  <p:tag name="KSO_WM_UNIT_TYPE" val="i"/>
  <p:tag name="KSO_WM_UNIT_ID" val="custom20186830_5*i*8"/>
  <p:tag name="KSO_WM_TEMPLATE_CATEGORY" val="custom"/>
  <p:tag name="KSO_WM_TEMPLATE_INDEX" val="20186830"/>
  <p:tag name="KSO_WM_UNIT_INDEX" val="8"/>
  <p:tag name="KSO_WM_UNIT_LINE_FORE_SCHEMECOLOR_INDEX" val="9"/>
  <p:tag name="KSO_WM_UNIT_LINE_FILL_TYPE" val="2"/>
  <p:tag name="KSO_WM_UNIT_USESOURCEFORMAT_APPLY" val="0"/>
</p:tagLst>
</file>

<file path=ppt/tags/tag73.xml><?xml version="1.0" encoding="utf-8"?>
<p:tagLst xmlns:a="http://schemas.openxmlformats.org/drawingml/2006/main" xmlns:r="http://schemas.openxmlformats.org/officeDocument/2006/relationships" xmlns:p="http://schemas.openxmlformats.org/presentationml/2006/main">
  <p:tag name="KSO_WM_DIAGRAM_GROUP_CODE" val="l1_1"/>
  <p:tag name="KSO_WM_TAG_VERSION" val="1.0"/>
  <p:tag name="KSO_WM_BEAUTIFY_FLAG" val="#wm#"/>
  <p:tag name="KSO_WM_UNIT_TYPE" val="i"/>
  <p:tag name="KSO_WM_UNIT_ID" val="custom20186830_5*i*9"/>
  <p:tag name="KSO_WM_TEMPLATE_CATEGORY" val="custom"/>
  <p:tag name="KSO_WM_TEMPLATE_INDEX" val="20186830"/>
  <p:tag name="KSO_WM_UNIT_INDEX" val="9"/>
  <p:tag name="KSO_WM_UNIT_LINE_FORE_SCHEMECOLOR_INDEX" val="9"/>
  <p:tag name="KSO_WM_UNIT_LINE_FILL_TYPE" val="2"/>
  <p:tag name="KSO_WM_UNIT_USESOURCEFORMAT_APPLY" val="0"/>
</p:tagLst>
</file>

<file path=ppt/tags/tag74.xml><?xml version="1.0" encoding="utf-8"?>
<p:tagLst xmlns:a="http://schemas.openxmlformats.org/drawingml/2006/main" xmlns:r="http://schemas.openxmlformats.org/officeDocument/2006/relationships" xmlns:p="http://schemas.openxmlformats.org/presentationml/2006/main">
  <p:tag name="KSO_WM_SLIDE_SIZE" val="631*425"/>
  <p:tag name="KSO_WM_SLIDE_POSITION" val="49*57"/>
  <p:tag name="KSO_WM_SLIDE_LAYOUT_CNT" val="1_1_1"/>
  <p:tag name="KSO_WM_SLIDE_LAYOUT" val="a_f_d"/>
  <p:tag name="KSO_WM_BEAUTIFY_FLAG" val="#wm#"/>
  <p:tag name="KSO_WM_SLIDE_TYPE" val="text"/>
  <p:tag name="KSO_WM_SLIDE_ITEM_CNT" val="2"/>
  <p:tag name="KSO_WM_SLIDE_INDEX" val="4"/>
  <p:tag name="KSO_WM_SLIDE_ID" val="custom20186830_4"/>
  <p:tag name="KSO_WM_TAG_VERSION" val="1.0"/>
  <p:tag name="KSO_WM_TEMPLATE_INDEX" val="20186830"/>
  <p:tag name="KSO_WM_TEMPLATE_CATEGORY" val="custom"/>
  <p:tag name="KSO_WM_SLIDE_SUBTYPE" val="picTxt"/>
</p:tagLst>
</file>

<file path=ppt/tags/tag75.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186830"/>
  <p:tag name="KSO_WM_TAG_VERSION" val="1.0"/>
  <p:tag name="KSO_WM_BEAUTIFY_FLAG" val="#wm#"/>
  <p:tag name="KSO_WM_UNIT_PRESET_TEXT_LEN" val="17"/>
  <p:tag name="KSO_WM_UNIT_PRESET_TEXT_INDEX" val="3"/>
  <p:tag name="KSO_WM_UNIT_CLEAR" val="0"/>
  <p:tag name="KSO_WM_UNIT_COMPATIBLE" val="0"/>
  <p:tag name="KSO_WM_UNIT_HIGHLIGHT" val="0"/>
  <p:tag name="KSO_WM_UNIT_ISCONTENTSTITLE" val="0"/>
  <p:tag name="KSO_WM_UNIT_VALUE" val="16"/>
  <p:tag name="KSO_WM_UNIT_LAYERLEVEL" val="1"/>
  <p:tag name="KSO_WM_UNIT_INDEX" val="1"/>
  <p:tag name="KSO_WM_UNIT_ID" val="custom20186830_4*a*1"/>
  <p:tag name="KSO_WM_UNIT_TYPE" val="a"/>
</p:tagLst>
</file>

<file path=ppt/tags/tag76.xml><?xml version="1.0" encoding="utf-8"?>
<p:tagLst xmlns:a="http://schemas.openxmlformats.org/drawingml/2006/main" xmlns:r="http://schemas.openxmlformats.org/officeDocument/2006/relationships" xmlns:p="http://schemas.openxmlformats.org/presentationml/2006/main">
  <p:tag name="KSO_WM_DIAGRAM_GROUP_CODE" val="l1_1"/>
  <p:tag name="KSO_WM_TAG_VERSION" val="1.0"/>
  <p:tag name="KSO_WM_BEAUTIFY_FLAG" val="#wm#"/>
  <p:tag name="KSO_WM_UNIT_TYPE" val="i"/>
  <p:tag name="KSO_WM_UNIT_ID" val="custom20186830_5*i*7"/>
  <p:tag name="KSO_WM_TEMPLATE_CATEGORY" val="custom"/>
  <p:tag name="KSO_WM_TEMPLATE_INDEX" val="20186830"/>
  <p:tag name="KSO_WM_UNIT_INDEX" val="7"/>
  <p:tag name="KSO_WM_UNIT_LINE_FORE_SCHEMECOLOR_INDEX" val="9"/>
  <p:tag name="KSO_WM_UNIT_LINE_FILL_TYPE" val="2"/>
  <p:tag name="KSO_WM_UNIT_USESOURCEFORMAT_APPLY" val="0"/>
</p:tagLst>
</file>

<file path=ppt/tags/tag77.xml><?xml version="1.0" encoding="utf-8"?>
<p:tagLst xmlns:a="http://schemas.openxmlformats.org/drawingml/2006/main" xmlns:r="http://schemas.openxmlformats.org/officeDocument/2006/relationships" xmlns:p="http://schemas.openxmlformats.org/presentationml/2006/main">
  <p:tag name="KSO_WM_DIAGRAM_GROUP_CODE" val="l1_1"/>
  <p:tag name="KSO_WM_TAG_VERSION" val="1.0"/>
  <p:tag name="KSO_WM_BEAUTIFY_FLAG" val="#wm#"/>
  <p:tag name="KSO_WM_UNIT_TYPE" val="i"/>
  <p:tag name="KSO_WM_UNIT_ID" val="custom20186830_5*i*8"/>
  <p:tag name="KSO_WM_TEMPLATE_CATEGORY" val="custom"/>
  <p:tag name="KSO_WM_TEMPLATE_INDEX" val="20186830"/>
  <p:tag name="KSO_WM_UNIT_INDEX" val="8"/>
  <p:tag name="KSO_WM_UNIT_LINE_FORE_SCHEMECOLOR_INDEX" val="9"/>
  <p:tag name="KSO_WM_UNIT_LINE_FILL_TYPE" val="2"/>
  <p:tag name="KSO_WM_UNIT_USESOURCEFORMAT_APPLY" val="0"/>
</p:tagLst>
</file>

<file path=ppt/tags/tag78.xml><?xml version="1.0" encoding="utf-8"?>
<p:tagLst xmlns:a="http://schemas.openxmlformats.org/drawingml/2006/main" xmlns:r="http://schemas.openxmlformats.org/officeDocument/2006/relationships" xmlns:p="http://schemas.openxmlformats.org/presentationml/2006/main">
  <p:tag name="KSO_WM_DIAGRAM_GROUP_CODE" val="l1_1"/>
  <p:tag name="KSO_WM_TAG_VERSION" val="1.0"/>
  <p:tag name="KSO_WM_BEAUTIFY_FLAG" val="#wm#"/>
  <p:tag name="KSO_WM_UNIT_TYPE" val="i"/>
  <p:tag name="KSO_WM_UNIT_ID" val="custom20186830_5*i*9"/>
  <p:tag name="KSO_WM_TEMPLATE_CATEGORY" val="custom"/>
  <p:tag name="KSO_WM_TEMPLATE_INDEX" val="20186830"/>
  <p:tag name="KSO_WM_UNIT_INDEX" val="9"/>
  <p:tag name="KSO_WM_UNIT_LINE_FORE_SCHEMECOLOR_INDEX" val="9"/>
  <p:tag name="KSO_WM_UNIT_LINE_FILL_TYPE" val="2"/>
  <p:tag name="KSO_WM_UNIT_USESOURCEFORMAT_APPLY" val="0"/>
</p:tagLst>
</file>

<file path=ppt/tags/tag79.xml><?xml version="1.0" encoding="utf-8"?>
<p:tagLst xmlns:a="http://schemas.openxmlformats.org/drawingml/2006/main" xmlns:r="http://schemas.openxmlformats.org/officeDocument/2006/relationships" xmlns:p="http://schemas.openxmlformats.org/presentationml/2006/main">
  <p:tag name="KSO_WM_SLIDE_SIZE" val="631*425"/>
  <p:tag name="KSO_WM_SLIDE_POSITION" val="49*57"/>
  <p:tag name="KSO_WM_SLIDE_LAYOUT_CNT" val="1_1_1"/>
  <p:tag name="KSO_WM_SLIDE_LAYOUT" val="a_f_d"/>
  <p:tag name="KSO_WM_BEAUTIFY_FLAG" val="#wm#"/>
  <p:tag name="KSO_WM_SLIDE_TYPE" val="text"/>
  <p:tag name="KSO_WM_SLIDE_ITEM_CNT" val="2"/>
  <p:tag name="KSO_WM_SLIDE_INDEX" val="4"/>
  <p:tag name="KSO_WM_SLIDE_ID" val="custom20186830_4"/>
  <p:tag name="KSO_WM_TAG_VERSION" val="1.0"/>
  <p:tag name="KSO_WM_TEMPLATE_INDEX" val="20186830"/>
  <p:tag name="KSO_WM_TEMPLATE_CATEGORY" val="custom"/>
  <p:tag name="KSO_WM_SLIDE_SUBTYPE" val="picTxt"/>
</p:tagLst>
</file>

<file path=ppt/tags/tag80.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186830"/>
  <p:tag name="KSO_WM_TAG_VERSION" val="1.0"/>
  <p:tag name="KSO_WM_BEAUTIFY_FLAG" val="#wm#"/>
  <p:tag name="KSO_WM_UNIT_PRESET_TEXT_LEN" val="17"/>
  <p:tag name="KSO_WM_UNIT_PRESET_TEXT_INDEX" val="3"/>
  <p:tag name="KSO_WM_UNIT_CLEAR" val="0"/>
  <p:tag name="KSO_WM_UNIT_COMPATIBLE" val="0"/>
  <p:tag name="KSO_WM_UNIT_HIGHLIGHT" val="0"/>
  <p:tag name="KSO_WM_UNIT_ISCONTENTSTITLE" val="0"/>
  <p:tag name="KSO_WM_UNIT_VALUE" val="16"/>
  <p:tag name="KSO_WM_UNIT_LAYERLEVEL" val="1"/>
  <p:tag name="KSO_WM_UNIT_INDEX" val="1"/>
  <p:tag name="KSO_WM_UNIT_ID" val="custom20186830_4*a*1"/>
  <p:tag name="KSO_WM_UNIT_TYPE" val="a"/>
</p:tagLst>
</file>

<file path=ppt/tags/tag81.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7885"/>
  <p:tag name="KSO_WM_UNIT_TYPE" val="n_h_h_i"/>
  <p:tag name="KSO_WM_UNIT_INDEX" val="1_1_1_1"/>
  <p:tag name="KSO_WM_UNIT_ID" val="diagram20187885_3*n_h_h_i*1_1_1_1"/>
  <p:tag name="KSO_WM_UNIT_LAYERLEVEL" val="1_1_1_1"/>
  <p:tag name="KSO_WM_BEAUTIFY_FLAG" val="#wm#"/>
  <p:tag name="KSO_WM_TAG_VERSION" val="1.0"/>
  <p:tag name="KSO_WM_DIAGRAM_GROUP_CODE" val="n1-1"/>
  <p:tag name="KSO_WM_UNIT_HIGHLIGHT" val="0"/>
  <p:tag name="KSO_WM_UNIT_COMPATIBLE" val="0"/>
  <p:tag name="KSO_WM_UNIT_LINE_FORE_SCHEMECOLOR_INDEX" val="7"/>
  <p:tag name="KSO_WM_UNIT_LINE_FILL_TYPE" val="2"/>
  <p:tag name="KSO_WM_UNIT_TEXT_FILL_FORE_SCHEMECOLOR_INDEX" val="13"/>
  <p:tag name="KSO_WM_UNIT_TEXT_FILL_TYPE" val="1"/>
</p:tagLst>
</file>

<file path=ppt/tags/tag82.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7885"/>
  <p:tag name="KSO_WM_UNIT_TYPE" val="n_h_h_i"/>
  <p:tag name="KSO_WM_UNIT_INDEX" val="1_1_4_2"/>
  <p:tag name="KSO_WM_UNIT_ID" val="diagram20187885_3*n_h_h_i*1_1_4_2"/>
  <p:tag name="KSO_WM_UNIT_LAYERLEVEL" val="1_1_1_1"/>
  <p:tag name="KSO_WM_BEAUTIFY_FLAG" val="#wm#"/>
  <p:tag name="KSO_WM_TAG_VERSION" val="1.0"/>
  <p:tag name="KSO_WM_DIAGRAM_GROUP_CODE" val="n1-1"/>
  <p:tag name="KSO_WM_UNIT_HIGHLIGHT" val="0"/>
  <p:tag name="KSO_WM_UNIT_COMPATIBLE" val="0"/>
  <p:tag name="KSO_WM_UNIT_LINE_FORE_SCHEMECOLOR_INDEX" val="8"/>
  <p:tag name="KSO_WM_UNIT_LINE_FILL_TYPE" val="2"/>
  <p:tag name="KSO_WM_UNIT_TEXT_FILL_FORE_SCHEMECOLOR_INDEX" val="13"/>
  <p:tag name="KSO_WM_UNIT_TEXT_FILL_TYPE" val="1"/>
</p:tagLst>
</file>

<file path=ppt/tags/tag83.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7885"/>
  <p:tag name="KSO_WM_UNIT_TYPE" val="n_h_h_i"/>
  <p:tag name="KSO_WM_UNIT_INDEX" val="1_1_2_2"/>
  <p:tag name="KSO_WM_UNIT_ID" val="diagram20187885_3*n_h_h_i*1_1_2_2"/>
  <p:tag name="KSO_WM_UNIT_LAYERLEVEL" val="1_1_1_1"/>
  <p:tag name="KSO_WM_BEAUTIFY_FLAG" val="#wm#"/>
  <p:tag name="KSO_WM_TAG_VERSION" val="1.0"/>
  <p:tag name="KSO_WM_DIAGRAM_GROUP_CODE" val="n1-1"/>
  <p:tag name="KSO_WM_UNIT_HIGHLIGHT" val="0"/>
  <p:tag name="KSO_WM_UNIT_COMPATIBLE" val="0"/>
  <p:tag name="KSO_WM_UNIT_LINE_FORE_SCHEMECOLOR_INDEX" val="5"/>
  <p:tag name="KSO_WM_UNIT_LINE_FILL_TYPE" val="2"/>
  <p:tag name="KSO_WM_UNIT_TEXT_FILL_FORE_SCHEMECOLOR_INDEX" val="13"/>
  <p:tag name="KSO_WM_UNIT_TEXT_FILL_TYPE" val="1"/>
</p:tagLst>
</file>

<file path=ppt/tags/tag84.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7885"/>
  <p:tag name="KSO_WM_UNIT_TYPE" val="n_h_h_i"/>
  <p:tag name="KSO_WM_UNIT_INDEX" val="1_1_1_2"/>
  <p:tag name="KSO_WM_UNIT_ID" val="diagram20187885_3*n_h_h_i*1_1_1_2"/>
  <p:tag name="KSO_WM_UNIT_LAYERLEVEL" val="1_1_1_1"/>
  <p:tag name="KSO_WM_BEAUTIFY_FLAG" val="#wm#"/>
  <p:tag name="KSO_WM_TAG_VERSION" val="1.0"/>
  <p:tag name="KSO_WM_DIAGRAM_GROUP_CODE" val="n1-1"/>
  <p:tag name="KSO_WM_UNIT_HIGHLIGHT" val="0"/>
  <p:tag name="KSO_WM_UNIT_COMPATIBLE" val="0"/>
  <p:tag name="KSO_WM_UNIT_FILL_FORE_SCHEMECOLOR_INDEX" val="16"/>
  <p:tag name="KSO_WM_UNIT_FILL_TYPE" val="1"/>
  <p:tag name="KSO_WM_UNIT_LINE_FORE_SCHEMECOLOR_INDEX" val="7"/>
  <p:tag name="KSO_WM_UNIT_LINE_FILL_TYPE" val="2"/>
  <p:tag name="KSO_WM_UNIT_TEXT_FILL_FORE_SCHEMECOLOR_INDEX" val="13"/>
  <p:tag name="KSO_WM_UNIT_TEXT_FILL_TYPE" val="1"/>
</p:tagLst>
</file>

<file path=ppt/tags/tag85.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7885"/>
  <p:tag name="KSO_WM_UNIT_TYPE" val="n_h_h_i"/>
  <p:tag name="KSO_WM_UNIT_INDEX" val="1_1_4_1"/>
  <p:tag name="KSO_WM_UNIT_ID" val="diagram20187885_3*n_h_h_i*1_1_4_1"/>
  <p:tag name="KSO_WM_UNIT_LAYERLEVEL" val="1_1_1_1"/>
  <p:tag name="KSO_WM_BEAUTIFY_FLAG" val="#wm#"/>
  <p:tag name="KSO_WM_TAG_VERSION" val="1.0"/>
  <p:tag name="KSO_WM_DIAGRAM_GROUP_CODE" val="n1-1"/>
  <p:tag name="KSO_WM_UNIT_HIGHLIGHT" val="0"/>
  <p:tag name="KSO_WM_UNIT_COMPATIBLE" val="0"/>
  <p:tag name="KSO_WM_UNIT_FILL_FORE_SCHEMECOLOR_INDEX" val="16"/>
  <p:tag name="KSO_WM_UNIT_FILL_TYPE" val="1"/>
  <p:tag name="KSO_WM_UNIT_LINE_FORE_SCHEMECOLOR_INDEX" val="8"/>
  <p:tag name="KSO_WM_UNIT_LINE_FILL_TYPE" val="2"/>
  <p:tag name="KSO_WM_UNIT_TEXT_FILL_FORE_SCHEMECOLOR_INDEX" val="13"/>
  <p:tag name="KSO_WM_UNIT_TEXT_FILL_TYPE" val="1"/>
</p:tagLst>
</file>

<file path=ppt/tags/tag86.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7885"/>
  <p:tag name="KSO_WM_UNIT_TYPE" val="n_h_h_i"/>
  <p:tag name="KSO_WM_UNIT_INDEX" val="1_1_3_2"/>
  <p:tag name="KSO_WM_UNIT_ID" val="diagram20187885_3*n_h_h_i*1_1_3_2"/>
  <p:tag name="KSO_WM_UNIT_LAYERLEVEL" val="1_1_1_1"/>
  <p:tag name="KSO_WM_BEAUTIFY_FLAG" val="#wm#"/>
  <p:tag name="KSO_WM_TAG_VERSION" val="1.0"/>
  <p:tag name="KSO_WM_DIAGRAM_GROUP_CODE" val="n1-1"/>
  <p:tag name="KSO_WM_UNIT_HIGHLIGHT" val="0"/>
  <p:tag name="KSO_WM_UNIT_COMPATIBLE" val="0"/>
  <p:tag name="KSO_WM_UNIT_LINE_FORE_SCHEMECOLOR_INDEX" val="6"/>
  <p:tag name="KSO_WM_UNIT_LINE_FILL_TYPE" val="2"/>
  <p:tag name="KSO_WM_UNIT_TEXT_FILL_FORE_SCHEMECOLOR_INDEX" val="13"/>
  <p:tag name="KSO_WM_UNIT_TEXT_FILL_TYPE" val="1"/>
</p:tagLst>
</file>

<file path=ppt/tags/tag87.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7885"/>
  <p:tag name="KSO_WM_UNIT_TYPE" val="n_h_h_i"/>
  <p:tag name="KSO_WM_UNIT_INDEX" val="1_1_3_1"/>
  <p:tag name="KSO_WM_UNIT_ID" val="diagram20187885_3*n_h_h_i*1_1_3_1"/>
  <p:tag name="KSO_WM_UNIT_LAYERLEVEL" val="1_1_1_1"/>
  <p:tag name="KSO_WM_BEAUTIFY_FLAG" val="#wm#"/>
  <p:tag name="KSO_WM_TAG_VERSION" val="1.0"/>
  <p:tag name="KSO_WM_DIAGRAM_GROUP_CODE" val="n1-1"/>
  <p:tag name="KSO_WM_UNIT_HIGHLIGHT" val="0"/>
  <p:tag name="KSO_WM_UNIT_COMPATIBLE" val="0"/>
  <p:tag name="KSO_WM_UNIT_FILL_FORE_SCHEMECOLOR_INDEX" val="16"/>
  <p:tag name="KSO_WM_UNIT_FILL_TYPE" val="1"/>
  <p:tag name="KSO_WM_UNIT_LINE_FORE_SCHEMECOLOR_INDEX" val="6"/>
  <p:tag name="KSO_WM_UNIT_LINE_FILL_TYPE" val="2"/>
  <p:tag name="KSO_WM_UNIT_TEXT_FILL_FORE_SCHEMECOLOR_INDEX" val="13"/>
  <p:tag name="KSO_WM_UNIT_TEXT_FILL_TYPE" val="1"/>
</p:tagLst>
</file>

<file path=ppt/tags/tag88.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7885"/>
  <p:tag name="KSO_WM_UNIT_TYPE" val="n_h_h_i"/>
  <p:tag name="KSO_WM_UNIT_INDEX" val="1_1_2_1"/>
  <p:tag name="KSO_WM_UNIT_ID" val="diagram20187885_3*n_h_h_i*1_1_2_1"/>
  <p:tag name="KSO_WM_UNIT_LAYERLEVEL" val="1_1_1_1"/>
  <p:tag name="KSO_WM_BEAUTIFY_FLAG" val="#wm#"/>
  <p:tag name="KSO_WM_TAG_VERSION" val="1.0"/>
  <p:tag name="KSO_WM_DIAGRAM_GROUP_CODE" val="n1-1"/>
  <p:tag name="KSO_WM_UNIT_HIGHLIGHT" val="0"/>
  <p:tag name="KSO_WM_UNIT_COMPATIBLE" val="0"/>
  <p:tag name="KSO_WM_UNIT_FILL_FORE_SCHEMECOLOR_INDEX" val="16"/>
  <p:tag name="KSO_WM_UNIT_FILL_TYPE" val="1"/>
  <p:tag name="KSO_WM_UNIT_LINE_FORE_SCHEMECOLOR_INDEX" val="5"/>
  <p:tag name="KSO_WM_UNIT_LINE_FILL_TYPE" val="2"/>
  <p:tag name="KSO_WM_UNIT_TEXT_FILL_FORE_SCHEMECOLOR_INDEX" val="13"/>
  <p:tag name="KSO_WM_UNIT_TEXT_FILL_TYPE" val="1"/>
</p:tagLst>
</file>

<file path=ppt/tags/tag89.xml><?xml version="1.0" encoding="utf-8"?>
<p:tagLst xmlns:a="http://schemas.openxmlformats.org/drawingml/2006/main" xmlns:r="http://schemas.openxmlformats.org/officeDocument/2006/relationships" xmlns:p="http://schemas.openxmlformats.org/presentationml/2006/main">
  <p:tag name="KSO_WM_UNIT_PRESET_TEXT" val="单击此处添加文本具体内容"/>
  <p:tag name="KSO_WM_UNIT_VALUE" val="24"/>
  <p:tag name="KSO_WM_UNIT_HIGHLIGHT" val="0"/>
  <p:tag name="KSO_WM_UNIT_COMPATIBLE" val="0"/>
  <p:tag name="KSO_WM_DIAGRAM_GROUP_CODE" val="n1-1"/>
  <p:tag name="KSO_WM_UNIT_TYPE" val="n_h_f"/>
  <p:tag name="KSO_WM_UNIT_INDEX" val="1_2_1"/>
  <p:tag name="KSO_WM_UNIT_ID" val="diagram20187885_3*n_h_f*1_2_1"/>
  <p:tag name="KSO_WM_TEMPLATE_CATEGORY" val="diagram"/>
  <p:tag name="KSO_WM_TEMPLATE_INDEX" val="20187885"/>
  <p:tag name="KSO_WM_UNIT_LAYERLEVEL" val="1_1_1"/>
  <p:tag name="KSO_WM_TAG_VERSION" val="1.0"/>
  <p:tag name="KSO_WM_BEAUTIFY_FLAG" val="#wm#"/>
  <p:tag name="KSO_WM_UNIT_TEXT_FILL_FORE_SCHEMECOLOR_INDEX" val="13"/>
  <p:tag name="KSO_WM_UNIT_TEXT_FILL_TYPE" val="1"/>
</p:tagLst>
</file>

<file path=ppt/tags/tag90.xml><?xml version="1.0" encoding="utf-8"?>
<p:tagLst xmlns:a="http://schemas.openxmlformats.org/drawingml/2006/main" xmlns:r="http://schemas.openxmlformats.org/officeDocument/2006/relationships" xmlns:p="http://schemas.openxmlformats.org/presentationml/2006/main">
  <p:tag name="KSO_WM_UNIT_PRESET_TEXT" val="单击此处添加文本具体内容"/>
  <p:tag name="KSO_WM_UNIT_VALUE" val="24"/>
  <p:tag name="KSO_WM_UNIT_HIGHLIGHT" val="0"/>
  <p:tag name="KSO_WM_UNIT_COMPATIBLE" val="0"/>
  <p:tag name="KSO_WM_DIAGRAM_GROUP_CODE" val="n1-1"/>
  <p:tag name="KSO_WM_UNIT_TYPE" val="n_h_h_f"/>
  <p:tag name="KSO_WM_UNIT_INDEX" val="1_1_1_1"/>
  <p:tag name="KSO_WM_UNIT_ID" val="diagram20187885_3*n_h_h_f*1_1_1_1"/>
  <p:tag name="KSO_WM_TEMPLATE_CATEGORY" val="diagram"/>
  <p:tag name="KSO_WM_TEMPLATE_INDEX" val="20187885"/>
  <p:tag name="KSO_WM_UNIT_LAYERLEVEL" val="1_1_1_1"/>
  <p:tag name="KSO_WM_TAG_VERSION" val="1.0"/>
  <p:tag name="KSO_WM_BEAUTIFY_FLAG" val="#wm#"/>
  <p:tag name="KSO_WM_UNIT_TEXT_FILL_FORE_SCHEMECOLOR_INDEX" val="13"/>
  <p:tag name="KSO_WM_UNIT_TEXT_FILL_TYPE" val="1"/>
</p:tagLst>
</file>

<file path=ppt/tags/tag91.xml><?xml version="1.0" encoding="utf-8"?>
<p:tagLst xmlns:a="http://schemas.openxmlformats.org/drawingml/2006/main" xmlns:r="http://schemas.openxmlformats.org/officeDocument/2006/relationships" xmlns:p="http://schemas.openxmlformats.org/presentationml/2006/main">
  <p:tag name="KSO_WM_UNIT_PRESET_TEXT" val="单击此处添加文本具体内容"/>
  <p:tag name="KSO_WM_UNIT_VALUE" val="24"/>
  <p:tag name="KSO_WM_UNIT_HIGHLIGHT" val="0"/>
  <p:tag name="KSO_WM_UNIT_COMPATIBLE" val="0"/>
  <p:tag name="KSO_WM_DIAGRAM_GROUP_CODE" val="n1-1"/>
  <p:tag name="KSO_WM_UNIT_TYPE" val="n_h_h_f"/>
  <p:tag name="KSO_WM_UNIT_INDEX" val="1_1_2_1"/>
  <p:tag name="KSO_WM_UNIT_ID" val="diagram20187885_3*n_h_h_f*1_1_2_1"/>
  <p:tag name="KSO_WM_TEMPLATE_CATEGORY" val="diagram"/>
  <p:tag name="KSO_WM_TEMPLATE_INDEX" val="20187885"/>
  <p:tag name="KSO_WM_UNIT_LAYERLEVEL" val="1_1_1_1"/>
  <p:tag name="KSO_WM_TAG_VERSION" val="1.0"/>
  <p:tag name="KSO_WM_BEAUTIFY_FLAG" val="#wm#"/>
  <p:tag name="KSO_WM_UNIT_TEXT_FILL_FORE_SCHEMECOLOR_INDEX" val="13"/>
  <p:tag name="KSO_WM_UNIT_TEXT_FILL_TYPE" val="1"/>
</p:tagLst>
</file>

<file path=ppt/tags/tag92.xml><?xml version="1.0" encoding="utf-8"?>
<p:tagLst xmlns:a="http://schemas.openxmlformats.org/drawingml/2006/main" xmlns:r="http://schemas.openxmlformats.org/officeDocument/2006/relationships" xmlns:p="http://schemas.openxmlformats.org/presentationml/2006/main">
  <p:tag name="KSO_WM_UNIT_PRESET_TEXT" val="单击此处添加文本具体内容"/>
  <p:tag name="KSO_WM_UNIT_VALUE" val="24"/>
  <p:tag name="KSO_WM_UNIT_HIGHLIGHT" val="0"/>
  <p:tag name="KSO_WM_UNIT_COMPATIBLE" val="0"/>
  <p:tag name="KSO_WM_DIAGRAM_GROUP_CODE" val="n1-1"/>
  <p:tag name="KSO_WM_UNIT_TYPE" val="n_h_h_f"/>
  <p:tag name="KSO_WM_UNIT_INDEX" val="1_1_3_1"/>
  <p:tag name="KSO_WM_UNIT_ID" val="diagram20187885_3*n_h_h_f*1_1_3_1"/>
  <p:tag name="KSO_WM_TEMPLATE_CATEGORY" val="diagram"/>
  <p:tag name="KSO_WM_TEMPLATE_INDEX" val="20187885"/>
  <p:tag name="KSO_WM_UNIT_LAYERLEVEL" val="1_1_1_1"/>
  <p:tag name="KSO_WM_TAG_VERSION" val="1.0"/>
  <p:tag name="KSO_WM_BEAUTIFY_FLAG" val="#wm#"/>
  <p:tag name="KSO_WM_UNIT_TEXT_FILL_FORE_SCHEMECOLOR_INDEX" val="13"/>
  <p:tag name="KSO_WM_UNIT_TEXT_FILL_TYPE" val="1"/>
</p:tagLst>
</file>

<file path=ppt/tags/tag93.xml><?xml version="1.0" encoding="utf-8"?>
<p:tagLst xmlns:a="http://schemas.openxmlformats.org/drawingml/2006/main" xmlns:r="http://schemas.openxmlformats.org/officeDocument/2006/relationships" xmlns:p="http://schemas.openxmlformats.org/presentationml/2006/main">
  <p:tag name="KSO_WM_UNIT_PRESET_TEXT" val="单击此处添加文本具体内容"/>
  <p:tag name="KSO_WM_UNIT_VALUE" val="24"/>
  <p:tag name="KSO_WM_UNIT_HIGHLIGHT" val="0"/>
  <p:tag name="KSO_WM_UNIT_COMPATIBLE" val="0"/>
  <p:tag name="KSO_WM_DIAGRAM_GROUP_CODE" val="n1-1"/>
  <p:tag name="KSO_WM_UNIT_TYPE" val="n_h_h_f"/>
  <p:tag name="KSO_WM_UNIT_INDEX" val="1_1_4_1"/>
  <p:tag name="KSO_WM_UNIT_ID" val="diagram20187885_3*n_h_h_f*1_1_4_1"/>
  <p:tag name="KSO_WM_TEMPLATE_CATEGORY" val="diagram"/>
  <p:tag name="KSO_WM_TEMPLATE_INDEX" val="20187885"/>
  <p:tag name="KSO_WM_UNIT_LAYERLEVEL" val="1_1_1_1"/>
  <p:tag name="KSO_WM_TAG_VERSION" val="1.0"/>
  <p:tag name="KSO_WM_BEAUTIFY_FLAG" val="#wm#"/>
  <p:tag name="KSO_WM_UNIT_TEXT_FILL_FORE_SCHEMECOLOR_INDEX" val="13"/>
  <p:tag name="KSO_WM_UNIT_TEXT_FILL_TYPE" val="1"/>
</p:tagLst>
</file>

<file path=ppt/tags/tag94.xml><?xml version="1.0" encoding="utf-8"?>
<p:tagLst xmlns:a="http://schemas.openxmlformats.org/drawingml/2006/main" xmlns:r="http://schemas.openxmlformats.org/officeDocument/2006/relationships" xmlns:p="http://schemas.openxmlformats.org/presentationml/2006/main">
  <p:tag name="KSO_WM_DIAGRAM_GROUP_CODE" val="l1_1"/>
  <p:tag name="KSO_WM_TAG_VERSION" val="1.0"/>
  <p:tag name="KSO_WM_BEAUTIFY_FLAG" val="#wm#"/>
  <p:tag name="KSO_WM_UNIT_TYPE" val="i"/>
  <p:tag name="KSO_WM_UNIT_ID" val="custom20186830_5*i*7"/>
  <p:tag name="KSO_WM_TEMPLATE_CATEGORY" val="custom"/>
  <p:tag name="KSO_WM_TEMPLATE_INDEX" val="20186830"/>
  <p:tag name="KSO_WM_UNIT_INDEX" val="7"/>
  <p:tag name="KSO_WM_UNIT_LINE_FORE_SCHEMECOLOR_INDEX" val="9"/>
  <p:tag name="KSO_WM_UNIT_LINE_FILL_TYPE" val="2"/>
  <p:tag name="KSO_WM_UNIT_USESOURCEFORMAT_APPLY" val="0"/>
</p:tagLst>
</file>

<file path=ppt/tags/tag95.xml><?xml version="1.0" encoding="utf-8"?>
<p:tagLst xmlns:a="http://schemas.openxmlformats.org/drawingml/2006/main" xmlns:r="http://schemas.openxmlformats.org/officeDocument/2006/relationships" xmlns:p="http://schemas.openxmlformats.org/presentationml/2006/main">
  <p:tag name="KSO_WM_DIAGRAM_GROUP_CODE" val="l1_1"/>
  <p:tag name="KSO_WM_TAG_VERSION" val="1.0"/>
  <p:tag name="KSO_WM_BEAUTIFY_FLAG" val="#wm#"/>
  <p:tag name="KSO_WM_UNIT_TYPE" val="i"/>
  <p:tag name="KSO_WM_UNIT_ID" val="custom20186830_5*i*8"/>
  <p:tag name="KSO_WM_TEMPLATE_CATEGORY" val="custom"/>
  <p:tag name="KSO_WM_TEMPLATE_INDEX" val="20186830"/>
  <p:tag name="KSO_WM_UNIT_INDEX" val="8"/>
  <p:tag name="KSO_WM_UNIT_LINE_FORE_SCHEMECOLOR_INDEX" val="9"/>
  <p:tag name="KSO_WM_UNIT_LINE_FILL_TYPE" val="2"/>
  <p:tag name="KSO_WM_UNIT_USESOURCEFORMAT_APPLY" val="0"/>
</p:tagLst>
</file>

<file path=ppt/tags/tag96.xml><?xml version="1.0" encoding="utf-8"?>
<p:tagLst xmlns:a="http://schemas.openxmlformats.org/drawingml/2006/main" xmlns:r="http://schemas.openxmlformats.org/officeDocument/2006/relationships" xmlns:p="http://schemas.openxmlformats.org/presentationml/2006/main">
  <p:tag name="KSO_WM_DIAGRAM_GROUP_CODE" val="l1_1"/>
  <p:tag name="KSO_WM_TAG_VERSION" val="1.0"/>
  <p:tag name="KSO_WM_BEAUTIFY_FLAG" val="#wm#"/>
  <p:tag name="KSO_WM_UNIT_TYPE" val="i"/>
  <p:tag name="KSO_WM_UNIT_ID" val="custom20186830_5*i*9"/>
  <p:tag name="KSO_WM_TEMPLATE_CATEGORY" val="custom"/>
  <p:tag name="KSO_WM_TEMPLATE_INDEX" val="20186830"/>
  <p:tag name="KSO_WM_UNIT_INDEX" val="9"/>
  <p:tag name="KSO_WM_UNIT_LINE_FORE_SCHEMECOLOR_INDEX" val="9"/>
  <p:tag name="KSO_WM_UNIT_LINE_FILL_TYPE" val="2"/>
  <p:tag name="KSO_WM_UNIT_USESOURCEFORMAT_APPLY" val="0"/>
</p:tagLst>
</file>

<file path=ppt/tags/tag97.xml><?xml version="1.0" encoding="utf-8"?>
<p:tagLst xmlns:a="http://schemas.openxmlformats.org/drawingml/2006/main" xmlns:r="http://schemas.openxmlformats.org/officeDocument/2006/relationships" xmlns:p="http://schemas.openxmlformats.org/presentationml/2006/main">
  <p:tag name="KSO_WM_SLIDE_SIZE" val="631*425"/>
  <p:tag name="KSO_WM_SLIDE_POSITION" val="49*57"/>
  <p:tag name="KSO_WM_SLIDE_LAYOUT_CNT" val="1_1_1"/>
  <p:tag name="KSO_WM_SLIDE_LAYOUT" val="a_f_d"/>
  <p:tag name="KSO_WM_BEAUTIFY_FLAG" val="#wm#"/>
  <p:tag name="KSO_WM_SLIDE_TYPE" val="text"/>
  <p:tag name="KSO_WM_SLIDE_ITEM_CNT" val="2"/>
  <p:tag name="KSO_WM_SLIDE_INDEX" val="4"/>
  <p:tag name="KSO_WM_SLIDE_ID" val="custom20186830_4"/>
  <p:tag name="KSO_WM_TAG_VERSION" val="1.0"/>
  <p:tag name="KSO_WM_TEMPLATE_INDEX" val="20186830"/>
  <p:tag name="KSO_WM_TEMPLATE_CATEGORY" val="custom"/>
  <p:tag name="KSO_WM_SLIDE_SUBTYPE" val="picTxt"/>
</p:tagLst>
</file>

<file path=ppt/tags/tag98.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186830"/>
  <p:tag name="KSO_WM_TAG_VERSION" val="1.0"/>
  <p:tag name="KSO_WM_BEAUTIFY_FLAG" val="#wm#"/>
  <p:tag name="KSO_WM_UNIT_PRESET_TEXT_LEN" val="17"/>
  <p:tag name="KSO_WM_UNIT_PRESET_TEXT_INDEX" val="3"/>
  <p:tag name="KSO_WM_UNIT_CLEAR" val="0"/>
  <p:tag name="KSO_WM_UNIT_COMPATIBLE" val="0"/>
  <p:tag name="KSO_WM_UNIT_HIGHLIGHT" val="0"/>
  <p:tag name="KSO_WM_UNIT_ISCONTENTSTITLE" val="0"/>
  <p:tag name="KSO_WM_UNIT_VALUE" val="16"/>
  <p:tag name="KSO_WM_UNIT_LAYERLEVEL" val="1"/>
  <p:tag name="KSO_WM_UNIT_INDEX" val="1"/>
  <p:tag name="KSO_WM_UNIT_ID" val="custom20186830_4*a*1"/>
  <p:tag name="KSO_WM_UNIT_TYPE" val="a"/>
</p:tagLst>
</file>

<file path=ppt/tags/tag9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160433"/>
  <p:tag name="KSO_WM_UNIT_ID" val="diagram160433_2*m_i*1_1"/>
  <p:tag name="KSO_WM_UNIT_TYPE" val="m_i"/>
  <p:tag name="KSO_WM_UNIT_INDEX" val="1_1"/>
  <p:tag name="KSO_WM_UNIT_CLEAR" val="1"/>
  <p:tag name="KSO_WM_UNIT_LAYERLEVEL" val="1_1"/>
  <p:tag name="KSO_WM_DIAGRAM_GROUP_CODE" val="m1-1"/>
  <p:tag name="KSO_WM_UNIT_LINE_FORE_SCHEMECOLOR_INDEX" val="13"/>
  <p:tag name="KSO_WM_UNIT_LINE_FILL_TYPE" val="2"/>
</p:tagLst>
</file>

<file path=ppt/tags/tag10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160433_2*i*2"/>
  <p:tag name="KSO_WM_TEMPLATE_CATEGORY" val="diagram"/>
  <p:tag name="KSO_WM_TEMPLATE_INDEX" val="160433"/>
  <p:tag name="KSO_WM_UNIT_INDEX" val="2"/>
</p:tagLst>
</file>

<file path=ppt/tags/tag10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160433"/>
  <p:tag name="KSO_WM_UNIT_ID" val="diagram160433_2*m_h_a*1_1_1"/>
  <p:tag name="KSO_WM_UNIT_TYPE" val="m_h_a"/>
  <p:tag name="KSO_WM_UNIT_INDEX" val="1_1_1"/>
  <p:tag name="KSO_WM_UNIT_CLEAR" val="1"/>
  <p:tag name="KSO_WM_UNIT_LAYERLEVEL" val="1_1_1"/>
  <p:tag name="KSO_WM_UNIT_VALUE" val="24"/>
  <p:tag name="KSO_WM_UNIT_HIGHLIGHT" val="0"/>
  <p:tag name="KSO_WM_UNIT_COMPATIBLE" val="0"/>
  <p:tag name="KSO_WM_UNIT_PRESET_TEXT_INDEX" val="4"/>
  <p:tag name="KSO_WM_UNIT_PRESET_TEXT_LEN" val="12"/>
  <p:tag name="KSO_WM_DIAGRAM_GROUP_CODE" val="m1-1"/>
  <p:tag name="KSO_WM_UNIT_TEXT_FILL_FORE_SCHEMECOLOR_INDEX" val="13"/>
  <p:tag name="KSO_WM_UNIT_TEXT_FILL_TYPE" val="1"/>
</p:tagLst>
</file>

<file path=ppt/tags/tag10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160433_2*i*12"/>
  <p:tag name="KSO_WM_TEMPLATE_CATEGORY" val="diagram"/>
  <p:tag name="KSO_WM_TEMPLATE_INDEX" val="160433"/>
  <p:tag name="KSO_WM_UNIT_INDEX" val="12"/>
</p:tagLst>
</file>

<file path=ppt/tags/tag10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160433_2*i*21"/>
  <p:tag name="KSO_WM_TEMPLATE_CATEGORY" val="diagram"/>
  <p:tag name="KSO_WM_TEMPLATE_INDEX" val="160433"/>
  <p:tag name="KSO_WM_UNIT_INDEX" val="21"/>
</p:tagLst>
</file>

<file path=ppt/tags/tag10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160433_2*i*30"/>
  <p:tag name="KSO_WM_TEMPLATE_CATEGORY" val="diagram"/>
  <p:tag name="KSO_WM_TEMPLATE_INDEX" val="160433"/>
  <p:tag name="KSO_WM_UNIT_INDEX" val="30"/>
</p:tagLst>
</file>

<file path=ppt/tags/tag10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160433"/>
  <p:tag name="KSO_WM_UNIT_ID" val="diagram160433_2*m_h_a*1_3_1"/>
  <p:tag name="KSO_WM_UNIT_TYPE" val="m_h_a"/>
  <p:tag name="KSO_WM_UNIT_INDEX" val="1_3_1"/>
  <p:tag name="KSO_WM_UNIT_CLEAR" val="1"/>
  <p:tag name="KSO_WM_UNIT_LAYERLEVEL" val="1_1_1"/>
  <p:tag name="KSO_WM_UNIT_VALUE" val="24"/>
  <p:tag name="KSO_WM_UNIT_HIGHLIGHT" val="0"/>
  <p:tag name="KSO_WM_UNIT_COMPATIBLE" val="0"/>
  <p:tag name="KSO_WM_UNIT_PRESET_TEXT_INDEX" val="4"/>
  <p:tag name="KSO_WM_UNIT_PRESET_TEXT_LEN" val="12"/>
  <p:tag name="KSO_WM_DIAGRAM_GROUP_CODE" val="m1-1"/>
  <p:tag name="KSO_WM_UNIT_TEXT_FILL_FORE_SCHEMECOLOR_INDEX" val="13"/>
  <p:tag name="KSO_WM_UNIT_TEXT_FILL_TYPE" val="1"/>
</p:tagLst>
</file>

<file path=ppt/tags/tag10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160433"/>
  <p:tag name="KSO_WM_UNIT_ID" val="diagram160433_2*m_h_a*1_4_1"/>
  <p:tag name="KSO_WM_UNIT_TYPE" val="m_h_a"/>
  <p:tag name="KSO_WM_UNIT_INDEX" val="1_4_1"/>
  <p:tag name="KSO_WM_UNIT_CLEAR" val="1"/>
  <p:tag name="KSO_WM_UNIT_LAYERLEVEL" val="1_1_1"/>
  <p:tag name="KSO_WM_UNIT_VALUE" val="24"/>
  <p:tag name="KSO_WM_UNIT_HIGHLIGHT" val="0"/>
  <p:tag name="KSO_WM_UNIT_COMPATIBLE" val="0"/>
  <p:tag name="KSO_WM_UNIT_PRESET_TEXT_INDEX" val="4"/>
  <p:tag name="KSO_WM_UNIT_PRESET_TEXT_LEN" val="12"/>
  <p:tag name="KSO_WM_DIAGRAM_GROUP_CODE" val="m1-1"/>
  <p:tag name="KSO_WM_UNIT_TEXT_FILL_FORE_SCHEMECOLOR_INDEX" val="13"/>
  <p:tag name="KSO_WM_UNIT_TEXT_FILL_TYPE" val="1"/>
</p:tagLst>
</file>

<file path=ppt/tags/tag10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160433"/>
  <p:tag name="KSO_WM_UNIT_ID" val="diagram160433_2*m_h_a*1_2_1"/>
  <p:tag name="KSO_WM_UNIT_TYPE" val="m_h_a"/>
  <p:tag name="KSO_WM_UNIT_INDEX" val="1_2_1"/>
  <p:tag name="KSO_WM_UNIT_CLEAR" val="1"/>
  <p:tag name="KSO_WM_UNIT_LAYERLEVEL" val="1_1_1"/>
  <p:tag name="KSO_WM_UNIT_VALUE" val="24"/>
  <p:tag name="KSO_WM_UNIT_HIGHLIGHT" val="0"/>
  <p:tag name="KSO_WM_UNIT_COMPATIBLE" val="0"/>
  <p:tag name="KSO_WM_UNIT_PRESET_TEXT_INDEX" val="4"/>
  <p:tag name="KSO_WM_UNIT_PRESET_TEXT_LEN" val="12"/>
  <p:tag name="KSO_WM_DIAGRAM_GROUP_CODE" val="m1-1"/>
  <p:tag name="KSO_WM_UNIT_TEXT_FILL_FORE_SCHEMECOLOR_INDEX" val="13"/>
  <p:tag name="KSO_WM_UNIT_TEXT_FILL_TYPE" val="1"/>
</p:tagLst>
</file>

<file path=ppt/tags/tag10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160433"/>
  <p:tag name="KSO_WM_UNIT_ID" val="diagram160433_2*m_h_f*1_4_1"/>
  <p:tag name="KSO_WM_UNIT_TYPE" val="m_h_f"/>
  <p:tag name="KSO_WM_UNIT_INDEX" val="1_4_1"/>
  <p:tag name="KSO_WM_UNIT_CLEAR" val="1"/>
  <p:tag name="KSO_WM_UNIT_LAYERLEVEL" val="1_1_1"/>
  <p:tag name="KSO_WM_UNIT_VALUE" val="63"/>
  <p:tag name="KSO_WM_UNIT_HIGHLIGHT" val="0"/>
  <p:tag name="KSO_WM_UNIT_COMPATIBLE" val="0"/>
  <p:tag name="KSO_WM_UNIT_PRESET_TEXT_INDEX" val="4"/>
  <p:tag name="KSO_WM_UNIT_PRESET_TEXT_LEN" val="26"/>
  <p:tag name="KSO_WM_DIAGRAM_GROUP_CODE" val="m1-1"/>
  <p:tag name="KSO_WM_UNIT_FILL_FORE_SCHEMECOLOR_INDEX" val="8"/>
  <p:tag name="KSO_WM_UNIT_FILL_TYPE" val="1"/>
  <p:tag name="KSO_WM_UNIT_TEXT_FILL_FORE_SCHEMECOLOR_INDEX" val="8"/>
  <p:tag name="KSO_WM_UNIT_TEXT_FILL_TYPE" val="1"/>
</p:tagLst>
</file>

<file path=ppt/tags/tag10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160433"/>
  <p:tag name="KSO_WM_UNIT_ID" val="diagram160433_2*m_i*1_11"/>
  <p:tag name="KSO_WM_UNIT_TYPE" val="m_i"/>
  <p:tag name="KSO_WM_UNIT_INDEX" val="1_11"/>
  <p:tag name="KSO_WM_UNIT_CLEAR" val="1"/>
  <p:tag name="KSO_WM_UNIT_LAYERLEVEL" val="1_1"/>
  <p:tag name="KSO_WM_DIAGRAM_GROUP_CODE" val="m1-1"/>
  <p:tag name="KSO_WM_UNIT_FILL_FORE_SCHEMECOLOR_INDEX" val="6"/>
  <p:tag name="KSO_WM_UNIT_FILL_TYPE" val="1"/>
  <p:tag name="KSO_WM_UNIT_LINE_FORE_SCHEMECOLOR_INDEX" val="14"/>
  <p:tag name="KSO_WM_UNIT_LINE_FILL_TYPE" val="2"/>
  <p:tag name="KSO_WM_UNIT_TEXT_FILL_FORE_SCHEMECOLOR_INDEX" val="2"/>
  <p:tag name="KSO_WM_UNIT_TEXT_FILL_TYPE" val="1"/>
</p:tagLst>
</file>

<file path=ppt/tags/tag11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160433"/>
  <p:tag name="KSO_WM_UNIT_ID" val="diagram160433_2*m_i*1_12"/>
  <p:tag name="KSO_WM_UNIT_TYPE" val="m_i"/>
  <p:tag name="KSO_WM_UNIT_INDEX" val="1_12"/>
  <p:tag name="KSO_WM_UNIT_CLEAR" val="1"/>
  <p:tag name="KSO_WM_UNIT_LAYERLEVEL" val="1_1"/>
  <p:tag name="KSO_WM_DIAGRAM_GROUP_CODE" val="m1-1"/>
  <p:tag name="KSO_WM_UNIT_FILL_FORE_SCHEMECOLOR_INDEX" val="14"/>
  <p:tag name="KSO_WM_UNIT_FILL_TYPE" val="1"/>
  <p:tag name="KSO_WM_UNIT_TEXT_FILL_FORE_SCHEMECOLOR_INDEX" val="2"/>
  <p:tag name="KSO_WM_UNIT_TEXT_FILL_TYPE" val="1"/>
</p:tagLst>
</file>

<file path=ppt/tags/tag11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160433"/>
  <p:tag name="KSO_WM_UNIT_ID" val="diagram160433_2*m_i*1_13"/>
  <p:tag name="KSO_WM_UNIT_TYPE" val="m_i"/>
  <p:tag name="KSO_WM_UNIT_INDEX" val="1_13"/>
  <p:tag name="KSO_WM_UNIT_CLEAR" val="1"/>
  <p:tag name="KSO_WM_UNIT_LAYERLEVEL" val="1_1"/>
  <p:tag name="KSO_WM_DIAGRAM_GROUP_CODE" val="m1-1"/>
  <p:tag name="KSO_WM_UNIT_FILL_FORE_SCHEMECOLOR_INDEX" val="14"/>
  <p:tag name="KSO_WM_UNIT_FILL_TYPE" val="1"/>
  <p:tag name="KSO_WM_UNIT_LINE_FORE_SCHEMECOLOR_INDEX" val="13"/>
  <p:tag name="KSO_WM_UNIT_LINE_FILL_TYPE" val="2"/>
  <p:tag name="KSO_WM_UNIT_TEXT_FILL_FORE_SCHEMECOLOR_INDEX" val="2"/>
  <p:tag name="KSO_WM_UNIT_TEXT_FILL_TYPE" val="1"/>
</p:tagLst>
</file>

<file path=ppt/tags/tag11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160433"/>
  <p:tag name="KSO_WM_UNIT_ID" val="diagram160433_2*m_h_f*1_3_1"/>
  <p:tag name="KSO_WM_UNIT_TYPE" val="m_h_f"/>
  <p:tag name="KSO_WM_UNIT_INDEX" val="1_3_1"/>
  <p:tag name="KSO_WM_UNIT_CLEAR" val="1"/>
  <p:tag name="KSO_WM_UNIT_LAYERLEVEL" val="1_1_1"/>
  <p:tag name="KSO_WM_UNIT_VALUE" val="63"/>
  <p:tag name="KSO_WM_UNIT_HIGHLIGHT" val="0"/>
  <p:tag name="KSO_WM_UNIT_COMPATIBLE" val="0"/>
  <p:tag name="KSO_WM_UNIT_PRESET_TEXT_INDEX" val="4"/>
  <p:tag name="KSO_WM_UNIT_PRESET_TEXT_LEN" val="26"/>
  <p:tag name="KSO_WM_DIAGRAM_GROUP_CODE" val="m1-1"/>
  <p:tag name="KSO_WM_UNIT_FILL_FORE_SCHEMECOLOR_INDEX" val="7"/>
  <p:tag name="KSO_WM_UNIT_FILL_TYPE" val="1"/>
  <p:tag name="KSO_WM_UNIT_TEXT_FILL_FORE_SCHEMECOLOR_INDEX" val="7"/>
  <p:tag name="KSO_WM_UNIT_TEXT_FILL_TYPE" val="1"/>
</p:tagLst>
</file>

<file path=ppt/tags/tag11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160433"/>
  <p:tag name="KSO_WM_UNIT_ID" val="diagram160433_2*m_i*1_8"/>
  <p:tag name="KSO_WM_UNIT_TYPE" val="m_i"/>
  <p:tag name="KSO_WM_UNIT_INDEX" val="1_8"/>
  <p:tag name="KSO_WM_UNIT_CLEAR" val="1"/>
  <p:tag name="KSO_WM_UNIT_LAYERLEVEL" val="1_1"/>
  <p:tag name="KSO_WM_DIAGRAM_GROUP_CODE" val="m1-1"/>
  <p:tag name="KSO_WM_UNIT_FILL_FORE_SCHEMECOLOR_INDEX" val="6"/>
  <p:tag name="KSO_WM_UNIT_FILL_TYPE" val="1"/>
  <p:tag name="KSO_WM_UNIT_LINE_FORE_SCHEMECOLOR_INDEX" val="14"/>
  <p:tag name="KSO_WM_UNIT_LINE_FILL_TYPE" val="2"/>
  <p:tag name="KSO_WM_UNIT_TEXT_FILL_FORE_SCHEMECOLOR_INDEX" val="2"/>
  <p:tag name="KSO_WM_UNIT_TEXT_FILL_TYPE" val="1"/>
</p:tagLst>
</file>

<file path=ppt/tags/tag11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160433"/>
  <p:tag name="KSO_WM_UNIT_ID" val="diagram160433_2*m_i*1_9"/>
  <p:tag name="KSO_WM_UNIT_TYPE" val="m_i"/>
  <p:tag name="KSO_WM_UNIT_INDEX" val="1_9"/>
  <p:tag name="KSO_WM_UNIT_CLEAR" val="1"/>
  <p:tag name="KSO_WM_UNIT_LAYERLEVEL" val="1_1"/>
  <p:tag name="KSO_WM_DIAGRAM_GROUP_CODE" val="m1-1"/>
  <p:tag name="KSO_WM_UNIT_FILL_FORE_SCHEMECOLOR_INDEX" val="14"/>
  <p:tag name="KSO_WM_UNIT_FILL_TYPE" val="1"/>
  <p:tag name="KSO_WM_UNIT_TEXT_FILL_FORE_SCHEMECOLOR_INDEX" val="2"/>
  <p:tag name="KSO_WM_UNIT_TEXT_FILL_TYPE" val="1"/>
</p:tagLst>
</file>

<file path=ppt/tags/tag11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160433"/>
  <p:tag name="KSO_WM_UNIT_ID" val="diagram160433_2*m_i*1_10"/>
  <p:tag name="KSO_WM_UNIT_TYPE" val="m_i"/>
  <p:tag name="KSO_WM_UNIT_INDEX" val="1_10"/>
  <p:tag name="KSO_WM_UNIT_CLEAR" val="1"/>
  <p:tag name="KSO_WM_UNIT_LAYERLEVEL" val="1_1"/>
  <p:tag name="KSO_WM_DIAGRAM_GROUP_CODE" val="m1-1"/>
  <p:tag name="KSO_WM_UNIT_FILL_FORE_SCHEMECOLOR_INDEX" val="14"/>
  <p:tag name="KSO_WM_UNIT_FILL_TYPE" val="1"/>
  <p:tag name="KSO_WM_UNIT_LINE_FORE_SCHEMECOLOR_INDEX" val="13"/>
  <p:tag name="KSO_WM_UNIT_LINE_FILL_TYPE" val="2"/>
  <p:tag name="KSO_WM_UNIT_TEXT_FILL_FORE_SCHEMECOLOR_INDEX" val="2"/>
  <p:tag name="KSO_WM_UNIT_TEXT_FILL_TYPE" val="1"/>
</p:tagLst>
</file>

<file path=ppt/tags/tag11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160433"/>
  <p:tag name="KSO_WM_UNIT_ID" val="diagram160433_2*m_h_f*1_2_1"/>
  <p:tag name="KSO_WM_UNIT_TYPE" val="m_h_f"/>
  <p:tag name="KSO_WM_UNIT_INDEX" val="1_2_1"/>
  <p:tag name="KSO_WM_UNIT_CLEAR" val="1"/>
  <p:tag name="KSO_WM_UNIT_LAYERLEVEL" val="1_1_1"/>
  <p:tag name="KSO_WM_UNIT_VALUE" val="63"/>
  <p:tag name="KSO_WM_UNIT_HIGHLIGHT" val="0"/>
  <p:tag name="KSO_WM_UNIT_COMPATIBLE" val="0"/>
  <p:tag name="KSO_WM_UNIT_PRESET_TEXT_INDEX" val="4"/>
  <p:tag name="KSO_WM_UNIT_PRESET_TEXT_LEN" val="26"/>
  <p:tag name="KSO_WM_DIAGRAM_GROUP_CODE" val="m1-1"/>
  <p:tag name="KSO_WM_UNIT_FILL_FORE_SCHEMECOLOR_INDEX" val="6"/>
  <p:tag name="KSO_WM_UNIT_FILL_TYPE" val="1"/>
  <p:tag name="KSO_WM_UNIT_TEXT_FILL_FORE_SCHEMECOLOR_INDEX" val="6"/>
  <p:tag name="KSO_WM_UNIT_TEXT_FILL_TYPE" val="1"/>
</p:tagLst>
</file>

<file path=ppt/tags/tag11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160433"/>
  <p:tag name="KSO_WM_UNIT_ID" val="diagram160433_2*m_i*1_5"/>
  <p:tag name="KSO_WM_UNIT_TYPE" val="m_i"/>
  <p:tag name="KSO_WM_UNIT_INDEX" val="1_5"/>
  <p:tag name="KSO_WM_UNIT_CLEAR" val="1"/>
  <p:tag name="KSO_WM_UNIT_LAYERLEVEL" val="1_1"/>
  <p:tag name="KSO_WM_DIAGRAM_GROUP_CODE" val="m1-1"/>
  <p:tag name="KSO_WM_UNIT_FILL_FORE_SCHEMECOLOR_INDEX" val="6"/>
  <p:tag name="KSO_WM_UNIT_FILL_TYPE" val="1"/>
  <p:tag name="KSO_WM_UNIT_LINE_FORE_SCHEMECOLOR_INDEX" val="14"/>
  <p:tag name="KSO_WM_UNIT_LINE_FILL_TYPE" val="2"/>
  <p:tag name="KSO_WM_UNIT_TEXT_FILL_FORE_SCHEMECOLOR_INDEX" val="2"/>
  <p:tag name="KSO_WM_UNIT_TEXT_FILL_TYPE" val="1"/>
</p:tagLst>
</file>

<file path=ppt/tags/tag11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160433"/>
  <p:tag name="KSO_WM_UNIT_ID" val="diagram160433_2*m_i*1_6"/>
  <p:tag name="KSO_WM_UNIT_TYPE" val="m_i"/>
  <p:tag name="KSO_WM_UNIT_INDEX" val="1_6"/>
  <p:tag name="KSO_WM_UNIT_CLEAR" val="1"/>
  <p:tag name="KSO_WM_UNIT_LAYERLEVEL" val="1_1"/>
  <p:tag name="KSO_WM_DIAGRAM_GROUP_CODE" val="m1-1"/>
  <p:tag name="KSO_WM_UNIT_FILL_FORE_SCHEMECOLOR_INDEX" val="14"/>
  <p:tag name="KSO_WM_UNIT_FILL_TYPE" val="1"/>
  <p:tag name="KSO_WM_UNIT_TEXT_FILL_FORE_SCHEMECOLOR_INDEX" val="2"/>
  <p:tag name="KSO_WM_UNIT_TEXT_FILL_TYPE" val="1"/>
</p:tagLst>
</file>

<file path=ppt/tags/tag11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160433"/>
  <p:tag name="KSO_WM_UNIT_ID" val="diagram160433_2*m_i*1_7"/>
  <p:tag name="KSO_WM_UNIT_TYPE" val="m_i"/>
  <p:tag name="KSO_WM_UNIT_INDEX" val="1_7"/>
  <p:tag name="KSO_WM_UNIT_CLEAR" val="1"/>
  <p:tag name="KSO_WM_UNIT_LAYERLEVEL" val="1_1"/>
  <p:tag name="KSO_WM_DIAGRAM_GROUP_CODE" val="m1-1"/>
  <p:tag name="KSO_WM_UNIT_FILL_FORE_SCHEMECOLOR_INDEX" val="14"/>
  <p:tag name="KSO_WM_UNIT_FILL_TYPE" val="1"/>
  <p:tag name="KSO_WM_UNIT_LINE_FORE_SCHEMECOLOR_INDEX" val="13"/>
  <p:tag name="KSO_WM_UNIT_LINE_FILL_TYPE" val="2"/>
  <p:tag name="KSO_WM_UNIT_TEXT_FILL_FORE_SCHEMECOLOR_INDEX" val="2"/>
  <p:tag name="KSO_WM_UNIT_TEXT_FILL_TYPE" val="1"/>
</p:tagLst>
</file>

<file path=ppt/tags/tag12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160433"/>
  <p:tag name="KSO_WM_UNIT_ID" val="diagram160433_2*m_h_f*1_1_1"/>
  <p:tag name="KSO_WM_UNIT_TYPE" val="m_h_f"/>
  <p:tag name="KSO_WM_UNIT_INDEX" val="1_1_1"/>
  <p:tag name="KSO_WM_UNIT_CLEAR" val="1"/>
  <p:tag name="KSO_WM_UNIT_LAYERLEVEL" val="1_1_1"/>
  <p:tag name="KSO_WM_UNIT_VALUE" val="63"/>
  <p:tag name="KSO_WM_UNIT_HIGHLIGHT" val="0"/>
  <p:tag name="KSO_WM_UNIT_COMPATIBLE" val="0"/>
  <p:tag name="KSO_WM_UNIT_PRESET_TEXT_INDEX" val="4"/>
  <p:tag name="KSO_WM_UNIT_PRESET_TEXT_LEN" val="26"/>
  <p:tag name="KSO_WM_DIAGRAM_GROUP_CODE" val="m1-1"/>
  <p:tag name="KSO_WM_UNIT_FILL_FORE_SCHEMECOLOR_INDEX" val="5"/>
  <p:tag name="KSO_WM_UNIT_FILL_TYPE" val="1"/>
  <p:tag name="KSO_WM_UNIT_TEXT_FILL_FORE_SCHEMECOLOR_INDEX" val="5"/>
  <p:tag name="KSO_WM_UNIT_TEXT_FILL_TYPE" val="1"/>
</p:tagLst>
</file>

<file path=ppt/tags/tag12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160433"/>
  <p:tag name="KSO_WM_UNIT_ID" val="diagram160433_2*m_i*1_2"/>
  <p:tag name="KSO_WM_UNIT_TYPE" val="m_i"/>
  <p:tag name="KSO_WM_UNIT_INDEX" val="1_2"/>
  <p:tag name="KSO_WM_UNIT_CLEAR" val="1"/>
  <p:tag name="KSO_WM_UNIT_LAYERLEVEL" val="1_1"/>
  <p:tag name="KSO_WM_DIAGRAM_GROUP_CODE" val="m1-1"/>
  <p:tag name="KSO_WM_UNIT_FILL_FORE_SCHEMECOLOR_INDEX" val="5"/>
  <p:tag name="KSO_WM_UNIT_FILL_TYPE" val="1"/>
  <p:tag name="KSO_WM_UNIT_LINE_FORE_SCHEMECOLOR_INDEX" val="14"/>
  <p:tag name="KSO_WM_UNIT_LINE_FILL_TYPE" val="2"/>
  <p:tag name="KSO_WM_UNIT_TEXT_FILL_FORE_SCHEMECOLOR_INDEX" val="2"/>
  <p:tag name="KSO_WM_UNIT_TEXT_FILL_TYPE" val="1"/>
</p:tagLst>
</file>

<file path=ppt/tags/tag12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160433"/>
  <p:tag name="KSO_WM_UNIT_ID" val="diagram160433_2*m_i*1_3"/>
  <p:tag name="KSO_WM_UNIT_TYPE" val="m_i"/>
  <p:tag name="KSO_WM_UNIT_INDEX" val="1_3"/>
  <p:tag name="KSO_WM_UNIT_CLEAR" val="1"/>
  <p:tag name="KSO_WM_UNIT_LAYERLEVEL" val="1_1"/>
  <p:tag name="KSO_WM_DIAGRAM_GROUP_CODE" val="m1-1"/>
  <p:tag name="KSO_WM_UNIT_FILL_FORE_SCHEMECOLOR_INDEX" val="14"/>
  <p:tag name="KSO_WM_UNIT_FILL_TYPE" val="1"/>
  <p:tag name="KSO_WM_UNIT_TEXT_FILL_FORE_SCHEMECOLOR_INDEX" val="2"/>
  <p:tag name="KSO_WM_UNIT_TEXT_FILL_TYPE" val="1"/>
</p:tagLst>
</file>

<file path=ppt/tags/tag12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160433"/>
  <p:tag name="KSO_WM_UNIT_ID" val="diagram160433_2*m_i*1_4"/>
  <p:tag name="KSO_WM_UNIT_TYPE" val="m_i"/>
  <p:tag name="KSO_WM_UNIT_INDEX" val="1_4"/>
  <p:tag name="KSO_WM_UNIT_CLEAR" val="1"/>
  <p:tag name="KSO_WM_UNIT_LAYERLEVEL" val="1_1"/>
  <p:tag name="KSO_WM_DIAGRAM_GROUP_CODE" val="m1-1"/>
  <p:tag name="KSO_WM_UNIT_FILL_FORE_SCHEMECOLOR_INDEX" val="14"/>
  <p:tag name="KSO_WM_UNIT_FILL_TYPE" val="1"/>
  <p:tag name="KSO_WM_UNIT_LINE_FORE_SCHEMECOLOR_INDEX" val="13"/>
  <p:tag name="KSO_WM_UNIT_LINE_FILL_TYPE" val="2"/>
  <p:tag name="KSO_WM_UNIT_TEXT_FILL_FORE_SCHEMECOLOR_INDEX" val="2"/>
  <p:tag name="KSO_WM_UNIT_TEXT_FILL_TYPE" val="1"/>
</p:tagLst>
</file>

<file path=ppt/tags/tag124.xml><?xml version="1.0" encoding="utf-8"?>
<p:tagLst xmlns:a="http://schemas.openxmlformats.org/drawingml/2006/main" xmlns:r="http://schemas.openxmlformats.org/officeDocument/2006/relationships" xmlns:p="http://schemas.openxmlformats.org/presentationml/2006/main">
  <p:tag name="KSO_WM_DIAGRAM_GROUP_CODE" val="l1_1"/>
  <p:tag name="KSO_WM_TAG_VERSION" val="1.0"/>
  <p:tag name="KSO_WM_BEAUTIFY_FLAG" val="#wm#"/>
  <p:tag name="KSO_WM_UNIT_TYPE" val="i"/>
  <p:tag name="KSO_WM_UNIT_ID" val="custom20186830_5*i*7"/>
  <p:tag name="KSO_WM_TEMPLATE_CATEGORY" val="custom"/>
  <p:tag name="KSO_WM_TEMPLATE_INDEX" val="20186830"/>
  <p:tag name="KSO_WM_UNIT_INDEX" val="7"/>
  <p:tag name="KSO_WM_UNIT_LINE_FORE_SCHEMECOLOR_INDEX" val="9"/>
  <p:tag name="KSO_WM_UNIT_LINE_FILL_TYPE" val="2"/>
  <p:tag name="KSO_WM_UNIT_USESOURCEFORMAT_APPLY" val="0"/>
</p:tagLst>
</file>

<file path=ppt/tags/tag125.xml><?xml version="1.0" encoding="utf-8"?>
<p:tagLst xmlns:a="http://schemas.openxmlformats.org/drawingml/2006/main" xmlns:r="http://schemas.openxmlformats.org/officeDocument/2006/relationships" xmlns:p="http://schemas.openxmlformats.org/presentationml/2006/main">
  <p:tag name="KSO_WM_DIAGRAM_GROUP_CODE" val="l1_1"/>
  <p:tag name="KSO_WM_TAG_VERSION" val="1.0"/>
  <p:tag name="KSO_WM_BEAUTIFY_FLAG" val="#wm#"/>
  <p:tag name="KSO_WM_UNIT_TYPE" val="i"/>
  <p:tag name="KSO_WM_UNIT_ID" val="custom20186830_5*i*8"/>
  <p:tag name="KSO_WM_TEMPLATE_CATEGORY" val="custom"/>
  <p:tag name="KSO_WM_TEMPLATE_INDEX" val="20186830"/>
  <p:tag name="KSO_WM_UNIT_INDEX" val="8"/>
  <p:tag name="KSO_WM_UNIT_LINE_FORE_SCHEMECOLOR_INDEX" val="9"/>
  <p:tag name="KSO_WM_UNIT_LINE_FILL_TYPE" val="2"/>
  <p:tag name="KSO_WM_UNIT_USESOURCEFORMAT_APPLY" val="0"/>
</p:tagLst>
</file>

<file path=ppt/tags/tag126.xml><?xml version="1.0" encoding="utf-8"?>
<p:tagLst xmlns:a="http://schemas.openxmlformats.org/drawingml/2006/main" xmlns:r="http://schemas.openxmlformats.org/officeDocument/2006/relationships" xmlns:p="http://schemas.openxmlformats.org/presentationml/2006/main">
  <p:tag name="KSO_WM_DIAGRAM_GROUP_CODE" val="l1_1"/>
  <p:tag name="KSO_WM_TAG_VERSION" val="1.0"/>
  <p:tag name="KSO_WM_BEAUTIFY_FLAG" val="#wm#"/>
  <p:tag name="KSO_WM_UNIT_TYPE" val="i"/>
  <p:tag name="KSO_WM_UNIT_ID" val="custom20186830_5*i*9"/>
  <p:tag name="KSO_WM_TEMPLATE_CATEGORY" val="custom"/>
  <p:tag name="KSO_WM_TEMPLATE_INDEX" val="20186830"/>
  <p:tag name="KSO_WM_UNIT_INDEX" val="9"/>
  <p:tag name="KSO_WM_UNIT_LINE_FORE_SCHEMECOLOR_INDEX" val="9"/>
  <p:tag name="KSO_WM_UNIT_LINE_FILL_TYPE" val="2"/>
  <p:tag name="KSO_WM_UNIT_USESOURCEFORMAT_APPLY" val="0"/>
</p:tagLst>
</file>

<file path=ppt/tags/tag127.xml><?xml version="1.0" encoding="utf-8"?>
<p:tagLst xmlns:a="http://schemas.openxmlformats.org/drawingml/2006/main" xmlns:r="http://schemas.openxmlformats.org/officeDocument/2006/relationships" xmlns:p="http://schemas.openxmlformats.org/presentationml/2006/main">
  <p:tag name="KSO_WM_SLIDE_SIZE" val="631*425"/>
  <p:tag name="KSO_WM_SLIDE_POSITION" val="49*57"/>
  <p:tag name="KSO_WM_SLIDE_LAYOUT_CNT" val="1_1_1"/>
  <p:tag name="KSO_WM_SLIDE_LAYOUT" val="a_f_d"/>
  <p:tag name="KSO_WM_BEAUTIFY_FLAG" val="#wm#"/>
  <p:tag name="KSO_WM_SLIDE_TYPE" val="text"/>
  <p:tag name="KSO_WM_SLIDE_ITEM_CNT" val="2"/>
  <p:tag name="KSO_WM_SLIDE_INDEX" val="4"/>
  <p:tag name="KSO_WM_SLIDE_ID" val="custom20186830_4"/>
  <p:tag name="KSO_WM_TAG_VERSION" val="1.0"/>
  <p:tag name="KSO_WM_TEMPLATE_INDEX" val="20186830"/>
  <p:tag name="KSO_WM_TEMPLATE_CATEGORY" val="custom"/>
  <p:tag name="KSO_WM_SLIDE_SUBTYPE" val="picTxt"/>
</p:tagLst>
</file>

<file path=ppt/tags/tag128.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186830"/>
  <p:tag name="KSO_WM_TAG_VERSION" val="1.0"/>
  <p:tag name="KSO_WM_BEAUTIFY_FLAG" val="#wm#"/>
  <p:tag name="KSO_WM_UNIT_PRESET_TEXT_LEN" val="17"/>
  <p:tag name="KSO_WM_UNIT_PRESET_TEXT_INDEX" val="3"/>
  <p:tag name="KSO_WM_UNIT_CLEAR" val="0"/>
  <p:tag name="KSO_WM_UNIT_COMPATIBLE" val="0"/>
  <p:tag name="KSO_WM_UNIT_HIGHLIGHT" val="0"/>
  <p:tag name="KSO_WM_UNIT_ISCONTENTSTITLE" val="0"/>
  <p:tag name="KSO_WM_UNIT_VALUE" val="16"/>
  <p:tag name="KSO_WM_UNIT_LAYERLEVEL" val="1"/>
  <p:tag name="KSO_WM_UNIT_INDEX" val="1"/>
  <p:tag name="KSO_WM_UNIT_ID" val="custom20186830_4*a*1"/>
  <p:tag name="KSO_WM_UNIT_TYPE" val="a"/>
</p:tagLst>
</file>

<file path=ppt/tags/tag12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634_4*i*1"/>
  <p:tag name="KSO_WM_TEMPLATE_CATEGORY" val="diagram"/>
  <p:tag name="KSO_WM_TEMPLATE_INDEX" val="634"/>
  <p:tag name="KSO_WM_UNIT_INDEX" val="1"/>
</p:tagLst>
</file>

<file path=ppt/tags/tag13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634_4*i*8"/>
  <p:tag name="KSO_WM_TEMPLATE_CATEGORY" val="diagram"/>
  <p:tag name="KSO_WM_TEMPLATE_INDEX" val="634"/>
  <p:tag name="KSO_WM_UNIT_INDEX" val="8"/>
</p:tagLst>
</file>

<file path=ppt/tags/tag13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634_4*i*15"/>
  <p:tag name="KSO_WM_TEMPLATE_CATEGORY" val="diagram"/>
  <p:tag name="KSO_WM_TEMPLATE_INDEX" val="634"/>
  <p:tag name="KSO_WM_UNIT_INDEX" val="15"/>
</p:tagLst>
</file>

<file path=ppt/tags/tag132.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634"/>
  <p:tag name="KSO_WM_TAG_VERSION" val="1.0"/>
  <p:tag name="KSO_WM_BEAUTIFY_FLAG" val="#wm#"/>
  <p:tag name="KSO_WM_UNIT_TYPE" val="l_h_a"/>
  <p:tag name="KSO_WM_UNIT_INDEX" val="1_3_1"/>
  <p:tag name="KSO_WM_UNIT_ID" val="diagram634_4*l_h_a*1_3_1"/>
  <p:tag name="KSO_WM_UNIT_CLEAR" val="1"/>
  <p:tag name="KSO_WM_UNIT_LAYERLEVEL" val="1_1_1"/>
  <p:tag name="KSO_WM_UNIT_VALUE" val="24"/>
  <p:tag name="KSO_WM_UNIT_HIGHLIGHT" val="0"/>
  <p:tag name="KSO_WM_UNIT_COMPATIBLE" val="0"/>
  <p:tag name="KSO_WM_UNIT_PRESET_TEXT_INDEX" val="3"/>
  <p:tag name="KSO_WM_DIAGRAM_GROUP_CODE" val="l1-1"/>
  <p:tag name="KSO_WM_UNIT_PRESET_TEXT_LEN" val="17"/>
  <p:tag name="KSO_WM_UNIT_FILL_FORE_SCHEMECOLOR_INDEX" val="7"/>
  <p:tag name="KSO_WM_UNIT_FILL_TYPE" val="1"/>
  <p:tag name="KSO_WM_UNIT_TEXT_FILL_FORE_SCHEMECOLOR_INDEX" val="2"/>
  <p:tag name="KSO_WM_UNIT_TEXT_FILL_TYPE" val="1"/>
</p:tagLst>
</file>

<file path=ppt/tags/tag133.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634"/>
  <p:tag name="KSO_WM_TAG_VERSION" val="1.0"/>
  <p:tag name="KSO_WM_BEAUTIFY_FLAG" val="#wm#"/>
  <p:tag name="KSO_WM_UNIT_TYPE" val="l_i"/>
  <p:tag name="KSO_WM_UNIT_INDEX" val="1_3"/>
  <p:tag name="KSO_WM_UNIT_ID" val="diagram634_4*l_i*1_3"/>
  <p:tag name="KSO_WM_UNIT_CLEAR" val="1"/>
  <p:tag name="KSO_WM_UNIT_LAYERLEVEL" val="1_1"/>
  <p:tag name="KSO_WM_DIAGRAM_GROUP_CODE" val="l1-1"/>
  <p:tag name="KSO_WM_UNIT_TEXT_FILL_FORE_SCHEMECOLOR_INDEX" val="7"/>
  <p:tag name="KSO_WM_UNIT_TEXT_FILL_TYPE" val="1"/>
</p:tagLst>
</file>

<file path=ppt/tags/tag134.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634"/>
  <p:tag name="KSO_WM_TAG_VERSION" val="1.0"/>
  <p:tag name="KSO_WM_BEAUTIFY_FLAG" val="#wm#"/>
  <p:tag name="KSO_WM_UNIT_TYPE" val="l_h_f"/>
  <p:tag name="KSO_WM_UNIT_INDEX" val="1_3_1"/>
  <p:tag name="KSO_WM_UNIT_ID" val="diagram634_4*l_h_f*1_3_1"/>
  <p:tag name="KSO_WM_UNIT_CLEAR" val="1"/>
  <p:tag name="KSO_WM_UNIT_LAYERLEVEL" val="1_1_1"/>
  <p:tag name="KSO_WM_UNIT_VALUE" val="28"/>
  <p:tag name="KSO_WM_UNIT_HIGHLIGHT" val="0"/>
  <p:tag name="KSO_WM_UNIT_COMPATIBLE" val="0"/>
  <p:tag name="KSO_WM_UNIT_PRESET_TEXT_INDEX" val="4"/>
  <p:tag name="KSO_WM_DIAGRAM_GROUP_CODE" val="l1-1"/>
  <p:tag name="KSO_WM_UNIT_PRESET_TEXT_LEN" val="57"/>
  <p:tag name="KSO_WM_UNIT_TEXT_FILL_FORE_SCHEMECOLOR_INDEX" val="13"/>
  <p:tag name="KSO_WM_UNIT_TEXT_FILL_TYPE" val="1"/>
</p:tagLst>
</file>

<file path=ppt/tags/tag135.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634"/>
  <p:tag name="KSO_WM_TAG_VERSION" val="1.0"/>
  <p:tag name="KSO_WM_BEAUTIFY_FLAG" val="#wm#"/>
  <p:tag name="KSO_WM_UNIT_TYPE" val="l_h_a"/>
  <p:tag name="KSO_WM_UNIT_INDEX" val="1_2_1"/>
  <p:tag name="KSO_WM_UNIT_ID" val="diagram634_4*l_h_a*1_2_1"/>
  <p:tag name="KSO_WM_UNIT_CLEAR" val="1"/>
  <p:tag name="KSO_WM_UNIT_LAYERLEVEL" val="1_1_1"/>
  <p:tag name="KSO_WM_UNIT_VALUE" val="24"/>
  <p:tag name="KSO_WM_UNIT_HIGHLIGHT" val="0"/>
  <p:tag name="KSO_WM_UNIT_COMPATIBLE" val="0"/>
  <p:tag name="KSO_WM_UNIT_PRESET_TEXT_INDEX" val="3"/>
  <p:tag name="KSO_WM_DIAGRAM_GROUP_CODE" val="l1-1"/>
  <p:tag name="KSO_WM_UNIT_PRESET_TEXT_LEN" val="17"/>
  <p:tag name="KSO_WM_UNIT_FILL_FORE_SCHEMECOLOR_INDEX" val="6"/>
  <p:tag name="KSO_WM_UNIT_FILL_TYPE" val="1"/>
  <p:tag name="KSO_WM_UNIT_TEXT_FILL_FORE_SCHEMECOLOR_INDEX" val="2"/>
  <p:tag name="KSO_WM_UNIT_TEXT_FILL_TYPE" val="1"/>
</p:tagLst>
</file>

<file path=ppt/tags/tag136.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634"/>
  <p:tag name="KSO_WM_TAG_VERSION" val="1.0"/>
  <p:tag name="KSO_WM_BEAUTIFY_FLAG" val="#wm#"/>
  <p:tag name="KSO_WM_UNIT_TYPE" val="l_i"/>
  <p:tag name="KSO_WM_UNIT_INDEX" val="1_2"/>
  <p:tag name="KSO_WM_UNIT_ID" val="diagram634_4*l_i*1_2"/>
  <p:tag name="KSO_WM_UNIT_CLEAR" val="1"/>
  <p:tag name="KSO_WM_UNIT_LAYERLEVEL" val="1_1"/>
  <p:tag name="KSO_WM_DIAGRAM_GROUP_CODE" val="l1-1"/>
  <p:tag name="KSO_WM_UNIT_TEXT_FILL_FORE_SCHEMECOLOR_INDEX" val="6"/>
  <p:tag name="KSO_WM_UNIT_TEXT_FILL_TYPE" val="1"/>
</p:tagLst>
</file>

<file path=ppt/tags/tag137.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634"/>
  <p:tag name="KSO_WM_TAG_VERSION" val="1.0"/>
  <p:tag name="KSO_WM_BEAUTIFY_FLAG" val="#wm#"/>
  <p:tag name="KSO_WM_UNIT_TYPE" val="l_h_f"/>
  <p:tag name="KSO_WM_UNIT_INDEX" val="1_2_1"/>
  <p:tag name="KSO_WM_UNIT_ID" val="diagram634_4*l_h_f*1_2_1"/>
  <p:tag name="KSO_WM_UNIT_CLEAR" val="1"/>
  <p:tag name="KSO_WM_UNIT_LAYERLEVEL" val="1_1_1"/>
  <p:tag name="KSO_WM_UNIT_VALUE" val="28"/>
  <p:tag name="KSO_WM_UNIT_HIGHLIGHT" val="0"/>
  <p:tag name="KSO_WM_UNIT_COMPATIBLE" val="0"/>
  <p:tag name="KSO_WM_UNIT_PRESET_TEXT_INDEX" val="4"/>
  <p:tag name="KSO_WM_DIAGRAM_GROUP_CODE" val="l1-1"/>
  <p:tag name="KSO_WM_UNIT_PRESET_TEXT_LEN" val="57"/>
  <p:tag name="KSO_WM_UNIT_TEXT_FILL_FORE_SCHEMECOLOR_INDEX" val="13"/>
  <p:tag name="KSO_WM_UNIT_TEXT_FILL_TYPE" val="1"/>
</p:tagLst>
</file>

<file path=ppt/tags/tag138.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634"/>
  <p:tag name="KSO_WM_TAG_VERSION" val="1.0"/>
  <p:tag name="KSO_WM_BEAUTIFY_FLAG" val="#wm#"/>
  <p:tag name="KSO_WM_UNIT_TYPE" val="l_h_a"/>
  <p:tag name="KSO_WM_UNIT_INDEX" val="1_1_1"/>
  <p:tag name="KSO_WM_UNIT_ID" val="diagram634_4*l_h_a*1_1_1"/>
  <p:tag name="KSO_WM_UNIT_CLEAR" val="1"/>
  <p:tag name="KSO_WM_UNIT_LAYERLEVEL" val="1_1_1"/>
  <p:tag name="KSO_WM_UNIT_VALUE" val="24"/>
  <p:tag name="KSO_WM_UNIT_HIGHLIGHT" val="0"/>
  <p:tag name="KSO_WM_UNIT_COMPATIBLE" val="0"/>
  <p:tag name="KSO_WM_UNIT_PRESET_TEXT_INDEX" val="3"/>
  <p:tag name="KSO_WM_DIAGRAM_GROUP_CODE" val="l1-1"/>
  <p:tag name="KSO_WM_UNIT_PRESET_TEXT_LEN" val="17"/>
  <p:tag name="KSO_WM_UNIT_FILL_FORE_SCHEMECOLOR_INDEX" val="5"/>
  <p:tag name="KSO_WM_UNIT_FILL_TYPE" val="1"/>
  <p:tag name="KSO_WM_UNIT_TEXT_FILL_FORE_SCHEMECOLOR_INDEX" val="2"/>
  <p:tag name="KSO_WM_UNIT_TEXT_FILL_TYPE" val="1"/>
</p:tagLst>
</file>

<file path=ppt/tags/tag139.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634"/>
  <p:tag name="KSO_WM_TAG_VERSION" val="1.0"/>
  <p:tag name="KSO_WM_BEAUTIFY_FLAG" val="#wm#"/>
  <p:tag name="KSO_WM_UNIT_TYPE" val="l_i"/>
  <p:tag name="KSO_WM_UNIT_INDEX" val="1_1"/>
  <p:tag name="KSO_WM_UNIT_ID" val="diagram634_4*l_i*1_1"/>
  <p:tag name="KSO_WM_UNIT_CLEAR" val="1"/>
  <p:tag name="KSO_WM_UNIT_LAYERLEVEL" val="1_1"/>
  <p:tag name="KSO_WM_DIAGRAM_GROUP_CODE" val="l1-1"/>
  <p:tag name="KSO_WM_UNIT_TEXT_FILL_FORE_SCHEMECOLOR_INDEX" val="5"/>
  <p:tag name="KSO_WM_UNIT_TEXT_FILL_TYPE" val="1"/>
</p:tagLst>
</file>

<file path=ppt/tags/tag140.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634"/>
  <p:tag name="KSO_WM_TAG_VERSION" val="1.0"/>
  <p:tag name="KSO_WM_BEAUTIFY_FLAG" val="#wm#"/>
  <p:tag name="KSO_WM_UNIT_TYPE" val="l_h_f"/>
  <p:tag name="KSO_WM_UNIT_INDEX" val="1_1_1"/>
  <p:tag name="KSO_WM_UNIT_ID" val="diagram634_4*l_h_f*1_1_1"/>
  <p:tag name="KSO_WM_UNIT_CLEAR" val="1"/>
  <p:tag name="KSO_WM_UNIT_LAYERLEVEL" val="1_1_1"/>
  <p:tag name="KSO_WM_UNIT_VALUE" val="28"/>
  <p:tag name="KSO_WM_UNIT_HIGHLIGHT" val="0"/>
  <p:tag name="KSO_WM_UNIT_COMPATIBLE" val="0"/>
  <p:tag name="KSO_WM_UNIT_PRESET_TEXT_INDEX" val="4"/>
  <p:tag name="KSO_WM_DIAGRAM_GROUP_CODE" val="l1-1"/>
  <p:tag name="KSO_WM_UNIT_PRESET_TEXT_LEN" val="57"/>
  <p:tag name="KSO_WM_UNIT_TEXT_FILL_FORE_SCHEMECOLOR_INDEX" val="13"/>
  <p:tag name="KSO_WM_UNIT_TEXT_FILL_TYPE" val="1"/>
</p:tagLst>
</file>

<file path=ppt/tags/tag141.xml><?xml version="1.0" encoding="utf-8"?>
<p:tagLst xmlns:a="http://schemas.openxmlformats.org/drawingml/2006/main" xmlns:r="http://schemas.openxmlformats.org/officeDocument/2006/relationships" xmlns:p="http://schemas.openxmlformats.org/presentationml/2006/main">
  <p:tag name="KSO_WM_DIAGRAM_GROUP_CODE" val="l1_1"/>
  <p:tag name="KSO_WM_TAG_VERSION" val="1.0"/>
  <p:tag name="KSO_WM_BEAUTIFY_FLAG" val="#wm#"/>
  <p:tag name="KSO_WM_UNIT_TYPE" val="i"/>
  <p:tag name="KSO_WM_UNIT_ID" val="custom20186830_5*i*7"/>
  <p:tag name="KSO_WM_TEMPLATE_CATEGORY" val="custom"/>
  <p:tag name="KSO_WM_TEMPLATE_INDEX" val="20186830"/>
  <p:tag name="KSO_WM_UNIT_INDEX" val="7"/>
  <p:tag name="KSO_WM_UNIT_LINE_FORE_SCHEMECOLOR_INDEX" val="9"/>
  <p:tag name="KSO_WM_UNIT_LINE_FILL_TYPE" val="2"/>
  <p:tag name="KSO_WM_UNIT_USESOURCEFORMAT_APPLY" val="0"/>
</p:tagLst>
</file>

<file path=ppt/tags/tag142.xml><?xml version="1.0" encoding="utf-8"?>
<p:tagLst xmlns:a="http://schemas.openxmlformats.org/drawingml/2006/main" xmlns:r="http://schemas.openxmlformats.org/officeDocument/2006/relationships" xmlns:p="http://schemas.openxmlformats.org/presentationml/2006/main">
  <p:tag name="KSO_WM_DIAGRAM_GROUP_CODE" val="l1_1"/>
  <p:tag name="KSO_WM_TAG_VERSION" val="1.0"/>
  <p:tag name="KSO_WM_BEAUTIFY_FLAG" val="#wm#"/>
  <p:tag name="KSO_WM_UNIT_TYPE" val="i"/>
  <p:tag name="KSO_WM_UNIT_ID" val="custom20186830_5*i*8"/>
  <p:tag name="KSO_WM_TEMPLATE_CATEGORY" val="custom"/>
  <p:tag name="KSO_WM_TEMPLATE_INDEX" val="20186830"/>
  <p:tag name="KSO_WM_UNIT_INDEX" val="8"/>
  <p:tag name="KSO_WM_UNIT_LINE_FORE_SCHEMECOLOR_INDEX" val="9"/>
  <p:tag name="KSO_WM_UNIT_LINE_FILL_TYPE" val="2"/>
  <p:tag name="KSO_WM_UNIT_USESOURCEFORMAT_APPLY" val="0"/>
</p:tagLst>
</file>

<file path=ppt/tags/tag143.xml><?xml version="1.0" encoding="utf-8"?>
<p:tagLst xmlns:a="http://schemas.openxmlformats.org/drawingml/2006/main" xmlns:r="http://schemas.openxmlformats.org/officeDocument/2006/relationships" xmlns:p="http://schemas.openxmlformats.org/presentationml/2006/main">
  <p:tag name="KSO_WM_DIAGRAM_GROUP_CODE" val="l1_1"/>
  <p:tag name="KSO_WM_TAG_VERSION" val="1.0"/>
  <p:tag name="KSO_WM_BEAUTIFY_FLAG" val="#wm#"/>
  <p:tag name="KSO_WM_UNIT_TYPE" val="i"/>
  <p:tag name="KSO_WM_UNIT_ID" val="custom20186830_5*i*9"/>
  <p:tag name="KSO_WM_TEMPLATE_CATEGORY" val="custom"/>
  <p:tag name="KSO_WM_TEMPLATE_INDEX" val="20186830"/>
  <p:tag name="KSO_WM_UNIT_INDEX" val="9"/>
  <p:tag name="KSO_WM_UNIT_LINE_FORE_SCHEMECOLOR_INDEX" val="9"/>
  <p:tag name="KSO_WM_UNIT_LINE_FILL_TYPE" val="2"/>
  <p:tag name="KSO_WM_UNIT_USESOURCEFORMAT_APPLY" val="0"/>
</p:tagLst>
</file>

<file path=ppt/tags/tag144.xml><?xml version="1.0" encoding="utf-8"?>
<p:tagLst xmlns:a="http://schemas.openxmlformats.org/drawingml/2006/main" xmlns:r="http://schemas.openxmlformats.org/officeDocument/2006/relationships" xmlns:p="http://schemas.openxmlformats.org/presentationml/2006/main">
  <p:tag name="KSO_WM_SLIDE_SIZE" val="631*425"/>
  <p:tag name="KSO_WM_SLIDE_POSITION" val="49*57"/>
  <p:tag name="KSO_WM_SLIDE_LAYOUT_CNT" val="1_1_1"/>
  <p:tag name="KSO_WM_SLIDE_LAYOUT" val="a_f_d"/>
  <p:tag name="KSO_WM_BEAUTIFY_FLAG" val="#wm#"/>
  <p:tag name="KSO_WM_SLIDE_TYPE" val="text"/>
  <p:tag name="KSO_WM_SLIDE_ITEM_CNT" val="2"/>
  <p:tag name="KSO_WM_SLIDE_INDEX" val="4"/>
  <p:tag name="KSO_WM_SLIDE_ID" val="custom20186830_4"/>
  <p:tag name="KSO_WM_TAG_VERSION" val="1.0"/>
  <p:tag name="KSO_WM_TEMPLATE_INDEX" val="20186830"/>
  <p:tag name="KSO_WM_TEMPLATE_CATEGORY" val="custom"/>
  <p:tag name="KSO_WM_SLIDE_SUBTYPE" val="picTxt"/>
</p:tagLst>
</file>

<file path=ppt/tags/tag145.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186830"/>
  <p:tag name="KSO_WM_TAG_VERSION" val="1.0"/>
  <p:tag name="KSO_WM_BEAUTIFY_FLAG" val="#wm#"/>
  <p:tag name="KSO_WM_UNIT_PRESET_TEXT_LEN" val="17"/>
  <p:tag name="KSO_WM_UNIT_PRESET_TEXT_INDEX" val="3"/>
  <p:tag name="KSO_WM_UNIT_CLEAR" val="0"/>
  <p:tag name="KSO_WM_UNIT_COMPATIBLE" val="0"/>
  <p:tag name="KSO_WM_UNIT_HIGHLIGHT" val="0"/>
  <p:tag name="KSO_WM_UNIT_ISCONTENTSTITLE" val="0"/>
  <p:tag name="KSO_WM_UNIT_VALUE" val="16"/>
  <p:tag name="KSO_WM_UNIT_LAYERLEVEL" val="1"/>
  <p:tag name="KSO_WM_UNIT_INDEX" val="1"/>
  <p:tag name="KSO_WM_UNIT_ID" val="custom20186830_4*a*1"/>
  <p:tag name="KSO_WM_UNIT_TYPE" val="a"/>
</p:tagLst>
</file>

<file path=ppt/tags/tag146.xml><?xml version="1.0" encoding="utf-8"?>
<p:tagLst xmlns:a="http://schemas.openxmlformats.org/drawingml/2006/main" xmlns:r="http://schemas.openxmlformats.org/officeDocument/2006/relationships" xmlns:p="http://schemas.openxmlformats.org/presentationml/2006/main">
  <p:tag name="KSO_WM_DIAGRAM_GROUP_CODE" val="l1_1"/>
  <p:tag name="KSO_WM_TAG_VERSION" val="1.0"/>
  <p:tag name="KSO_WM_BEAUTIFY_FLAG" val="#wm#"/>
  <p:tag name="KSO_WM_UNIT_TYPE" val="i"/>
  <p:tag name="KSO_WM_UNIT_ID" val="custom20186830_5*i*7"/>
  <p:tag name="KSO_WM_TEMPLATE_CATEGORY" val="custom"/>
  <p:tag name="KSO_WM_TEMPLATE_INDEX" val="20186830"/>
  <p:tag name="KSO_WM_UNIT_INDEX" val="7"/>
  <p:tag name="KSO_WM_UNIT_LINE_FORE_SCHEMECOLOR_INDEX" val="9"/>
  <p:tag name="KSO_WM_UNIT_LINE_FILL_TYPE" val="2"/>
  <p:tag name="KSO_WM_UNIT_USESOURCEFORMAT_APPLY" val="0"/>
</p:tagLst>
</file>

<file path=ppt/tags/tag147.xml><?xml version="1.0" encoding="utf-8"?>
<p:tagLst xmlns:a="http://schemas.openxmlformats.org/drawingml/2006/main" xmlns:r="http://schemas.openxmlformats.org/officeDocument/2006/relationships" xmlns:p="http://schemas.openxmlformats.org/presentationml/2006/main">
  <p:tag name="KSO_WM_DIAGRAM_GROUP_CODE" val="l1_1"/>
  <p:tag name="KSO_WM_TAG_VERSION" val="1.0"/>
  <p:tag name="KSO_WM_BEAUTIFY_FLAG" val="#wm#"/>
  <p:tag name="KSO_WM_UNIT_TYPE" val="i"/>
  <p:tag name="KSO_WM_UNIT_ID" val="custom20186830_5*i*8"/>
  <p:tag name="KSO_WM_TEMPLATE_CATEGORY" val="custom"/>
  <p:tag name="KSO_WM_TEMPLATE_INDEX" val="20186830"/>
  <p:tag name="KSO_WM_UNIT_INDEX" val="8"/>
  <p:tag name="KSO_WM_UNIT_LINE_FORE_SCHEMECOLOR_INDEX" val="9"/>
  <p:tag name="KSO_WM_UNIT_LINE_FILL_TYPE" val="2"/>
  <p:tag name="KSO_WM_UNIT_USESOURCEFORMAT_APPLY" val="0"/>
</p:tagLst>
</file>

<file path=ppt/tags/tag148.xml><?xml version="1.0" encoding="utf-8"?>
<p:tagLst xmlns:a="http://schemas.openxmlformats.org/drawingml/2006/main" xmlns:r="http://schemas.openxmlformats.org/officeDocument/2006/relationships" xmlns:p="http://schemas.openxmlformats.org/presentationml/2006/main">
  <p:tag name="KSO_WM_DIAGRAM_GROUP_CODE" val="l1_1"/>
  <p:tag name="KSO_WM_TAG_VERSION" val="1.0"/>
  <p:tag name="KSO_WM_BEAUTIFY_FLAG" val="#wm#"/>
  <p:tag name="KSO_WM_UNIT_TYPE" val="i"/>
  <p:tag name="KSO_WM_UNIT_ID" val="custom20186830_5*i*9"/>
  <p:tag name="KSO_WM_TEMPLATE_CATEGORY" val="custom"/>
  <p:tag name="KSO_WM_TEMPLATE_INDEX" val="20186830"/>
  <p:tag name="KSO_WM_UNIT_INDEX" val="9"/>
  <p:tag name="KSO_WM_UNIT_LINE_FORE_SCHEMECOLOR_INDEX" val="9"/>
  <p:tag name="KSO_WM_UNIT_LINE_FILL_TYPE" val="2"/>
  <p:tag name="KSO_WM_UNIT_USESOURCEFORMAT_APPLY" val="0"/>
</p:tagLst>
</file>

<file path=ppt/tags/tag149.xml><?xml version="1.0" encoding="utf-8"?>
<p:tagLst xmlns:a="http://schemas.openxmlformats.org/drawingml/2006/main" xmlns:r="http://schemas.openxmlformats.org/officeDocument/2006/relationships" xmlns:p="http://schemas.openxmlformats.org/presentationml/2006/main">
  <p:tag name="KSO_WM_SLIDE_SIZE" val="631*425"/>
  <p:tag name="KSO_WM_SLIDE_POSITION" val="49*57"/>
  <p:tag name="KSO_WM_SLIDE_LAYOUT_CNT" val="1_1_1"/>
  <p:tag name="KSO_WM_SLIDE_LAYOUT" val="a_f_d"/>
  <p:tag name="KSO_WM_BEAUTIFY_FLAG" val="#wm#"/>
  <p:tag name="KSO_WM_SLIDE_TYPE" val="text"/>
  <p:tag name="KSO_WM_SLIDE_ITEM_CNT" val="2"/>
  <p:tag name="KSO_WM_SLIDE_INDEX" val="4"/>
  <p:tag name="KSO_WM_SLIDE_ID" val="custom20186830_4"/>
  <p:tag name="KSO_WM_TAG_VERSION" val="1.0"/>
  <p:tag name="KSO_WM_TEMPLATE_INDEX" val="20186830"/>
  <p:tag name="KSO_WM_TEMPLATE_CATEGORY" val="custom"/>
  <p:tag name="KSO_WM_SLIDE_SUBTYPE" val="picTxt"/>
</p:tagLst>
</file>

<file path=ppt/tags/tag150.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186830"/>
  <p:tag name="KSO_WM_TAG_VERSION" val="1.0"/>
  <p:tag name="KSO_WM_BEAUTIFY_FLAG" val="#wm#"/>
  <p:tag name="KSO_WM_UNIT_PRESET_TEXT_LEN" val="17"/>
  <p:tag name="KSO_WM_UNIT_PRESET_TEXT_INDEX" val="3"/>
  <p:tag name="KSO_WM_UNIT_CLEAR" val="0"/>
  <p:tag name="KSO_WM_UNIT_COMPATIBLE" val="0"/>
  <p:tag name="KSO_WM_UNIT_HIGHLIGHT" val="0"/>
  <p:tag name="KSO_WM_UNIT_ISCONTENTSTITLE" val="0"/>
  <p:tag name="KSO_WM_UNIT_VALUE" val="16"/>
  <p:tag name="KSO_WM_UNIT_LAYERLEVEL" val="1"/>
  <p:tag name="KSO_WM_UNIT_INDEX" val="1"/>
  <p:tag name="KSO_WM_UNIT_ID" val="custom20186830_4*a*1"/>
  <p:tag name="KSO_WM_UNIT_TYPE" val="a"/>
</p:tagLst>
</file>

<file path=ppt/tags/tag151.xml><?xml version="1.0" encoding="utf-8"?>
<p:tagLst xmlns:a="http://schemas.openxmlformats.org/drawingml/2006/main" xmlns:r="http://schemas.openxmlformats.org/officeDocument/2006/relationships" xmlns:p="http://schemas.openxmlformats.org/presentationml/2006/main">
  <p:tag name="KSO_WM_DIAGRAM_GROUP_CODE" val="l1_1"/>
  <p:tag name="KSO_WM_TAG_VERSION" val="1.0"/>
  <p:tag name="KSO_WM_BEAUTIFY_FLAG" val="#wm#"/>
  <p:tag name="KSO_WM_UNIT_TYPE" val="i"/>
  <p:tag name="KSO_WM_UNIT_ID" val="custom20186830_5*i*7"/>
  <p:tag name="KSO_WM_TEMPLATE_CATEGORY" val="custom"/>
  <p:tag name="KSO_WM_TEMPLATE_INDEX" val="20186830"/>
  <p:tag name="KSO_WM_UNIT_INDEX" val="7"/>
  <p:tag name="KSO_WM_UNIT_LINE_FORE_SCHEMECOLOR_INDEX" val="9"/>
  <p:tag name="KSO_WM_UNIT_LINE_FILL_TYPE" val="2"/>
  <p:tag name="KSO_WM_UNIT_USESOURCEFORMAT_APPLY" val="0"/>
</p:tagLst>
</file>

<file path=ppt/tags/tag152.xml><?xml version="1.0" encoding="utf-8"?>
<p:tagLst xmlns:a="http://schemas.openxmlformats.org/drawingml/2006/main" xmlns:r="http://schemas.openxmlformats.org/officeDocument/2006/relationships" xmlns:p="http://schemas.openxmlformats.org/presentationml/2006/main">
  <p:tag name="KSO_WM_DIAGRAM_GROUP_CODE" val="l1_1"/>
  <p:tag name="KSO_WM_TAG_VERSION" val="1.0"/>
  <p:tag name="KSO_WM_BEAUTIFY_FLAG" val="#wm#"/>
  <p:tag name="KSO_WM_UNIT_TYPE" val="i"/>
  <p:tag name="KSO_WM_UNIT_ID" val="custom20186830_5*i*8"/>
  <p:tag name="KSO_WM_TEMPLATE_CATEGORY" val="custom"/>
  <p:tag name="KSO_WM_TEMPLATE_INDEX" val="20186830"/>
  <p:tag name="KSO_WM_UNIT_INDEX" val="8"/>
  <p:tag name="KSO_WM_UNIT_LINE_FORE_SCHEMECOLOR_INDEX" val="9"/>
  <p:tag name="KSO_WM_UNIT_LINE_FILL_TYPE" val="2"/>
  <p:tag name="KSO_WM_UNIT_USESOURCEFORMAT_APPLY" val="0"/>
</p:tagLst>
</file>

<file path=ppt/tags/tag153.xml><?xml version="1.0" encoding="utf-8"?>
<p:tagLst xmlns:a="http://schemas.openxmlformats.org/drawingml/2006/main" xmlns:r="http://schemas.openxmlformats.org/officeDocument/2006/relationships" xmlns:p="http://schemas.openxmlformats.org/presentationml/2006/main">
  <p:tag name="KSO_WM_DIAGRAM_GROUP_CODE" val="l1_1"/>
  <p:tag name="KSO_WM_TAG_VERSION" val="1.0"/>
  <p:tag name="KSO_WM_BEAUTIFY_FLAG" val="#wm#"/>
  <p:tag name="KSO_WM_UNIT_TYPE" val="i"/>
  <p:tag name="KSO_WM_UNIT_ID" val="custom20186830_5*i*9"/>
  <p:tag name="KSO_WM_TEMPLATE_CATEGORY" val="custom"/>
  <p:tag name="KSO_WM_TEMPLATE_INDEX" val="20186830"/>
  <p:tag name="KSO_WM_UNIT_INDEX" val="9"/>
  <p:tag name="KSO_WM_UNIT_LINE_FORE_SCHEMECOLOR_INDEX" val="9"/>
  <p:tag name="KSO_WM_UNIT_LINE_FILL_TYPE" val="2"/>
  <p:tag name="KSO_WM_UNIT_USESOURCEFORMAT_APPLY" val="0"/>
</p:tagLst>
</file>

<file path=ppt/tags/tag154.xml><?xml version="1.0" encoding="utf-8"?>
<p:tagLst xmlns:a="http://schemas.openxmlformats.org/drawingml/2006/main" xmlns:r="http://schemas.openxmlformats.org/officeDocument/2006/relationships" xmlns:p="http://schemas.openxmlformats.org/presentationml/2006/main">
  <p:tag name="KSO_WM_SLIDE_SIZE" val="631*425"/>
  <p:tag name="KSO_WM_SLIDE_POSITION" val="49*57"/>
  <p:tag name="KSO_WM_SLIDE_LAYOUT_CNT" val="1_1_1"/>
  <p:tag name="KSO_WM_SLIDE_LAYOUT" val="a_f_d"/>
  <p:tag name="KSO_WM_BEAUTIFY_FLAG" val="#wm#"/>
  <p:tag name="KSO_WM_SLIDE_TYPE" val="text"/>
  <p:tag name="KSO_WM_SLIDE_ITEM_CNT" val="2"/>
  <p:tag name="KSO_WM_SLIDE_INDEX" val="4"/>
  <p:tag name="KSO_WM_SLIDE_ID" val="custom20186830_4"/>
  <p:tag name="KSO_WM_TAG_VERSION" val="1.0"/>
  <p:tag name="KSO_WM_TEMPLATE_INDEX" val="20186830"/>
  <p:tag name="KSO_WM_TEMPLATE_CATEGORY" val="custom"/>
  <p:tag name="KSO_WM_SLIDE_SUBTYPE" val="picTxt"/>
</p:tagLst>
</file>

<file path=ppt/tags/tag155.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186830"/>
  <p:tag name="KSO_WM_TAG_VERSION" val="1.0"/>
  <p:tag name="KSO_WM_BEAUTIFY_FLAG" val="#wm#"/>
  <p:tag name="KSO_WM_UNIT_PRESET_TEXT_LEN" val="17"/>
  <p:tag name="KSO_WM_UNIT_PRESET_TEXT_INDEX" val="3"/>
  <p:tag name="KSO_WM_UNIT_CLEAR" val="0"/>
  <p:tag name="KSO_WM_UNIT_COMPATIBLE" val="0"/>
  <p:tag name="KSO_WM_UNIT_HIGHLIGHT" val="0"/>
  <p:tag name="KSO_WM_UNIT_ISCONTENTSTITLE" val="0"/>
  <p:tag name="KSO_WM_UNIT_VALUE" val="16"/>
  <p:tag name="KSO_WM_UNIT_LAYERLEVEL" val="1"/>
  <p:tag name="KSO_WM_UNIT_INDEX" val="1"/>
  <p:tag name="KSO_WM_UNIT_ID" val="custom20186830_4*a*1"/>
  <p:tag name="KSO_WM_UNIT_TYPE" val="a"/>
</p:tagLst>
</file>

<file path=ppt/tags/tag156.xml><?xml version="1.0" encoding="utf-8"?>
<p:tagLst xmlns:a="http://schemas.openxmlformats.org/drawingml/2006/main" xmlns:r="http://schemas.openxmlformats.org/officeDocument/2006/relationships" xmlns:p="http://schemas.openxmlformats.org/presentationml/2006/main">
  <p:tag name="KSO_WM_DIAGRAM_GROUP_CODE" val="l1_1"/>
  <p:tag name="KSO_WM_TAG_VERSION" val="1.0"/>
  <p:tag name="KSO_WM_BEAUTIFY_FLAG" val="#wm#"/>
  <p:tag name="KSO_WM_UNIT_TYPE" val="i"/>
  <p:tag name="KSO_WM_UNIT_ID" val="custom20186830_5*i*7"/>
  <p:tag name="KSO_WM_TEMPLATE_CATEGORY" val="custom"/>
  <p:tag name="KSO_WM_TEMPLATE_INDEX" val="20186830"/>
  <p:tag name="KSO_WM_UNIT_INDEX" val="7"/>
  <p:tag name="KSO_WM_UNIT_LINE_FORE_SCHEMECOLOR_INDEX" val="9"/>
  <p:tag name="KSO_WM_UNIT_LINE_FILL_TYPE" val="2"/>
  <p:tag name="KSO_WM_UNIT_USESOURCEFORMAT_APPLY" val="0"/>
</p:tagLst>
</file>

<file path=ppt/tags/tag157.xml><?xml version="1.0" encoding="utf-8"?>
<p:tagLst xmlns:a="http://schemas.openxmlformats.org/drawingml/2006/main" xmlns:r="http://schemas.openxmlformats.org/officeDocument/2006/relationships" xmlns:p="http://schemas.openxmlformats.org/presentationml/2006/main">
  <p:tag name="KSO_WM_DIAGRAM_GROUP_CODE" val="l1_1"/>
  <p:tag name="KSO_WM_TAG_VERSION" val="1.0"/>
  <p:tag name="KSO_WM_BEAUTIFY_FLAG" val="#wm#"/>
  <p:tag name="KSO_WM_UNIT_TYPE" val="i"/>
  <p:tag name="KSO_WM_UNIT_ID" val="custom20186830_5*i*8"/>
  <p:tag name="KSO_WM_TEMPLATE_CATEGORY" val="custom"/>
  <p:tag name="KSO_WM_TEMPLATE_INDEX" val="20186830"/>
  <p:tag name="KSO_WM_UNIT_INDEX" val="8"/>
  <p:tag name="KSO_WM_UNIT_LINE_FORE_SCHEMECOLOR_INDEX" val="9"/>
  <p:tag name="KSO_WM_UNIT_LINE_FILL_TYPE" val="2"/>
  <p:tag name="KSO_WM_UNIT_USESOURCEFORMAT_APPLY" val="0"/>
</p:tagLst>
</file>

<file path=ppt/tags/tag158.xml><?xml version="1.0" encoding="utf-8"?>
<p:tagLst xmlns:a="http://schemas.openxmlformats.org/drawingml/2006/main" xmlns:r="http://schemas.openxmlformats.org/officeDocument/2006/relationships" xmlns:p="http://schemas.openxmlformats.org/presentationml/2006/main">
  <p:tag name="KSO_WM_DIAGRAM_GROUP_CODE" val="l1_1"/>
  <p:tag name="KSO_WM_TAG_VERSION" val="1.0"/>
  <p:tag name="KSO_WM_BEAUTIFY_FLAG" val="#wm#"/>
  <p:tag name="KSO_WM_UNIT_TYPE" val="i"/>
  <p:tag name="KSO_WM_UNIT_ID" val="custom20186830_5*i*9"/>
  <p:tag name="KSO_WM_TEMPLATE_CATEGORY" val="custom"/>
  <p:tag name="KSO_WM_TEMPLATE_INDEX" val="20186830"/>
  <p:tag name="KSO_WM_UNIT_INDEX" val="9"/>
  <p:tag name="KSO_WM_UNIT_LINE_FORE_SCHEMECOLOR_INDEX" val="9"/>
  <p:tag name="KSO_WM_UNIT_LINE_FILL_TYPE" val="2"/>
  <p:tag name="KSO_WM_UNIT_USESOURCEFORMAT_APPLY" val="0"/>
</p:tagLst>
</file>

<file path=ppt/tags/tag159.xml><?xml version="1.0" encoding="utf-8"?>
<p:tagLst xmlns:a="http://schemas.openxmlformats.org/drawingml/2006/main" xmlns:r="http://schemas.openxmlformats.org/officeDocument/2006/relationships" xmlns:p="http://schemas.openxmlformats.org/presentationml/2006/main">
  <p:tag name="KSO_WM_SLIDE_SIZE" val="631*425"/>
  <p:tag name="KSO_WM_SLIDE_POSITION" val="49*57"/>
  <p:tag name="KSO_WM_SLIDE_LAYOUT_CNT" val="1_1_1"/>
  <p:tag name="KSO_WM_SLIDE_LAYOUT" val="a_f_d"/>
  <p:tag name="KSO_WM_BEAUTIFY_FLAG" val="#wm#"/>
  <p:tag name="KSO_WM_SLIDE_TYPE" val="text"/>
  <p:tag name="KSO_WM_SLIDE_ITEM_CNT" val="2"/>
  <p:tag name="KSO_WM_SLIDE_INDEX" val="4"/>
  <p:tag name="KSO_WM_SLIDE_ID" val="custom20186830_4"/>
  <p:tag name="KSO_WM_TAG_VERSION" val="1.0"/>
  <p:tag name="KSO_WM_TEMPLATE_INDEX" val="20186830"/>
  <p:tag name="KSO_WM_TEMPLATE_CATEGORY" val="custom"/>
  <p:tag name="KSO_WM_SLIDE_SUBTYPE" val="picTxt"/>
</p:tagLst>
</file>

<file path=ppt/tags/tag160.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186830"/>
  <p:tag name="KSO_WM_TAG_VERSION" val="1.0"/>
  <p:tag name="KSO_WM_BEAUTIFY_FLAG" val="#wm#"/>
  <p:tag name="KSO_WM_UNIT_PRESET_TEXT_LEN" val="17"/>
  <p:tag name="KSO_WM_UNIT_PRESET_TEXT_INDEX" val="3"/>
  <p:tag name="KSO_WM_UNIT_CLEAR" val="0"/>
  <p:tag name="KSO_WM_UNIT_COMPATIBLE" val="0"/>
  <p:tag name="KSO_WM_UNIT_HIGHLIGHT" val="0"/>
  <p:tag name="KSO_WM_UNIT_ISCONTENTSTITLE" val="0"/>
  <p:tag name="KSO_WM_UNIT_VALUE" val="16"/>
  <p:tag name="KSO_WM_UNIT_LAYERLEVEL" val="1"/>
  <p:tag name="KSO_WM_UNIT_INDEX" val="1"/>
  <p:tag name="KSO_WM_UNIT_ID" val="custom20186830_4*a*1"/>
  <p:tag name="KSO_WM_UNIT_TYPE" val="a"/>
</p:tagLst>
</file>

<file path=ppt/tags/tag161.xml><?xml version="1.0" encoding="utf-8"?>
<p:tagLst xmlns:a="http://schemas.openxmlformats.org/drawingml/2006/main" xmlns:r="http://schemas.openxmlformats.org/officeDocument/2006/relationships" xmlns:p="http://schemas.openxmlformats.org/presentationml/2006/main">
  <p:tag name="KSO_WM_DIAGRAM_GROUP_CODE" val="l1_1"/>
  <p:tag name="KSO_WM_TAG_VERSION" val="1.0"/>
  <p:tag name="KSO_WM_BEAUTIFY_FLAG" val="#wm#"/>
  <p:tag name="KSO_WM_UNIT_TYPE" val="i"/>
  <p:tag name="KSO_WM_UNIT_ID" val="custom20186830_5*i*7"/>
  <p:tag name="KSO_WM_TEMPLATE_CATEGORY" val="custom"/>
  <p:tag name="KSO_WM_TEMPLATE_INDEX" val="20186830"/>
  <p:tag name="KSO_WM_UNIT_INDEX" val="7"/>
  <p:tag name="KSO_WM_UNIT_LINE_FORE_SCHEMECOLOR_INDEX" val="9"/>
  <p:tag name="KSO_WM_UNIT_LINE_FILL_TYPE" val="2"/>
  <p:tag name="KSO_WM_UNIT_USESOURCEFORMAT_APPLY" val="0"/>
</p:tagLst>
</file>

<file path=ppt/tags/tag162.xml><?xml version="1.0" encoding="utf-8"?>
<p:tagLst xmlns:a="http://schemas.openxmlformats.org/drawingml/2006/main" xmlns:r="http://schemas.openxmlformats.org/officeDocument/2006/relationships" xmlns:p="http://schemas.openxmlformats.org/presentationml/2006/main">
  <p:tag name="KSO_WM_DIAGRAM_GROUP_CODE" val="l1_1"/>
  <p:tag name="KSO_WM_TAG_VERSION" val="1.0"/>
  <p:tag name="KSO_WM_BEAUTIFY_FLAG" val="#wm#"/>
  <p:tag name="KSO_WM_UNIT_TYPE" val="i"/>
  <p:tag name="KSO_WM_UNIT_ID" val="custom20186830_5*i*8"/>
  <p:tag name="KSO_WM_TEMPLATE_CATEGORY" val="custom"/>
  <p:tag name="KSO_WM_TEMPLATE_INDEX" val="20186830"/>
  <p:tag name="KSO_WM_UNIT_INDEX" val="8"/>
  <p:tag name="KSO_WM_UNIT_LINE_FORE_SCHEMECOLOR_INDEX" val="9"/>
  <p:tag name="KSO_WM_UNIT_LINE_FILL_TYPE" val="2"/>
  <p:tag name="KSO_WM_UNIT_USESOURCEFORMAT_APPLY" val="0"/>
</p:tagLst>
</file>

<file path=ppt/tags/tag163.xml><?xml version="1.0" encoding="utf-8"?>
<p:tagLst xmlns:a="http://schemas.openxmlformats.org/drawingml/2006/main" xmlns:r="http://schemas.openxmlformats.org/officeDocument/2006/relationships" xmlns:p="http://schemas.openxmlformats.org/presentationml/2006/main">
  <p:tag name="KSO_WM_DIAGRAM_GROUP_CODE" val="l1_1"/>
  <p:tag name="KSO_WM_TAG_VERSION" val="1.0"/>
  <p:tag name="KSO_WM_BEAUTIFY_FLAG" val="#wm#"/>
  <p:tag name="KSO_WM_UNIT_TYPE" val="i"/>
  <p:tag name="KSO_WM_UNIT_ID" val="custom20186830_5*i*9"/>
  <p:tag name="KSO_WM_TEMPLATE_CATEGORY" val="custom"/>
  <p:tag name="KSO_WM_TEMPLATE_INDEX" val="20186830"/>
  <p:tag name="KSO_WM_UNIT_INDEX" val="9"/>
  <p:tag name="KSO_WM_UNIT_LINE_FORE_SCHEMECOLOR_INDEX" val="9"/>
  <p:tag name="KSO_WM_UNIT_LINE_FILL_TYPE" val="2"/>
  <p:tag name="KSO_WM_UNIT_USESOURCEFORMAT_APPLY" val="0"/>
</p:tagLst>
</file>

<file path=ppt/tags/tag164.xml><?xml version="1.0" encoding="utf-8"?>
<p:tagLst xmlns:a="http://schemas.openxmlformats.org/drawingml/2006/main" xmlns:r="http://schemas.openxmlformats.org/officeDocument/2006/relationships" xmlns:p="http://schemas.openxmlformats.org/presentationml/2006/main">
  <p:tag name="KSO_WM_SLIDE_SIZE" val="631*425"/>
  <p:tag name="KSO_WM_SLIDE_POSITION" val="49*57"/>
  <p:tag name="KSO_WM_SLIDE_LAYOUT_CNT" val="1_1_1"/>
  <p:tag name="KSO_WM_SLIDE_LAYOUT" val="a_f_d"/>
  <p:tag name="KSO_WM_BEAUTIFY_FLAG" val="#wm#"/>
  <p:tag name="KSO_WM_SLIDE_TYPE" val="text"/>
  <p:tag name="KSO_WM_SLIDE_ITEM_CNT" val="2"/>
  <p:tag name="KSO_WM_SLIDE_INDEX" val="4"/>
  <p:tag name="KSO_WM_SLIDE_ID" val="custom20186830_4"/>
  <p:tag name="KSO_WM_TAG_VERSION" val="1.0"/>
  <p:tag name="KSO_WM_TEMPLATE_INDEX" val="20186830"/>
  <p:tag name="KSO_WM_TEMPLATE_CATEGORY" val="custom"/>
  <p:tag name="KSO_WM_SLIDE_SUBTYPE" val="picTxt"/>
</p:tagLst>
</file>

<file path=ppt/tags/tag165.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186830"/>
  <p:tag name="KSO_WM_TAG_VERSION" val="1.0"/>
  <p:tag name="KSO_WM_BEAUTIFY_FLAG" val="#wm#"/>
  <p:tag name="KSO_WM_UNIT_PRESET_TEXT_LEN" val="17"/>
  <p:tag name="KSO_WM_UNIT_PRESET_TEXT_INDEX" val="3"/>
  <p:tag name="KSO_WM_UNIT_CLEAR" val="0"/>
  <p:tag name="KSO_WM_UNIT_COMPATIBLE" val="0"/>
  <p:tag name="KSO_WM_UNIT_HIGHLIGHT" val="0"/>
  <p:tag name="KSO_WM_UNIT_ISCONTENTSTITLE" val="0"/>
  <p:tag name="KSO_WM_UNIT_VALUE" val="16"/>
  <p:tag name="KSO_WM_UNIT_LAYERLEVEL" val="1"/>
  <p:tag name="KSO_WM_UNIT_INDEX" val="1"/>
  <p:tag name="KSO_WM_UNIT_ID" val="custom20186830_4*a*1"/>
  <p:tag name="KSO_WM_UNIT_TYPE" val="a"/>
</p:tagLst>
</file>

<file path=ppt/tags/tag166.xml><?xml version="1.0" encoding="utf-8"?>
<p:tagLst xmlns:a="http://schemas.openxmlformats.org/drawingml/2006/main" xmlns:r="http://schemas.openxmlformats.org/officeDocument/2006/relationships" xmlns:p="http://schemas.openxmlformats.org/presentationml/2006/main">
  <p:tag name="KSO_WM_DIAGRAM_GROUP_CODE" val="l1_1"/>
  <p:tag name="KSO_WM_TAG_VERSION" val="1.0"/>
  <p:tag name="KSO_WM_BEAUTIFY_FLAG" val="#wm#"/>
  <p:tag name="KSO_WM_UNIT_TYPE" val="i"/>
  <p:tag name="KSO_WM_UNIT_ID" val="custom20186830_5*i*7"/>
  <p:tag name="KSO_WM_TEMPLATE_CATEGORY" val="custom"/>
  <p:tag name="KSO_WM_TEMPLATE_INDEX" val="20186830"/>
  <p:tag name="KSO_WM_UNIT_INDEX" val="7"/>
  <p:tag name="KSO_WM_UNIT_LINE_FORE_SCHEMECOLOR_INDEX" val="9"/>
  <p:tag name="KSO_WM_UNIT_LINE_FILL_TYPE" val="2"/>
  <p:tag name="KSO_WM_UNIT_USESOURCEFORMAT_APPLY" val="0"/>
</p:tagLst>
</file>

<file path=ppt/tags/tag167.xml><?xml version="1.0" encoding="utf-8"?>
<p:tagLst xmlns:a="http://schemas.openxmlformats.org/drawingml/2006/main" xmlns:r="http://schemas.openxmlformats.org/officeDocument/2006/relationships" xmlns:p="http://schemas.openxmlformats.org/presentationml/2006/main">
  <p:tag name="KSO_WM_DIAGRAM_GROUP_CODE" val="l1_1"/>
  <p:tag name="KSO_WM_TAG_VERSION" val="1.0"/>
  <p:tag name="KSO_WM_BEAUTIFY_FLAG" val="#wm#"/>
  <p:tag name="KSO_WM_UNIT_TYPE" val="i"/>
  <p:tag name="KSO_WM_UNIT_ID" val="custom20186830_5*i*8"/>
  <p:tag name="KSO_WM_TEMPLATE_CATEGORY" val="custom"/>
  <p:tag name="KSO_WM_TEMPLATE_INDEX" val="20186830"/>
  <p:tag name="KSO_WM_UNIT_INDEX" val="8"/>
  <p:tag name="KSO_WM_UNIT_LINE_FORE_SCHEMECOLOR_INDEX" val="9"/>
  <p:tag name="KSO_WM_UNIT_LINE_FILL_TYPE" val="2"/>
  <p:tag name="KSO_WM_UNIT_USESOURCEFORMAT_APPLY" val="0"/>
</p:tagLst>
</file>

<file path=ppt/tags/tag168.xml><?xml version="1.0" encoding="utf-8"?>
<p:tagLst xmlns:a="http://schemas.openxmlformats.org/drawingml/2006/main" xmlns:r="http://schemas.openxmlformats.org/officeDocument/2006/relationships" xmlns:p="http://schemas.openxmlformats.org/presentationml/2006/main">
  <p:tag name="KSO_WM_DIAGRAM_GROUP_CODE" val="l1_1"/>
  <p:tag name="KSO_WM_TAG_VERSION" val="1.0"/>
  <p:tag name="KSO_WM_BEAUTIFY_FLAG" val="#wm#"/>
  <p:tag name="KSO_WM_UNIT_TYPE" val="i"/>
  <p:tag name="KSO_WM_UNIT_ID" val="custom20186830_5*i*9"/>
  <p:tag name="KSO_WM_TEMPLATE_CATEGORY" val="custom"/>
  <p:tag name="KSO_WM_TEMPLATE_INDEX" val="20186830"/>
  <p:tag name="KSO_WM_UNIT_INDEX" val="9"/>
  <p:tag name="KSO_WM_UNIT_LINE_FORE_SCHEMECOLOR_INDEX" val="9"/>
  <p:tag name="KSO_WM_UNIT_LINE_FILL_TYPE" val="2"/>
  <p:tag name="KSO_WM_UNIT_USESOURCEFORMAT_APPLY" val="0"/>
</p:tagLst>
</file>

<file path=ppt/tags/tag169.xml><?xml version="1.0" encoding="utf-8"?>
<p:tagLst xmlns:a="http://schemas.openxmlformats.org/drawingml/2006/main" xmlns:r="http://schemas.openxmlformats.org/officeDocument/2006/relationships" xmlns:p="http://schemas.openxmlformats.org/presentationml/2006/main">
  <p:tag name="KSO_WM_SLIDE_SIZE" val="631*425"/>
  <p:tag name="KSO_WM_SLIDE_POSITION" val="49*57"/>
  <p:tag name="KSO_WM_SLIDE_LAYOUT_CNT" val="1_1_1"/>
  <p:tag name="KSO_WM_SLIDE_LAYOUT" val="a_f_d"/>
  <p:tag name="KSO_WM_BEAUTIFY_FLAG" val="#wm#"/>
  <p:tag name="KSO_WM_SLIDE_TYPE" val="text"/>
  <p:tag name="KSO_WM_SLIDE_ITEM_CNT" val="2"/>
  <p:tag name="KSO_WM_SLIDE_INDEX" val="4"/>
  <p:tag name="KSO_WM_SLIDE_ID" val="custom20186830_4"/>
  <p:tag name="KSO_WM_TAG_VERSION" val="1.0"/>
  <p:tag name="KSO_WM_TEMPLATE_INDEX" val="20186830"/>
  <p:tag name="KSO_WM_TEMPLATE_CATEGORY" val="custom"/>
  <p:tag name="KSO_WM_SLIDE_SUBTYPE" val="picTxt"/>
</p:tagLst>
</file>

<file path=ppt/tags/tag170.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186830"/>
  <p:tag name="KSO_WM_TAG_VERSION" val="1.0"/>
  <p:tag name="KSO_WM_BEAUTIFY_FLAG" val="#wm#"/>
  <p:tag name="KSO_WM_UNIT_PRESET_TEXT_LEN" val="17"/>
  <p:tag name="KSO_WM_UNIT_PRESET_TEXT_INDEX" val="3"/>
  <p:tag name="KSO_WM_UNIT_CLEAR" val="0"/>
  <p:tag name="KSO_WM_UNIT_COMPATIBLE" val="0"/>
  <p:tag name="KSO_WM_UNIT_HIGHLIGHT" val="0"/>
  <p:tag name="KSO_WM_UNIT_ISCONTENTSTITLE" val="0"/>
  <p:tag name="KSO_WM_UNIT_VALUE" val="16"/>
  <p:tag name="KSO_WM_UNIT_LAYERLEVEL" val="1"/>
  <p:tag name="KSO_WM_UNIT_INDEX" val="1"/>
  <p:tag name="KSO_WM_UNIT_ID" val="custom20186830_4*a*1"/>
  <p:tag name="KSO_WM_UNIT_TYPE" val="a"/>
</p:tagLst>
</file>

<file path=ppt/tags/tag171.xml><?xml version="1.0" encoding="utf-8"?>
<p:tagLst xmlns:a="http://schemas.openxmlformats.org/drawingml/2006/main" xmlns:r="http://schemas.openxmlformats.org/officeDocument/2006/relationships" xmlns:p="http://schemas.openxmlformats.org/presentationml/2006/main">
  <p:tag name="KSO_WM_DIAGRAM_GROUP_CODE" val="l1_1"/>
  <p:tag name="KSO_WM_TAG_VERSION" val="1.0"/>
  <p:tag name="KSO_WM_BEAUTIFY_FLAG" val="#wm#"/>
  <p:tag name="KSO_WM_UNIT_TYPE" val="i"/>
  <p:tag name="KSO_WM_UNIT_ID" val="custom20186830_5*i*7"/>
  <p:tag name="KSO_WM_TEMPLATE_CATEGORY" val="custom"/>
  <p:tag name="KSO_WM_TEMPLATE_INDEX" val="20186830"/>
  <p:tag name="KSO_WM_UNIT_INDEX" val="7"/>
  <p:tag name="KSO_WM_UNIT_LINE_FORE_SCHEMECOLOR_INDEX" val="9"/>
  <p:tag name="KSO_WM_UNIT_LINE_FILL_TYPE" val="2"/>
  <p:tag name="KSO_WM_UNIT_USESOURCEFORMAT_APPLY" val="0"/>
</p:tagLst>
</file>

<file path=ppt/tags/tag172.xml><?xml version="1.0" encoding="utf-8"?>
<p:tagLst xmlns:a="http://schemas.openxmlformats.org/drawingml/2006/main" xmlns:r="http://schemas.openxmlformats.org/officeDocument/2006/relationships" xmlns:p="http://schemas.openxmlformats.org/presentationml/2006/main">
  <p:tag name="KSO_WM_DIAGRAM_GROUP_CODE" val="l1_1"/>
  <p:tag name="KSO_WM_TAG_VERSION" val="1.0"/>
  <p:tag name="KSO_WM_BEAUTIFY_FLAG" val="#wm#"/>
  <p:tag name="KSO_WM_UNIT_TYPE" val="i"/>
  <p:tag name="KSO_WM_UNIT_ID" val="custom20186830_5*i*8"/>
  <p:tag name="KSO_WM_TEMPLATE_CATEGORY" val="custom"/>
  <p:tag name="KSO_WM_TEMPLATE_INDEX" val="20186830"/>
  <p:tag name="KSO_WM_UNIT_INDEX" val="8"/>
  <p:tag name="KSO_WM_UNIT_LINE_FORE_SCHEMECOLOR_INDEX" val="9"/>
  <p:tag name="KSO_WM_UNIT_LINE_FILL_TYPE" val="2"/>
  <p:tag name="KSO_WM_UNIT_USESOURCEFORMAT_APPLY" val="0"/>
</p:tagLst>
</file>

<file path=ppt/tags/tag173.xml><?xml version="1.0" encoding="utf-8"?>
<p:tagLst xmlns:a="http://schemas.openxmlformats.org/drawingml/2006/main" xmlns:r="http://schemas.openxmlformats.org/officeDocument/2006/relationships" xmlns:p="http://schemas.openxmlformats.org/presentationml/2006/main">
  <p:tag name="KSO_WM_DIAGRAM_GROUP_CODE" val="l1_1"/>
  <p:tag name="KSO_WM_TAG_VERSION" val="1.0"/>
  <p:tag name="KSO_WM_BEAUTIFY_FLAG" val="#wm#"/>
  <p:tag name="KSO_WM_UNIT_TYPE" val="i"/>
  <p:tag name="KSO_WM_UNIT_ID" val="custom20186830_5*i*9"/>
  <p:tag name="KSO_WM_TEMPLATE_CATEGORY" val="custom"/>
  <p:tag name="KSO_WM_TEMPLATE_INDEX" val="20186830"/>
  <p:tag name="KSO_WM_UNIT_INDEX" val="9"/>
  <p:tag name="KSO_WM_UNIT_LINE_FORE_SCHEMECOLOR_INDEX" val="9"/>
  <p:tag name="KSO_WM_UNIT_LINE_FILL_TYPE" val="2"/>
  <p:tag name="KSO_WM_UNIT_USESOURCEFORMAT_APPLY" val="0"/>
</p:tagLst>
</file>

<file path=ppt/tags/tag174.xml><?xml version="1.0" encoding="utf-8"?>
<p:tagLst xmlns:a="http://schemas.openxmlformats.org/drawingml/2006/main" xmlns:r="http://schemas.openxmlformats.org/officeDocument/2006/relationships" xmlns:p="http://schemas.openxmlformats.org/presentationml/2006/main">
  <p:tag name="KSO_WM_SLIDE_SIZE" val="631*425"/>
  <p:tag name="KSO_WM_SLIDE_POSITION" val="49*57"/>
  <p:tag name="KSO_WM_SLIDE_LAYOUT_CNT" val="1_1_1"/>
  <p:tag name="KSO_WM_SLIDE_LAYOUT" val="a_f_d"/>
  <p:tag name="KSO_WM_BEAUTIFY_FLAG" val="#wm#"/>
  <p:tag name="KSO_WM_SLIDE_TYPE" val="text"/>
  <p:tag name="KSO_WM_SLIDE_ITEM_CNT" val="2"/>
  <p:tag name="KSO_WM_SLIDE_INDEX" val="4"/>
  <p:tag name="KSO_WM_SLIDE_ID" val="custom20186830_4"/>
  <p:tag name="KSO_WM_TAG_VERSION" val="1.0"/>
  <p:tag name="KSO_WM_TEMPLATE_INDEX" val="20186830"/>
  <p:tag name="KSO_WM_TEMPLATE_CATEGORY" val="custom"/>
  <p:tag name="KSO_WM_SLIDE_SUBTYPE" val="picTxt"/>
</p:tagLst>
</file>

<file path=ppt/tags/tag175.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186830"/>
  <p:tag name="KSO_WM_TAG_VERSION" val="1.0"/>
  <p:tag name="KSO_WM_BEAUTIFY_FLAG" val="#wm#"/>
  <p:tag name="KSO_WM_UNIT_PRESET_TEXT_LEN" val="17"/>
  <p:tag name="KSO_WM_UNIT_PRESET_TEXT_INDEX" val="3"/>
  <p:tag name="KSO_WM_UNIT_CLEAR" val="0"/>
  <p:tag name="KSO_WM_UNIT_COMPATIBLE" val="0"/>
  <p:tag name="KSO_WM_UNIT_HIGHLIGHT" val="0"/>
  <p:tag name="KSO_WM_UNIT_ISCONTENTSTITLE" val="0"/>
  <p:tag name="KSO_WM_UNIT_VALUE" val="16"/>
  <p:tag name="KSO_WM_UNIT_LAYERLEVEL" val="1"/>
  <p:tag name="KSO_WM_UNIT_INDEX" val="1"/>
  <p:tag name="KSO_WM_UNIT_ID" val="custom20186830_4*a*1"/>
  <p:tag name="KSO_WM_UNIT_TYPE" val="a"/>
</p:tagLst>
</file>

<file path=ppt/tags/tag176.xml><?xml version="1.0" encoding="utf-8"?>
<p:tagLst xmlns:a="http://schemas.openxmlformats.org/drawingml/2006/main" xmlns:r="http://schemas.openxmlformats.org/officeDocument/2006/relationships" xmlns:p="http://schemas.openxmlformats.org/presentationml/2006/main">
  <p:tag name="KSO_WM_DIAGRAM_GROUP_CODE" val="l1_1"/>
  <p:tag name="KSO_WM_TAG_VERSION" val="1.0"/>
  <p:tag name="KSO_WM_BEAUTIFY_FLAG" val="#wm#"/>
  <p:tag name="KSO_WM_UNIT_TYPE" val="i"/>
  <p:tag name="KSO_WM_UNIT_ID" val="custom20186830_5*i*7"/>
  <p:tag name="KSO_WM_TEMPLATE_CATEGORY" val="custom"/>
  <p:tag name="KSO_WM_TEMPLATE_INDEX" val="20186830"/>
  <p:tag name="KSO_WM_UNIT_INDEX" val="7"/>
  <p:tag name="KSO_WM_UNIT_LINE_FORE_SCHEMECOLOR_INDEX" val="9"/>
  <p:tag name="KSO_WM_UNIT_LINE_FILL_TYPE" val="2"/>
  <p:tag name="KSO_WM_UNIT_USESOURCEFORMAT_APPLY" val="0"/>
</p:tagLst>
</file>

<file path=ppt/tags/tag177.xml><?xml version="1.0" encoding="utf-8"?>
<p:tagLst xmlns:a="http://schemas.openxmlformats.org/drawingml/2006/main" xmlns:r="http://schemas.openxmlformats.org/officeDocument/2006/relationships" xmlns:p="http://schemas.openxmlformats.org/presentationml/2006/main">
  <p:tag name="KSO_WM_DIAGRAM_GROUP_CODE" val="l1_1"/>
  <p:tag name="KSO_WM_TAG_VERSION" val="1.0"/>
  <p:tag name="KSO_WM_BEAUTIFY_FLAG" val="#wm#"/>
  <p:tag name="KSO_WM_UNIT_TYPE" val="i"/>
  <p:tag name="KSO_WM_UNIT_ID" val="custom20186830_5*i*8"/>
  <p:tag name="KSO_WM_TEMPLATE_CATEGORY" val="custom"/>
  <p:tag name="KSO_WM_TEMPLATE_INDEX" val="20186830"/>
  <p:tag name="KSO_WM_UNIT_INDEX" val="8"/>
  <p:tag name="KSO_WM_UNIT_LINE_FORE_SCHEMECOLOR_INDEX" val="9"/>
  <p:tag name="KSO_WM_UNIT_LINE_FILL_TYPE" val="2"/>
  <p:tag name="KSO_WM_UNIT_USESOURCEFORMAT_APPLY" val="0"/>
</p:tagLst>
</file>

<file path=ppt/tags/tag178.xml><?xml version="1.0" encoding="utf-8"?>
<p:tagLst xmlns:a="http://schemas.openxmlformats.org/drawingml/2006/main" xmlns:r="http://schemas.openxmlformats.org/officeDocument/2006/relationships" xmlns:p="http://schemas.openxmlformats.org/presentationml/2006/main">
  <p:tag name="KSO_WM_DIAGRAM_GROUP_CODE" val="l1_1"/>
  <p:tag name="KSO_WM_TAG_VERSION" val="1.0"/>
  <p:tag name="KSO_WM_BEAUTIFY_FLAG" val="#wm#"/>
  <p:tag name="KSO_WM_UNIT_TYPE" val="i"/>
  <p:tag name="KSO_WM_UNIT_ID" val="custom20186830_5*i*9"/>
  <p:tag name="KSO_WM_TEMPLATE_CATEGORY" val="custom"/>
  <p:tag name="KSO_WM_TEMPLATE_INDEX" val="20186830"/>
  <p:tag name="KSO_WM_UNIT_INDEX" val="9"/>
  <p:tag name="KSO_WM_UNIT_LINE_FORE_SCHEMECOLOR_INDEX" val="9"/>
  <p:tag name="KSO_WM_UNIT_LINE_FILL_TYPE" val="2"/>
  <p:tag name="KSO_WM_UNIT_USESOURCEFORMAT_APPLY" val="0"/>
</p:tagLst>
</file>

<file path=ppt/tags/tag179.xml><?xml version="1.0" encoding="utf-8"?>
<p:tagLst xmlns:a="http://schemas.openxmlformats.org/drawingml/2006/main" xmlns:r="http://schemas.openxmlformats.org/officeDocument/2006/relationships" xmlns:p="http://schemas.openxmlformats.org/presentationml/2006/main">
  <p:tag name="KSO_WM_TAG_VERSION" val="1.0"/>
  <p:tag name="KSO_WM_SLIDE_ITEM_CNT" val="2"/>
  <p:tag name="KSO_WM_SLIDE_LAYOUT" val="a_b"/>
  <p:tag name="KSO_WM_SLIDE_LAYOUT_CNT" val="1_1"/>
  <p:tag name="KSO_WM_SLIDE_TYPE" val="endPage"/>
  <p:tag name="KSO_WM_BEAUTIFY_FLAG" val="#wm#"/>
  <p:tag name="KSO_WM_COMBINE_RELATE_SLIDE_ID" val="background20181909_19"/>
  <p:tag name="KSO_WM_TEMPLATE_CATEGORY" val="custom"/>
  <p:tag name="KSO_WM_TEMPLATE_INDEX" val="20186830"/>
  <p:tag name="KSO_WM_SLIDE_ID" val="custom20186830_22"/>
  <p:tag name="KSO_WM_SLIDE_INDEX" val="22"/>
  <p:tag name="KSO_WM_TEMPLATE_SUBCATEGORY" val="combine"/>
  <p:tag name="KSO_WM_SLIDE_SUBTYPE" val="pureTxt"/>
</p:tagLst>
</file>

<file path=ppt/tags/tag180.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186830"/>
  <p:tag name="KSO_WM_TAG_VERSION" val="1.0"/>
  <p:tag name="KSO_WM_BEAUTIFY_FLAG" val="#wm#"/>
  <p:tag name="KSO_WM_UNIT_TYPE" val="a"/>
  <p:tag name="KSO_WM_UNIT_INDEX" val="1"/>
  <p:tag name="KSO_WM_UNIT_LAYERLEVEL" val="1"/>
  <p:tag name="KSO_WM_UNIT_VALUE" val="5"/>
  <p:tag name="KSO_WM_UNIT_ISCONTENTSTITLE" val="0"/>
  <p:tag name="KSO_WM_UNIT_HIGHLIGHT" val="0"/>
  <p:tag name="KSO_WM_UNIT_COMPATIBLE" val="0"/>
  <p:tag name="KSO_WM_UNIT_CLEAR" val="0"/>
  <p:tag name="KSO_WM_UNIT_ID" val="custom20186830_22*a*1"/>
  <p:tag name="KSO_WM_UNIT_PRESET_TEXT" val="谢谢观看"/>
</p:tagLst>
</file>

<file path=ppt/tags/tag181.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186830"/>
  <p:tag name="KSO_WM_TAG_VERSION" val="1.0"/>
  <p:tag name="KSO_WM_BEAUTIFY_FLAG" val="#wm#"/>
  <p:tag name="KSO_WM_UNIT_TYPE" val="b"/>
  <p:tag name="KSO_WM_UNIT_INDEX" val="1"/>
  <p:tag name="KSO_WM_UNIT_ID" val="custom20186830_22*b*1"/>
  <p:tag name="KSO_WM_UNIT_LAYERLEVEL" val="1"/>
  <p:tag name="KSO_WM_UNIT_VALUE" val="13"/>
  <p:tag name="KSO_WM_UNIT_ISCONTENTSTITLE" val="0"/>
  <p:tag name="KSO_WM_UNIT_HIGHLIGHT" val="0"/>
  <p:tag name="KSO_WM_UNIT_COMPATIBLE" val="0"/>
  <p:tag name="KSO_WM_UNIT_CLEAR" val="0"/>
  <p:tag name="KSO_WM_UNIT_PRESET_TEXT" val="THANK YOU"/>
</p:tagLst>
</file>

<file path=ppt/tags/tag182.xml><?xml version="1.0" encoding="utf-8"?>
<p:tagLst xmlns:a="http://schemas.openxmlformats.org/drawingml/2006/main" xmlns:r="http://schemas.openxmlformats.org/officeDocument/2006/relationships" xmlns:p="http://schemas.openxmlformats.org/presentationml/2006/main">
  <p:tag name="KSO_WM_SLIDE_SIZE" val="631*425"/>
  <p:tag name="KSO_WM_SLIDE_POSITION" val="49*57"/>
  <p:tag name="KSO_WM_SLIDE_LAYOUT_CNT" val="1_1_1"/>
  <p:tag name="KSO_WM_SLIDE_LAYOUT" val="a_f_d"/>
  <p:tag name="KSO_WM_BEAUTIFY_FLAG" val="#wm#"/>
  <p:tag name="KSO_WM_SLIDE_TYPE" val="text"/>
  <p:tag name="KSO_WM_SLIDE_ITEM_CNT" val="2"/>
  <p:tag name="KSO_WM_SLIDE_INDEX" val="4"/>
  <p:tag name="KSO_WM_SLIDE_ID" val="custom20186830_4"/>
  <p:tag name="KSO_WM_TAG_VERSION" val="1.0"/>
  <p:tag name="KSO_WM_TEMPLATE_INDEX" val="20186830"/>
  <p:tag name="KSO_WM_TEMPLATE_CATEGORY" val="custom"/>
  <p:tag name="KSO_WM_SLIDE_SUBTYPE" val="picTxt"/>
</p:tagLst>
</file>

<file path=ppt/tags/tag183.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186830"/>
  <p:tag name="KSO_WM_TAG_VERSION" val="1.0"/>
  <p:tag name="KSO_WM_BEAUTIFY_FLAG" val="#wm#"/>
  <p:tag name="KSO_WM_UNIT_PRESET_TEXT_LEN" val="17"/>
  <p:tag name="KSO_WM_UNIT_PRESET_TEXT_INDEX" val="3"/>
  <p:tag name="KSO_WM_UNIT_CLEAR" val="0"/>
  <p:tag name="KSO_WM_UNIT_COMPATIBLE" val="0"/>
  <p:tag name="KSO_WM_UNIT_HIGHLIGHT" val="0"/>
  <p:tag name="KSO_WM_UNIT_ISCONTENTSTITLE" val="0"/>
  <p:tag name="KSO_WM_UNIT_VALUE" val="16"/>
  <p:tag name="KSO_WM_UNIT_LAYERLEVEL" val="1"/>
  <p:tag name="KSO_WM_UNIT_INDEX" val="1"/>
  <p:tag name="KSO_WM_UNIT_ID" val="custom20186830_4*a*1"/>
  <p:tag name="KSO_WM_UNIT_TYPE" val="a"/>
</p:tagLst>
</file>

<file path=ppt/tags/tag184.xml><?xml version="1.0" encoding="utf-8"?>
<p:tagLst xmlns:a="http://schemas.openxmlformats.org/drawingml/2006/main" xmlns:r="http://schemas.openxmlformats.org/officeDocument/2006/relationships" xmlns:p="http://schemas.openxmlformats.org/presentationml/2006/main">
  <p:tag name="KSO_WM_DIAGRAM_GROUP_CODE" val="l1_1"/>
  <p:tag name="KSO_WM_TAG_VERSION" val="1.0"/>
  <p:tag name="KSO_WM_BEAUTIFY_FLAG" val="#wm#"/>
  <p:tag name="KSO_WM_UNIT_TYPE" val="i"/>
  <p:tag name="KSO_WM_UNIT_ID" val="custom20186830_5*i*7"/>
  <p:tag name="KSO_WM_TEMPLATE_CATEGORY" val="custom"/>
  <p:tag name="KSO_WM_TEMPLATE_INDEX" val="20186830"/>
  <p:tag name="KSO_WM_UNIT_INDEX" val="7"/>
  <p:tag name="KSO_WM_UNIT_LINE_FORE_SCHEMECOLOR_INDEX" val="9"/>
  <p:tag name="KSO_WM_UNIT_LINE_FILL_TYPE" val="2"/>
  <p:tag name="KSO_WM_UNIT_USESOURCEFORMAT_APPLY" val="0"/>
</p:tagLst>
</file>

<file path=ppt/tags/tag185.xml><?xml version="1.0" encoding="utf-8"?>
<p:tagLst xmlns:a="http://schemas.openxmlformats.org/drawingml/2006/main" xmlns:r="http://schemas.openxmlformats.org/officeDocument/2006/relationships" xmlns:p="http://schemas.openxmlformats.org/presentationml/2006/main">
  <p:tag name="KSO_WM_DIAGRAM_GROUP_CODE" val="l1_1"/>
  <p:tag name="KSO_WM_TAG_VERSION" val="1.0"/>
  <p:tag name="KSO_WM_BEAUTIFY_FLAG" val="#wm#"/>
  <p:tag name="KSO_WM_UNIT_TYPE" val="i"/>
  <p:tag name="KSO_WM_UNIT_ID" val="custom20186830_5*i*8"/>
  <p:tag name="KSO_WM_TEMPLATE_CATEGORY" val="custom"/>
  <p:tag name="KSO_WM_TEMPLATE_INDEX" val="20186830"/>
  <p:tag name="KSO_WM_UNIT_INDEX" val="8"/>
  <p:tag name="KSO_WM_UNIT_LINE_FORE_SCHEMECOLOR_INDEX" val="9"/>
  <p:tag name="KSO_WM_UNIT_LINE_FILL_TYPE" val="2"/>
  <p:tag name="KSO_WM_UNIT_USESOURCEFORMAT_APPLY" val="0"/>
</p:tagLst>
</file>

<file path=ppt/tags/tag186.xml><?xml version="1.0" encoding="utf-8"?>
<p:tagLst xmlns:a="http://schemas.openxmlformats.org/drawingml/2006/main" xmlns:r="http://schemas.openxmlformats.org/officeDocument/2006/relationships" xmlns:p="http://schemas.openxmlformats.org/presentationml/2006/main">
  <p:tag name="KSO_WM_DIAGRAM_GROUP_CODE" val="l1_1"/>
  <p:tag name="KSO_WM_TAG_VERSION" val="1.0"/>
  <p:tag name="KSO_WM_BEAUTIFY_FLAG" val="#wm#"/>
  <p:tag name="KSO_WM_UNIT_TYPE" val="i"/>
  <p:tag name="KSO_WM_UNIT_ID" val="custom20186830_5*i*9"/>
  <p:tag name="KSO_WM_TEMPLATE_CATEGORY" val="custom"/>
  <p:tag name="KSO_WM_TEMPLATE_INDEX" val="20186830"/>
  <p:tag name="KSO_WM_UNIT_INDEX" val="9"/>
  <p:tag name="KSO_WM_UNIT_LINE_FORE_SCHEMECOLOR_INDEX" val="9"/>
  <p:tag name="KSO_WM_UNIT_LINE_FILL_TYPE" val="2"/>
  <p:tag name="KSO_WM_UNIT_USESOURCEFORMAT_APPLY" val="0"/>
</p:tagLst>
</file>

<file path=ppt/tags/tag187.xml><?xml version="1.0" encoding="utf-8"?>
<p:tagLst xmlns:a="http://schemas.openxmlformats.org/drawingml/2006/main" xmlns:r="http://schemas.openxmlformats.org/officeDocument/2006/relationships" xmlns:p="http://schemas.openxmlformats.org/presentationml/2006/main">
  <p:tag name="KSO_WM_SLIDE_SIZE" val="631*425"/>
  <p:tag name="KSO_WM_SLIDE_POSITION" val="49*57"/>
  <p:tag name="KSO_WM_SLIDE_LAYOUT_CNT" val="1_1_1"/>
  <p:tag name="KSO_WM_SLIDE_LAYOUT" val="a_f_d"/>
  <p:tag name="KSO_WM_BEAUTIFY_FLAG" val="#wm#"/>
  <p:tag name="KSO_WM_SLIDE_TYPE" val="text"/>
  <p:tag name="KSO_WM_SLIDE_ITEM_CNT" val="2"/>
  <p:tag name="KSO_WM_SLIDE_INDEX" val="4"/>
  <p:tag name="KSO_WM_SLIDE_ID" val="custom20186830_4"/>
  <p:tag name="KSO_WM_TAG_VERSION" val="1.0"/>
  <p:tag name="KSO_WM_TEMPLATE_INDEX" val="20186830"/>
  <p:tag name="KSO_WM_TEMPLATE_CATEGORY" val="custom"/>
  <p:tag name="KSO_WM_SLIDE_SUBTYPE" val="picTxt"/>
</p:tagLst>
</file>

<file path=ppt/tags/tag188.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186830"/>
  <p:tag name="KSO_WM_TAG_VERSION" val="1.0"/>
  <p:tag name="KSO_WM_BEAUTIFY_FLAG" val="#wm#"/>
  <p:tag name="KSO_WM_UNIT_PRESET_TEXT_LEN" val="17"/>
  <p:tag name="KSO_WM_UNIT_PRESET_TEXT_INDEX" val="3"/>
  <p:tag name="KSO_WM_UNIT_CLEAR" val="0"/>
  <p:tag name="KSO_WM_UNIT_COMPATIBLE" val="0"/>
  <p:tag name="KSO_WM_UNIT_HIGHLIGHT" val="0"/>
  <p:tag name="KSO_WM_UNIT_ISCONTENTSTITLE" val="0"/>
  <p:tag name="KSO_WM_UNIT_VALUE" val="16"/>
  <p:tag name="KSO_WM_UNIT_LAYERLEVEL" val="1"/>
  <p:tag name="KSO_WM_UNIT_INDEX" val="1"/>
  <p:tag name="KSO_WM_UNIT_ID" val="custom20186830_4*a*1"/>
  <p:tag name="KSO_WM_UNIT_TYPE" val="a"/>
</p:tagLst>
</file>

<file path=ppt/tags/tag189.xml><?xml version="1.0" encoding="utf-8"?>
<p:tagLst xmlns:a="http://schemas.openxmlformats.org/drawingml/2006/main" xmlns:r="http://schemas.openxmlformats.org/officeDocument/2006/relationships" xmlns:p="http://schemas.openxmlformats.org/presentationml/2006/main">
  <p:tag name="KSO_WM_DIAGRAM_GROUP_CODE" val="l1_1"/>
  <p:tag name="KSO_WM_TAG_VERSION" val="1.0"/>
  <p:tag name="KSO_WM_BEAUTIFY_FLAG" val="#wm#"/>
  <p:tag name="KSO_WM_UNIT_TYPE" val="i"/>
  <p:tag name="KSO_WM_UNIT_ID" val="custom20186830_5*i*7"/>
  <p:tag name="KSO_WM_TEMPLATE_CATEGORY" val="custom"/>
  <p:tag name="KSO_WM_TEMPLATE_INDEX" val="20186830"/>
  <p:tag name="KSO_WM_UNIT_INDEX" val="7"/>
  <p:tag name="KSO_WM_UNIT_LINE_FORE_SCHEMECOLOR_INDEX" val="9"/>
  <p:tag name="KSO_WM_UNIT_LINE_FILL_TYPE" val="2"/>
  <p:tag name="KSO_WM_UNIT_USESOURCEFORMAT_APPLY" val="0"/>
</p:tagLst>
</file>

<file path=ppt/tags/tag190.xml><?xml version="1.0" encoding="utf-8"?>
<p:tagLst xmlns:a="http://schemas.openxmlformats.org/drawingml/2006/main" xmlns:r="http://schemas.openxmlformats.org/officeDocument/2006/relationships" xmlns:p="http://schemas.openxmlformats.org/presentationml/2006/main">
  <p:tag name="KSO_WM_DIAGRAM_GROUP_CODE" val="l1_1"/>
  <p:tag name="KSO_WM_TAG_VERSION" val="1.0"/>
  <p:tag name="KSO_WM_BEAUTIFY_FLAG" val="#wm#"/>
  <p:tag name="KSO_WM_UNIT_TYPE" val="i"/>
  <p:tag name="KSO_WM_UNIT_ID" val="custom20186830_5*i*8"/>
  <p:tag name="KSO_WM_TEMPLATE_CATEGORY" val="custom"/>
  <p:tag name="KSO_WM_TEMPLATE_INDEX" val="20186830"/>
  <p:tag name="KSO_WM_UNIT_INDEX" val="8"/>
  <p:tag name="KSO_WM_UNIT_LINE_FORE_SCHEMECOLOR_INDEX" val="9"/>
  <p:tag name="KSO_WM_UNIT_LINE_FILL_TYPE" val="2"/>
  <p:tag name="KSO_WM_UNIT_USESOURCEFORMAT_APPLY" val="0"/>
</p:tagLst>
</file>

<file path=ppt/tags/tag191.xml><?xml version="1.0" encoding="utf-8"?>
<p:tagLst xmlns:a="http://schemas.openxmlformats.org/drawingml/2006/main" xmlns:r="http://schemas.openxmlformats.org/officeDocument/2006/relationships" xmlns:p="http://schemas.openxmlformats.org/presentationml/2006/main">
  <p:tag name="KSO_WM_DIAGRAM_GROUP_CODE" val="l1_1"/>
  <p:tag name="KSO_WM_TAG_VERSION" val="1.0"/>
  <p:tag name="KSO_WM_BEAUTIFY_FLAG" val="#wm#"/>
  <p:tag name="KSO_WM_UNIT_TYPE" val="i"/>
  <p:tag name="KSO_WM_UNIT_ID" val="custom20186830_5*i*9"/>
  <p:tag name="KSO_WM_TEMPLATE_CATEGORY" val="custom"/>
  <p:tag name="KSO_WM_TEMPLATE_INDEX" val="20186830"/>
  <p:tag name="KSO_WM_UNIT_INDEX" val="9"/>
  <p:tag name="KSO_WM_UNIT_LINE_FORE_SCHEMECOLOR_INDEX" val="9"/>
  <p:tag name="KSO_WM_UNIT_LINE_FILL_TYPE" val="2"/>
  <p:tag name="KSO_WM_UNIT_USESOURCEFORMAT_APPLY" val="0"/>
</p:tagLst>
</file>

<file path=ppt/theme/theme1.xml><?xml version="1.0" encoding="utf-8"?>
<a:theme xmlns:a="http://schemas.openxmlformats.org/drawingml/2006/main" name="2_Office 主题​​">
  <a:themeElements>
    <a:clrScheme name="自定义 218">
      <a:dk1>
        <a:srgbClr val="000000"/>
      </a:dk1>
      <a:lt1>
        <a:srgbClr val="FFFFFF"/>
      </a:lt1>
      <a:dk2>
        <a:srgbClr val="000000"/>
      </a:dk2>
      <a:lt2>
        <a:srgbClr val="FFFFFF"/>
      </a:lt2>
      <a:accent1>
        <a:srgbClr val="000000"/>
      </a:accent1>
      <a:accent2>
        <a:srgbClr val="000000"/>
      </a:accent2>
      <a:accent3>
        <a:srgbClr val="000000"/>
      </a:accent3>
      <a:accent4>
        <a:srgbClr val="000000"/>
      </a:accent4>
      <a:accent5>
        <a:srgbClr val="000000"/>
      </a:accent5>
      <a:accent6>
        <a:srgbClr val="FFFFFF"/>
      </a:accent6>
      <a:hlink>
        <a:srgbClr val="0563C1"/>
      </a:hlink>
      <a:folHlink>
        <a:srgbClr val="954F72"/>
      </a:folHlink>
    </a:clrScheme>
    <a:fontScheme name="自定义 4">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自定义 218">
      <a:dk1>
        <a:srgbClr val="000000"/>
      </a:dk1>
      <a:lt1>
        <a:srgbClr val="FFFFFF"/>
      </a:lt1>
      <a:dk2>
        <a:srgbClr val="000000"/>
      </a:dk2>
      <a:lt2>
        <a:srgbClr val="FFFFFF"/>
      </a:lt2>
      <a:accent1>
        <a:srgbClr val="000000"/>
      </a:accent1>
      <a:accent2>
        <a:srgbClr val="000000"/>
      </a:accent2>
      <a:accent3>
        <a:srgbClr val="000000"/>
      </a:accent3>
      <a:accent4>
        <a:srgbClr val="000000"/>
      </a:accent4>
      <a:accent5>
        <a:srgbClr val="000000"/>
      </a:accent5>
      <a:accent6>
        <a:srgbClr val="FFFFFF"/>
      </a:accent6>
      <a:hlink>
        <a:srgbClr val="0563C1"/>
      </a:hlink>
      <a:folHlink>
        <a:srgbClr val="954F72"/>
      </a:folHlink>
    </a:clrScheme>
    <a:fontScheme name="自定义 4">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173</TotalTime>
  <Words>1722</Words>
  <Application>Microsoft Office PowerPoint</Application>
  <PresentationFormat>宽屏</PresentationFormat>
  <Paragraphs>279</Paragraphs>
  <Slides>18</Slides>
  <Notes>18</Notes>
  <HiddenSlides>2</HiddenSlides>
  <MMClips>0</MMClips>
  <ScaleCrop>false</ScaleCrop>
  <HeadingPairs>
    <vt:vector size="6" baseType="variant">
      <vt:variant>
        <vt:lpstr>已用的字体</vt:lpstr>
      </vt:variant>
      <vt:variant>
        <vt:i4>6</vt:i4>
      </vt:variant>
      <vt:variant>
        <vt:lpstr>主题</vt:lpstr>
      </vt:variant>
      <vt:variant>
        <vt:i4>2</vt:i4>
      </vt:variant>
      <vt:variant>
        <vt:lpstr>幻灯片标题</vt:lpstr>
      </vt:variant>
      <vt:variant>
        <vt:i4>18</vt:i4>
      </vt:variant>
    </vt:vector>
  </HeadingPairs>
  <TitlesOfParts>
    <vt:vector size="26" baseType="lpstr">
      <vt:lpstr>黑体</vt:lpstr>
      <vt:lpstr>宋体</vt:lpstr>
      <vt:lpstr>微软雅黑</vt:lpstr>
      <vt:lpstr>Arial</vt:lpstr>
      <vt:lpstr>Calibri</vt:lpstr>
      <vt:lpstr>Wingdings</vt:lpstr>
      <vt:lpstr>2_Office 主题​​</vt:lpstr>
      <vt:lpstr>1_Office 主题​​</vt:lpstr>
      <vt:lpstr>能源勘探领域专用并行标记语言的设计与实现</vt:lpstr>
      <vt:lpstr>PowerPoint 演示文稿</vt:lpstr>
      <vt:lpstr>选题来源与意义</vt:lpstr>
      <vt:lpstr>选题来源与意义</vt:lpstr>
      <vt:lpstr>相关研究现状分析</vt:lpstr>
      <vt:lpstr>相关研究现状分析</vt:lpstr>
      <vt:lpstr>相关研究现状分析</vt:lpstr>
      <vt:lpstr>研究内容与方法</vt:lpstr>
      <vt:lpstr>研究内容与方法</vt:lpstr>
      <vt:lpstr>研究内容与方法</vt:lpstr>
      <vt:lpstr>研究内容与方法</vt:lpstr>
      <vt:lpstr>研究内容与方法</vt:lpstr>
      <vt:lpstr>研究内容与方法</vt:lpstr>
      <vt:lpstr>预期目标与计划</vt:lpstr>
      <vt:lpstr>预期目标与计划</vt:lpstr>
      <vt:lpstr>谢谢观看</vt:lpstr>
      <vt:lpstr>研究内容与方法</vt:lpstr>
      <vt:lpstr>研究内容与方法</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能源勘探领域专用并行标记语言的设计与实现</dc:title>
  <dc:creator/>
  <cp:lastModifiedBy>Lenovo</cp:lastModifiedBy>
  <cp:revision>455</cp:revision>
  <dcterms:created xsi:type="dcterms:W3CDTF">2018-12-20T08:15:00Z</dcterms:created>
  <dcterms:modified xsi:type="dcterms:W3CDTF">2020-03-23T04:23:58Z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RubyTemplateID">
    <vt:lpwstr>8</vt:lpwstr>
  </property>
  <property fmtid="{D5CDD505-2E9C-101B-9397-08002B2CF9AE}" pid="3" name="KSOProductBuildVer">
    <vt:lpwstr>2052-11.1.0.8205</vt:lpwstr>
  </property>
</Properties>
</file>