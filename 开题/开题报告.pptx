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9" r:id="rId3"/>
  </p:sldMasterIdLst>
  <p:notesMasterIdLst>
    <p:notesMasterId r:id="rId5"/>
  </p:notesMasterIdLst>
  <p:sldIdLst>
    <p:sldId id="257" r:id="rId4"/>
    <p:sldId id="265" r:id="rId6"/>
    <p:sldId id="266" r:id="rId7"/>
    <p:sldId id="267" r:id="rId8"/>
    <p:sldId id="270" r:id="rId9"/>
    <p:sldId id="271" r:id="rId10"/>
    <p:sldId id="273" r:id="rId11"/>
    <p:sldId id="274" r:id="rId12"/>
    <p:sldId id="275" r:id="rId13"/>
    <p:sldId id="278" r:id="rId14"/>
    <p:sldId id="284" r:id="rId15"/>
    <p:sldId id="283" r:id="rId16"/>
    <p:sldId id="291" r:id="rId17"/>
    <p:sldId id="280" r:id="rId18"/>
    <p:sldId id="281" r:id="rId19"/>
    <p:sldId id="282" r:id="rId20"/>
    <p:sldId id="290" r:id="rId21"/>
    <p:sldId id="279" r:id="rId22"/>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4B36E"/>
    <a:srgbClr val="CFE09A"/>
    <a:srgbClr val="C2E277"/>
    <a:srgbClr val="75AC8F"/>
    <a:srgbClr val="8CC288"/>
    <a:srgbClr val="19A382"/>
    <a:srgbClr val="F1AF4F"/>
    <a:srgbClr val="588491"/>
    <a:srgbClr val="BC4042"/>
    <a:srgbClr val="F0809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ED083AE6-46FA-4A59-8FB0-9F97EB10719F}" styleName="浅色样式 3 - 强调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6" d="100"/>
          <a:sy n="116" d="100"/>
        </p:scale>
        <p:origin x="336"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slide" Target="slides/slide4.xml"/><Relationship Id="rId7" Type="http://schemas.openxmlformats.org/officeDocument/2006/relationships/slide" Target="slides/slide3.xml"/><Relationship Id="rId6" Type="http://schemas.openxmlformats.org/officeDocument/2006/relationships/slide" Target="slides/slide2.xml"/><Relationship Id="rId5" Type="http://schemas.openxmlformats.org/officeDocument/2006/relationships/notesMaster" Target="notesMasters/notesMaster1.xml"/><Relationship Id="rId4" Type="http://schemas.openxmlformats.org/officeDocument/2006/relationships/slide" Target="slides/slide1.xml"/><Relationship Id="rId3" Type="http://schemas.openxmlformats.org/officeDocument/2006/relationships/slideMaster" Target="slideMasters/slideMaster2.xml"/><Relationship Id="rId25" Type="http://schemas.openxmlformats.org/officeDocument/2006/relationships/tableStyles" Target="tableStyles.xml"/><Relationship Id="rId24" Type="http://schemas.openxmlformats.org/officeDocument/2006/relationships/viewProps" Target="viewProps.xml"/><Relationship Id="rId23" Type="http://schemas.openxmlformats.org/officeDocument/2006/relationships/presProps" Target="presProps.xml"/><Relationship Id="rId22" Type="http://schemas.openxmlformats.org/officeDocument/2006/relationships/slide" Target="slides/slide18.xml"/><Relationship Id="rId21" Type="http://schemas.openxmlformats.org/officeDocument/2006/relationships/slide" Target="slides/slide17.xml"/><Relationship Id="rId20" Type="http://schemas.openxmlformats.org/officeDocument/2006/relationships/slide" Target="slides/slide16.xml"/><Relationship Id="rId2" Type="http://schemas.openxmlformats.org/officeDocument/2006/relationships/theme" Target="theme/theme1.xml"/><Relationship Id="rId19" Type="http://schemas.openxmlformats.org/officeDocument/2006/relationships/slide" Target="slides/slide15.xml"/><Relationship Id="rId18" Type="http://schemas.openxmlformats.org/officeDocument/2006/relationships/slide" Target="slides/slide14.xml"/><Relationship Id="rId17" Type="http://schemas.openxmlformats.org/officeDocument/2006/relationships/slide" Target="slides/slide13.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14337" name="幻灯片图像占位符 1"/>
          <p:cNvSpPr>
            <a:spLocks noGrp="1" noRot="1" noChangeAspect="1"/>
          </p:cNvSpPr>
          <p:nvPr>
            <p:ph type="sldImg"/>
          </p:nvPr>
        </p:nvSpPr>
        <p:spPr/>
      </p:sp>
      <p:sp>
        <p:nvSpPr>
          <p:cNvPr id="14338" name="备注占位符 2"/>
          <p:cNvSpPr>
            <a:spLocks noGrp="1"/>
          </p:cNvSpPr>
          <p:nvPr>
            <p:ph type="body"/>
          </p:nvPr>
        </p:nvSpPr>
        <p:spPr/>
        <p:txBody>
          <a:bodyPr lIns="91440" tIns="45720" rIns="91440" bIns="45720" anchor="t"/>
          <a:p>
            <a:pPr lvl="0"/>
            <a:endParaRPr lang="zh-CN" altLang="en-US"/>
          </a:p>
        </p:txBody>
      </p:sp>
      <p:sp>
        <p:nvSpPr>
          <p:cNvPr id="14339" name="灯片编号占位符 3"/>
          <p:cNvSpPr>
            <a:spLocks noGrp="1"/>
          </p:cNvSpPr>
          <p:nvPr>
            <p:ph type="sldNum" sz="quarter"/>
          </p:nvPr>
        </p:nvSpPr>
        <p:spPr>
          <a:xfrm>
            <a:off x="3884613" y="8685213"/>
            <a:ext cx="2971800" cy="458787"/>
          </a:xfrm>
          <a:prstGeom prst="rect">
            <a:avLst/>
          </a:prstGeom>
          <a:noFill/>
          <a:ln w="9525">
            <a:noFill/>
          </a:ln>
        </p:spPr>
        <p:txBody>
          <a:bodyPr vert="horz" lIns="91440" tIns="45720" rIns="91440" bIns="45720" anchor="b"/>
          <a:p>
            <a:pPr lvl="0" indent="0" algn="r"/>
            <a:fld id="{9A0DB2DC-4C9A-4742-B13C-FB6460FD3503}" type="slidenum">
              <a:rPr lang="zh-CN" altLang="en-US" sz="1200">
                <a:latin typeface="Arial" panose="020B0604020202020204" pitchFamily="34" charset="0"/>
                <a:ea typeface="宋体" panose="02010600030101010101" pitchFamily="2" charset="-122"/>
              </a:rPr>
            </a:fld>
            <a:endParaRPr lang="zh-CN" altLang="en-US" sz="1200">
              <a:latin typeface="Arial" panose="020B0604020202020204" pitchFamily="34" charset="0"/>
              <a:ea typeface="宋体" panose="02010600030101010101" pitchFamily="2" charset="-122"/>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16385" name="幻灯片图像占位符 1"/>
          <p:cNvSpPr>
            <a:spLocks noGrp="1" noRot="1" noChangeAspect="1"/>
          </p:cNvSpPr>
          <p:nvPr>
            <p:ph type="sldImg"/>
          </p:nvPr>
        </p:nvSpPr>
        <p:spPr/>
      </p:sp>
      <p:sp>
        <p:nvSpPr>
          <p:cNvPr id="16386" name="备注占位符 2"/>
          <p:cNvSpPr>
            <a:spLocks noGrp="1"/>
          </p:cNvSpPr>
          <p:nvPr>
            <p:ph type="body"/>
          </p:nvPr>
        </p:nvSpPr>
        <p:spPr/>
        <p:txBody>
          <a:bodyPr lIns="91440" tIns="45720" rIns="91440" bIns="45720" anchor="t"/>
          <a:p>
            <a:pPr lvl="0"/>
            <a:endParaRPr lang="zh-CN" altLang="en-US"/>
          </a:p>
        </p:txBody>
      </p:sp>
      <p:sp>
        <p:nvSpPr>
          <p:cNvPr id="16387" name="灯片编号占位符 3"/>
          <p:cNvSpPr>
            <a:spLocks noGrp="1"/>
          </p:cNvSpPr>
          <p:nvPr>
            <p:ph type="sldNum" sz="quarter"/>
          </p:nvPr>
        </p:nvSpPr>
        <p:spPr>
          <a:xfrm>
            <a:off x="3884613" y="8685213"/>
            <a:ext cx="2971800" cy="458787"/>
          </a:xfrm>
          <a:prstGeom prst="rect">
            <a:avLst/>
          </a:prstGeom>
          <a:noFill/>
          <a:ln w="9525">
            <a:noFill/>
          </a:ln>
        </p:spPr>
        <p:txBody>
          <a:bodyPr vert="horz" lIns="91440" tIns="45720" rIns="91440" bIns="45720" anchor="b"/>
          <a:p>
            <a:pPr lvl="0" indent="0" algn="r"/>
            <a:fld id="{9A0DB2DC-4C9A-4742-B13C-FB6460FD3503}" type="slidenum">
              <a:rPr lang="zh-CN" altLang="en-US" sz="1200">
                <a:latin typeface="Arial" panose="020B0604020202020204" pitchFamily="34" charset="0"/>
                <a:ea typeface="宋体" panose="02010600030101010101" pitchFamily="2" charset="-122"/>
              </a:rPr>
            </a:fld>
            <a:endParaRPr lang="zh-CN" altLang="en-US" sz="1200">
              <a:latin typeface="Arial" panose="020B0604020202020204" pitchFamily="34" charset="0"/>
              <a:ea typeface="宋体" panose="02010600030101010101" pitchFamily="2" charset="-122"/>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eaLnBrk="0" fontAlgn="base" latinLnBrk="0" hangingPunct="0">
              <a:lnSpc>
                <a:spcPct val="100000"/>
              </a:lnSpc>
              <a:spcBef>
                <a:spcPct val="0"/>
              </a:spcBef>
              <a:spcAft>
                <a:spcPct val="0"/>
              </a:spcAft>
              <a:buClrTx/>
              <a:buSzTx/>
              <a:buFontTx/>
              <a:buNone/>
              <a:defRPr/>
            </a:pPr>
            <a:fld id="{39AD698A-D66C-4FA1-BBD8-F72AE9E6E751}" type="slidenum">
              <a:rPr kumimoji="0" lang="zh-CN" altLang="en-US" sz="1200" b="0" i="0" u="none" strike="noStrike" kern="1200" cap="none" spc="0" normalizeH="0" baseline="0" noProof="0" smtClean="0">
                <a:ln>
                  <a:noFill/>
                </a:ln>
                <a:solidFill>
                  <a:prstClr val="black"/>
                </a:solidFill>
                <a:effectLst/>
                <a:uLnTx/>
                <a:uFillTx/>
                <a:latin typeface="Calibri" panose="020F0502020204030204" charset="0"/>
                <a:ea typeface="微软雅黑" panose="020B0503020204020204" charset="-122"/>
              </a:rPr>
            </a:fld>
            <a:endParaRPr kumimoji="0" lang="zh-CN" altLang="en-US" sz="1200" b="0" i="0" u="none" strike="noStrike" kern="1200" cap="none" spc="0" normalizeH="0" baseline="0" noProof="0">
              <a:ln>
                <a:noFill/>
              </a:ln>
              <a:solidFill>
                <a:prstClr val="black"/>
              </a:solidFill>
              <a:effectLst/>
              <a:uLnTx/>
              <a:uFillTx/>
              <a:latin typeface="Calibri" panose="020F0502020204030204" charset="0"/>
              <a:ea typeface="微软雅黑" panose="020B0503020204020204" charset="-122"/>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r>
              <a:rPr dirty="0">
                <a:sym typeface="+mn-ea"/>
              </a:rPr>
              <a:t>对石油勘探企业（中石油东方物探研究所）的调研结果表明，虽然能源勘探领域的相关理论发展相对比较成熟，且相关研究也比较完善和透彻。但是由于计算机硬件技术的限制，相当多的理论并未投入实际工程应用。近几年来，随着计算机硬件的飞速发展，越来越多的能源勘探领域从业人员为了提高工作效率与质量，不断地尝试通过并行技术针对一些优秀的理论以及能源勘探数据处理算法进行试验与改进，但是由于专业知识的限制和因工作压力导致的无暇深入研究并行编程技术等等因素，使其在并行编程方面受到了极大的阻碍。由此可见，能源勘探行业内迫切的需要更加完善的软件并行策略和更加方便快捷的算法并行化途径来进行高效的数据处理与解释。同时并行编程能力也逐渐成为了勘探行业从业人员的必不可少的职业技能。</a:t>
            </a:r>
            <a:endParaRPr dirty="0">
              <a:sym typeface="+mn-ea"/>
            </a:endParaRPr>
          </a:p>
        </p:txBody>
      </p:sp>
      <p:sp>
        <p:nvSpPr>
          <p:cNvPr id="4" name="灯片编号占位符 3"/>
          <p:cNvSpPr>
            <a:spLocks noGrp="1"/>
          </p:cNvSpPr>
          <p:nvPr>
            <p:ph type="sldNum" sz="quarter" idx="10"/>
          </p:nvPr>
        </p:nvSpPr>
        <p:spPr/>
        <p:txBody>
          <a:bodyPr/>
          <a:lstStyle/>
          <a:p>
            <a:pPr marL="0" marR="0" lvl="0" indent="0" algn="r" defTabSz="914400" eaLnBrk="0" fontAlgn="base" latinLnBrk="0" hangingPunct="0">
              <a:lnSpc>
                <a:spcPct val="100000"/>
              </a:lnSpc>
              <a:spcBef>
                <a:spcPct val="0"/>
              </a:spcBef>
              <a:spcAft>
                <a:spcPct val="0"/>
              </a:spcAft>
              <a:buClrTx/>
              <a:buSzTx/>
              <a:buFontTx/>
              <a:buNone/>
              <a:defRPr/>
            </a:pPr>
            <a:fld id="{39AD698A-D66C-4FA1-BBD8-F72AE9E6E751}" type="slidenum">
              <a:rPr kumimoji="0" lang="zh-CN" altLang="en-US" sz="1200" b="0" i="0" u="none" strike="noStrike" kern="1200" cap="none" spc="0" normalizeH="0" baseline="0" noProof="0" smtClean="0">
                <a:ln>
                  <a:noFill/>
                </a:ln>
                <a:solidFill>
                  <a:prstClr val="black"/>
                </a:solidFill>
                <a:effectLst/>
                <a:uLnTx/>
                <a:uFillTx/>
                <a:latin typeface="Calibri" panose="020F0502020204030204" charset="0"/>
                <a:ea typeface="微软雅黑" panose="020B0503020204020204" charset="-122"/>
              </a:rPr>
            </a:fld>
            <a:endParaRPr kumimoji="0" lang="zh-CN" altLang="en-US" sz="1200" b="0" i="0" u="none" strike="noStrike" kern="1200" cap="none" spc="0" normalizeH="0" baseline="0" noProof="0">
              <a:ln>
                <a:noFill/>
              </a:ln>
              <a:solidFill>
                <a:prstClr val="black"/>
              </a:solidFill>
              <a:effectLst/>
              <a:uLnTx/>
              <a:uFillTx/>
              <a:latin typeface="Calibri" panose="020F0502020204030204" charset="0"/>
              <a:ea typeface="微软雅黑" panose="020B0503020204020204" charset="-122"/>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pPr algn="l">
              <a:lnSpc>
                <a:spcPct val="150000"/>
              </a:lnSpc>
            </a:pPr>
            <a:r>
              <a:rPr lang="zh-CN" altLang="en-US">
                <a:latin typeface="宋体" panose="02010600030101010101" pitchFamily="2" charset="-122"/>
                <a:ea typeface="宋体" panose="02010600030101010101" pitchFamily="2" charset="-122"/>
                <a:cs typeface="宋体" panose="02010600030101010101" pitchFamily="2" charset="-122"/>
                <a:sym typeface="+mn-ea"/>
              </a:rPr>
              <a:t>结合项目内容，综合对比分析以上三种现有能源勘探软件系统发现：</a:t>
            </a:r>
            <a:endParaRPr lang="zh-CN" altLang="en-US">
              <a:latin typeface="宋体" panose="02010600030101010101" pitchFamily="2" charset="-122"/>
              <a:ea typeface="宋体" panose="02010600030101010101" pitchFamily="2" charset="-122"/>
              <a:cs typeface="宋体" panose="02010600030101010101" pitchFamily="2" charset="-122"/>
            </a:endParaRPr>
          </a:p>
          <a:p>
            <a:pPr algn="l">
              <a:lnSpc>
                <a:spcPct val="150000"/>
              </a:lnSpc>
            </a:pPr>
            <a:r>
              <a:rPr lang="en-US" altLang="zh-CN">
                <a:latin typeface="宋体" panose="02010600030101010101" pitchFamily="2" charset="-122"/>
                <a:ea typeface="宋体" panose="02010600030101010101" pitchFamily="2" charset="-122"/>
                <a:cs typeface="宋体" panose="02010600030101010101" pitchFamily="2" charset="-122"/>
                <a:sym typeface="+mn-ea"/>
              </a:rPr>
              <a:t>1</a:t>
            </a:r>
            <a:r>
              <a:rPr lang="zh-CN" altLang="en-US">
                <a:latin typeface="宋体" panose="02010600030101010101" pitchFamily="2" charset="-122"/>
                <a:ea typeface="宋体" panose="02010600030101010101" pitchFamily="2" charset="-122"/>
                <a:cs typeface="宋体" panose="02010600030101010101" pitchFamily="2" charset="-122"/>
                <a:sym typeface="+mn-ea"/>
              </a:rPr>
              <a:t>、在业务应用集成、数据处理算法覆盖、数据并行管理策略、作业调度管理等方面，业界内均存在表现良好的解决方案。</a:t>
            </a:r>
            <a:endParaRPr lang="zh-CN" altLang="en-US">
              <a:latin typeface="宋体" panose="02010600030101010101" pitchFamily="2" charset="-122"/>
              <a:ea typeface="宋体" panose="02010600030101010101" pitchFamily="2" charset="-122"/>
              <a:cs typeface="宋体" panose="02010600030101010101" pitchFamily="2" charset="-122"/>
            </a:endParaRPr>
          </a:p>
          <a:p>
            <a:pPr algn="l">
              <a:lnSpc>
                <a:spcPct val="150000"/>
              </a:lnSpc>
            </a:pPr>
            <a:r>
              <a:rPr lang="en-US" altLang="zh-CN">
                <a:latin typeface="宋体" panose="02010600030101010101" pitchFamily="2" charset="-122"/>
                <a:ea typeface="宋体" panose="02010600030101010101" pitchFamily="2" charset="-122"/>
                <a:cs typeface="宋体" panose="02010600030101010101" pitchFamily="2" charset="-122"/>
                <a:sym typeface="+mn-ea"/>
              </a:rPr>
              <a:t>2</a:t>
            </a:r>
            <a:r>
              <a:rPr lang="zh-CN" altLang="en-US">
                <a:latin typeface="宋体" panose="02010600030101010101" pitchFamily="2" charset="-122"/>
                <a:ea typeface="宋体" panose="02010600030101010101" pitchFamily="2" charset="-122"/>
                <a:cs typeface="宋体" panose="02010600030101010101" pitchFamily="2" charset="-122"/>
                <a:sym typeface="+mn-ea"/>
              </a:rPr>
              <a:t>、商业软件系统采用</a:t>
            </a:r>
            <a:r>
              <a:rPr lang="en-US" altLang="zh-CN">
                <a:latin typeface="宋体" panose="02010600030101010101" pitchFamily="2" charset="-122"/>
                <a:ea typeface="宋体" panose="02010600030101010101" pitchFamily="2" charset="-122"/>
                <a:cs typeface="宋体" panose="02010600030101010101" pitchFamily="2" charset="-122"/>
                <a:sym typeface="+mn-ea"/>
              </a:rPr>
              <a:t>Web</a:t>
            </a:r>
            <a:r>
              <a:rPr lang="zh-CN" altLang="en-US">
                <a:latin typeface="宋体" panose="02010600030101010101" pitchFamily="2" charset="-122"/>
                <a:ea typeface="宋体" panose="02010600030101010101" pitchFamily="2" charset="-122"/>
                <a:cs typeface="宋体" panose="02010600030101010101" pitchFamily="2" charset="-122"/>
                <a:sym typeface="+mn-ea"/>
              </a:rPr>
              <a:t>的形式，完成了从多应用多窗口响应式的操作到站点一站集成甚至是云化的过程。</a:t>
            </a:r>
            <a:endParaRPr lang="zh-CN" altLang="en-US">
              <a:latin typeface="宋体" panose="02010600030101010101" pitchFamily="2" charset="-122"/>
              <a:ea typeface="宋体" panose="02010600030101010101" pitchFamily="2" charset="-122"/>
              <a:cs typeface="宋体" panose="02010600030101010101" pitchFamily="2" charset="-122"/>
            </a:endParaRPr>
          </a:p>
          <a:p>
            <a:pPr algn="l">
              <a:lnSpc>
                <a:spcPct val="150000"/>
              </a:lnSpc>
            </a:pPr>
            <a:r>
              <a:rPr lang="en-US" altLang="zh-CN">
                <a:latin typeface="宋体" panose="02010600030101010101" pitchFamily="2" charset="-122"/>
                <a:ea typeface="宋体" panose="02010600030101010101" pitchFamily="2" charset="-122"/>
                <a:cs typeface="宋体" panose="02010600030101010101" pitchFamily="2" charset="-122"/>
                <a:sym typeface="+mn-ea"/>
              </a:rPr>
              <a:t>3</a:t>
            </a:r>
            <a:r>
              <a:rPr lang="zh-CN" altLang="en-US">
                <a:latin typeface="宋体" panose="02010600030101010101" pitchFamily="2" charset="-122"/>
                <a:ea typeface="宋体" panose="02010600030101010101" pitchFamily="2" charset="-122"/>
                <a:cs typeface="宋体" panose="02010600030101010101" pitchFamily="2" charset="-122"/>
                <a:sym typeface="+mn-ea"/>
              </a:rPr>
              <a:t>、在用户自主编程方面，却无一例外地采用原始编程方式，专业门槛较高，对拥有多年数据处理经验，勘探行业技术熟练但不熟悉并行编程技术的从业人员很不友好。</a:t>
            </a:r>
            <a:endParaRPr lang="zh-CN" altLang="en-US">
              <a:latin typeface="宋体" panose="02010600030101010101" pitchFamily="2" charset="-122"/>
              <a:ea typeface="宋体" panose="02010600030101010101" pitchFamily="2" charset="-122"/>
              <a:cs typeface="宋体" panose="02010600030101010101" pitchFamily="2" charset="-122"/>
            </a:endParaRPr>
          </a:p>
          <a:p>
            <a:endParaRPr dirty="0">
              <a:sym typeface="+mn-ea"/>
            </a:endParaRPr>
          </a:p>
        </p:txBody>
      </p:sp>
      <p:sp>
        <p:nvSpPr>
          <p:cNvPr id="4" name="灯片编号占位符 3"/>
          <p:cNvSpPr>
            <a:spLocks noGrp="1"/>
          </p:cNvSpPr>
          <p:nvPr>
            <p:ph type="sldNum" sz="quarter" idx="10"/>
          </p:nvPr>
        </p:nvSpPr>
        <p:spPr/>
        <p:txBody>
          <a:bodyPr/>
          <a:lstStyle/>
          <a:p>
            <a:pPr marL="0" marR="0" lvl="0" indent="0" algn="r" defTabSz="914400" eaLnBrk="0" fontAlgn="base" latinLnBrk="0" hangingPunct="0">
              <a:lnSpc>
                <a:spcPct val="100000"/>
              </a:lnSpc>
              <a:spcBef>
                <a:spcPct val="0"/>
              </a:spcBef>
              <a:spcAft>
                <a:spcPct val="0"/>
              </a:spcAft>
              <a:buClrTx/>
              <a:buSzTx/>
              <a:buFontTx/>
              <a:buNone/>
              <a:defRPr/>
            </a:pPr>
            <a:fld id="{39AD698A-D66C-4FA1-BBD8-F72AE9E6E751}" type="slidenum">
              <a:rPr kumimoji="0" lang="zh-CN" altLang="en-US" sz="1200" b="0" i="0" u="none" strike="noStrike" kern="1200" cap="none" spc="0" normalizeH="0" baseline="0" noProof="0" smtClean="0">
                <a:ln>
                  <a:noFill/>
                </a:ln>
                <a:solidFill>
                  <a:prstClr val="black"/>
                </a:solidFill>
                <a:effectLst/>
                <a:uLnTx/>
                <a:uFillTx/>
                <a:latin typeface="Calibri" panose="020F0502020204030204" charset="0"/>
                <a:ea typeface="微软雅黑" panose="020B0503020204020204" charset="-122"/>
              </a:rPr>
            </a:fld>
            <a:endParaRPr kumimoji="0" lang="zh-CN" altLang="en-US" sz="1200" b="0" i="0" u="none" strike="noStrike" kern="1200" cap="none" spc="0" normalizeH="0" baseline="0" noProof="0">
              <a:ln>
                <a:noFill/>
              </a:ln>
              <a:solidFill>
                <a:prstClr val="black"/>
              </a:solidFill>
              <a:effectLst/>
              <a:uLnTx/>
              <a:uFillTx/>
              <a:latin typeface="Calibri" panose="020F0502020204030204" charset="0"/>
              <a:ea typeface="微软雅黑" panose="020B0503020204020204" charset="-122"/>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endParaRPr dirty="0">
              <a:sym typeface="+mn-ea"/>
            </a:endParaRPr>
          </a:p>
        </p:txBody>
      </p:sp>
      <p:sp>
        <p:nvSpPr>
          <p:cNvPr id="4" name="灯片编号占位符 3"/>
          <p:cNvSpPr>
            <a:spLocks noGrp="1"/>
          </p:cNvSpPr>
          <p:nvPr>
            <p:ph type="sldNum" sz="quarter" idx="10"/>
          </p:nvPr>
        </p:nvSpPr>
        <p:spPr/>
        <p:txBody>
          <a:bodyPr/>
          <a:lstStyle/>
          <a:p>
            <a:pPr marL="0" marR="0" lvl="0" indent="0" algn="r" defTabSz="914400" eaLnBrk="0" fontAlgn="base" latinLnBrk="0" hangingPunct="0">
              <a:lnSpc>
                <a:spcPct val="100000"/>
              </a:lnSpc>
              <a:spcBef>
                <a:spcPct val="0"/>
              </a:spcBef>
              <a:spcAft>
                <a:spcPct val="0"/>
              </a:spcAft>
              <a:buClrTx/>
              <a:buSzTx/>
              <a:buFontTx/>
              <a:buNone/>
              <a:defRPr/>
            </a:pPr>
            <a:fld id="{39AD698A-D66C-4FA1-BBD8-F72AE9E6E751}" type="slidenum">
              <a:rPr kumimoji="0" lang="zh-CN" altLang="en-US" sz="1200" b="0" i="0" u="none" strike="noStrike" kern="1200" cap="none" spc="0" normalizeH="0" baseline="0" noProof="0" smtClean="0">
                <a:ln>
                  <a:noFill/>
                </a:ln>
                <a:solidFill>
                  <a:prstClr val="black"/>
                </a:solidFill>
                <a:effectLst/>
                <a:uLnTx/>
                <a:uFillTx/>
                <a:latin typeface="Calibri" panose="020F0502020204030204" charset="0"/>
                <a:ea typeface="微软雅黑" panose="020B0503020204020204" charset="-122"/>
              </a:rPr>
            </a:fld>
            <a:endParaRPr kumimoji="0" lang="zh-CN" altLang="en-US" sz="1200" b="0" i="0" u="none" strike="noStrike" kern="1200" cap="none" spc="0" normalizeH="0" baseline="0" noProof="0">
              <a:ln>
                <a:noFill/>
              </a:ln>
              <a:solidFill>
                <a:prstClr val="black"/>
              </a:solidFill>
              <a:effectLst/>
              <a:uLnTx/>
              <a:uFillTx/>
              <a:latin typeface="Calibri" panose="020F0502020204030204" charset="0"/>
              <a:ea typeface="微软雅黑" panose="020B0503020204020204" charset="-122"/>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r>
              <a:rPr lang="zh-CN" altLang="en-US" dirty="0">
                <a:solidFill>
                  <a:srgbClr val="9C6A6A">
                    <a:lumMod val="50000"/>
                  </a:srgbClr>
                </a:solidFill>
                <a:sym typeface="+mn-ea"/>
              </a:rPr>
              <a:t>地震数据处理算法程序庞大的程序规模与复杂的数据依赖导致无法人为的准确地深入了解程序的静态特征的同时，超长的运行时间与成本也使得获取程序动态特征成为空谈，针对此类程序并行性分析和自动并行化的难度进一步增加。研究更加直接的程序并行性预测方法意义重大，而使用机器学习、人工智能的方法来解决程序的可并行性预测甚至是程序的并行化问题是一个值得关注的方向。</a:t>
            </a:r>
            <a:endParaRPr lang="zh-CN" altLang="en-US"/>
          </a:p>
          <a:p>
            <a:endParaRPr dirty="0">
              <a:sym typeface="+mn-ea"/>
            </a:endParaRPr>
          </a:p>
        </p:txBody>
      </p:sp>
      <p:sp>
        <p:nvSpPr>
          <p:cNvPr id="4" name="灯片编号占位符 3"/>
          <p:cNvSpPr>
            <a:spLocks noGrp="1"/>
          </p:cNvSpPr>
          <p:nvPr>
            <p:ph type="sldNum" sz="quarter" idx="10"/>
          </p:nvPr>
        </p:nvSpPr>
        <p:spPr/>
        <p:txBody>
          <a:bodyPr/>
          <a:lstStyle/>
          <a:p>
            <a:pPr marL="0" marR="0" lvl="0" indent="0" algn="r" defTabSz="914400" eaLnBrk="0" fontAlgn="base" latinLnBrk="0" hangingPunct="0">
              <a:lnSpc>
                <a:spcPct val="100000"/>
              </a:lnSpc>
              <a:spcBef>
                <a:spcPct val="0"/>
              </a:spcBef>
              <a:spcAft>
                <a:spcPct val="0"/>
              </a:spcAft>
              <a:buClrTx/>
              <a:buSzTx/>
              <a:buFontTx/>
              <a:buNone/>
              <a:defRPr/>
            </a:pPr>
            <a:fld id="{39AD698A-D66C-4FA1-BBD8-F72AE9E6E751}" type="slidenum">
              <a:rPr kumimoji="0" lang="zh-CN" altLang="en-US" sz="1200" b="0" i="0" u="none" strike="noStrike" kern="1200" cap="none" spc="0" normalizeH="0" baseline="0" noProof="0" smtClean="0">
                <a:ln>
                  <a:noFill/>
                </a:ln>
                <a:solidFill>
                  <a:prstClr val="black"/>
                </a:solidFill>
                <a:effectLst/>
                <a:uLnTx/>
                <a:uFillTx/>
                <a:latin typeface="Calibri" panose="020F0502020204030204" charset="0"/>
                <a:ea typeface="微软雅黑" panose="020B0503020204020204" charset="-122"/>
              </a:rPr>
            </a:fld>
            <a:endParaRPr kumimoji="0" lang="zh-CN" altLang="en-US" sz="1200" b="0" i="0" u="none" strike="noStrike" kern="1200" cap="none" spc="0" normalizeH="0" baseline="0" noProof="0">
              <a:ln>
                <a:noFill/>
              </a:ln>
              <a:solidFill>
                <a:prstClr val="black"/>
              </a:solidFill>
              <a:effectLst/>
              <a:uLnTx/>
              <a:uFillTx/>
              <a:latin typeface="Calibri" panose="020F0502020204030204" charset="0"/>
              <a:ea typeface="微软雅黑" panose="020B0503020204020204" charset="-122"/>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endParaRPr dirty="0">
              <a:sym typeface="+mn-ea"/>
            </a:endParaRPr>
          </a:p>
        </p:txBody>
      </p:sp>
      <p:sp>
        <p:nvSpPr>
          <p:cNvPr id="4" name="灯片编号占位符 3"/>
          <p:cNvSpPr>
            <a:spLocks noGrp="1"/>
          </p:cNvSpPr>
          <p:nvPr>
            <p:ph type="sldNum" sz="quarter" idx="10"/>
          </p:nvPr>
        </p:nvSpPr>
        <p:spPr/>
        <p:txBody>
          <a:bodyPr/>
          <a:lstStyle/>
          <a:p>
            <a:pPr marL="0" marR="0" lvl="0" indent="0" algn="r" defTabSz="914400" eaLnBrk="0" fontAlgn="base" latinLnBrk="0" hangingPunct="0">
              <a:lnSpc>
                <a:spcPct val="100000"/>
              </a:lnSpc>
              <a:spcBef>
                <a:spcPct val="0"/>
              </a:spcBef>
              <a:spcAft>
                <a:spcPct val="0"/>
              </a:spcAft>
              <a:buClrTx/>
              <a:buSzTx/>
              <a:buFontTx/>
              <a:buNone/>
              <a:defRPr/>
            </a:pPr>
            <a:fld id="{39AD698A-D66C-4FA1-BBD8-F72AE9E6E751}" type="slidenum">
              <a:rPr kumimoji="0" lang="zh-CN" altLang="en-US" sz="1200" b="0" i="0" u="none" strike="noStrike" kern="1200" cap="none" spc="0" normalizeH="0" baseline="0" noProof="0" smtClean="0">
                <a:ln>
                  <a:noFill/>
                </a:ln>
                <a:solidFill>
                  <a:prstClr val="black"/>
                </a:solidFill>
                <a:effectLst/>
                <a:uLnTx/>
                <a:uFillTx/>
                <a:latin typeface="Calibri" panose="020F0502020204030204" charset="0"/>
                <a:ea typeface="微软雅黑" panose="020B0503020204020204" charset="-122"/>
              </a:rPr>
            </a:fld>
            <a:endParaRPr kumimoji="0" lang="zh-CN" altLang="en-US" sz="1200" b="0" i="0" u="none" strike="noStrike" kern="1200" cap="none" spc="0" normalizeH="0" baseline="0" noProof="0">
              <a:ln>
                <a:noFill/>
              </a:ln>
              <a:solidFill>
                <a:prstClr val="black"/>
              </a:solidFill>
              <a:effectLst/>
              <a:uLnTx/>
              <a:uFillTx/>
              <a:latin typeface="Calibri" panose="020F0502020204030204" charset="0"/>
              <a:ea typeface="微软雅黑" panose="020B0503020204020204" charset="-122"/>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endParaRPr dirty="0">
              <a:sym typeface="+mn-ea"/>
            </a:endParaRPr>
          </a:p>
        </p:txBody>
      </p:sp>
      <p:sp>
        <p:nvSpPr>
          <p:cNvPr id="4" name="灯片编号占位符 3"/>
          <p:cNvSpPr>
            <a:spLocks noGrp="1"/>
          </p:cNvSpPr>
          <p:nvPr>
            <p:ph type="sldNum" sz="quarter" idx="10"/>
          </p:nvPr>
        </p:nvSpPr>
        <p:spPr/>
        <p:txBody>
          <a:bodyPr/>
          <a:lstStyle/>
          <a:p>
            <a:pPr marL="0" marR="0" lvl="0" indent="0" algn="r" defTabSz="914400" eaLnBrk="0" fontAlgn="base" latinLnBrk="0" hangingPunct="0">
              <a:lnSpc>
                <a:spcPct val="100000"/>
              </a:lnSpc>
              <a:spcBef>
                <a:spcPct val="0"/>
              </a:spcBef>
              <a:spcAft>
                <a:spcPct val="0"/>
              </a:spcAft>
              <a:buClrTx/>
              <a:buSzTx/>
              <a:buFontTx/>
              <a:buNone/>
              <a:defRPr/>
            </a:pPr>
            <a:fld id="{39AD698A-D66C-4FA1-BBD8-F72AE9E6E751}" type="slidenum">
              <a:rPr kumimoji="0" lang="zh-CN" altLang="en-US" sz="1200" b="0" i="0" u="none" strike="noStrike" kern="1200" cap="none" spc="0" normalizeH="0" baseline="0" noProof="0" smtClean="0">
                <a:ln>
                  <a:noFill/>
                </a:ln>
                <a:solidFill>
                  <a:prstClr val="black"/>
                </a:solidFill>
                <a:effectLst/>
                <a:uLnTx/>
                <a:uFillTx/>
                <a:latin typeface="Calibri" panose="020F0502020204030204" charset="0"/>
                <a:ea typeface="微软雅黑" panose="020B0503020204020204" charset="-122"/>
              </a:rPr>
            </a:fld>
            <a:endParaRPr kumimoji="0" lang="zh-CN" altLang="en-US" sz="1200" b="0" i="0" u="none" strike="noStrike" kern="1200" cap="none" spc="0" normalizeH="0" baseline="0" noProof="0">
              <a:ln>
                <a:noFill/>
              </a:ln>
              <a:solidFill>
                <a:prstClr val="black"/>
              </a:solidFill>
              <a:effectLst/>
              <a:uLnTx/>
              <a:uFillTx/>
              <a:latin typeface="Calibri" panose="020F0502020204030204" charset="0"/>
              <a:ea typeface="微软雅黑" panose="020B0503020204020204" charset="-122"/>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endParaRPr dirty="0">
              <a:sym typeface="+mn-ea"/>
            </a:endParaRPr>
          </a:p>
        </p:txBody>
      </p:sp>
      <p:sp>
        <p:nvSpPr>
          <p:cNvPr id="4" name="灯片编号占位符 3"/>
          <p:cNvSpPr>
            <a:spLocks noGrp="1"/>
          </p:cNvSpPr>
          <p:nvPr>
            <p:ph type="sldNum" sz="quarter" idx="10"/>
          </p:nvPr>
        </p:nvSpPr>
        <p:spPr/>
        <p:txBody>
          <a:bodyPr/>
          <a:lstStyle/>
          <a:p>
            <a:pPr marL="0" marR="0" lvl="0" indent="0" algn="r" defTabSz="914400" eaLnBrk="0" fontAlgn="base" latinLnBrk="0" hangingPunct="0">
              <a:lnSpc>
                <a:spcPct val="100000"/>
              </a:lnSpc>
              <a:spcBef>
                <a:spcPct val="0"/>
              </a:spcBef>
              <a:spcAft>
                <a:spcPct val="0"/>
              </a:spcAft>
              <a:buClrTx/>
              <a:buSzTx/>
              <a:buFontTx/>
              <a:buNone/>
              <a:defRPr/>
            </a:pPr>
            <a:fld id="{39AD698A-D66C-4FA1-BBD8-F72AE9E6E751}" type="slidenum">
              <a:rPr kumimoji="0" lang="zh-CN" altLang="en-US" sz="1200" b="0" i="0" u="none" strike="noStrike" kern="1200" cap="none" spc="0" normalizeH="0" baseline="0" noProof="0" smtClean="0">
                <a:ln>
                  <a:noFill/>
                </a:ln>
                <a:solidFill>
                  <a:prstClr val="black"/>
                </a:solidFill>
                <a:effectLst/>
                <a:uLnTx/>
                <a:uFillTx/>
                <a:latin typeface="Calibri" panose="020F0502020204030204" charset="0"/>
                <a:ea typeface="微软雅黑" panose="020B0503020204020204" charset="-122"/>
              </a:rPr>
            </a:fld>
            <a:endParaRPr kumimoji="0" lang="zh-CN" altLang="en-US" sz="1200" b="0" i="0" u="none" strike="noStrike" kern="1200" cap="none" spc="0" normalizeH="0" baseline="0" noProof="0">
              <a:ln>
                <a:noFill/>
              </a:ln>
              <a:solidFill>
                <a:prstClr val="black"/>
              </a:solidFill>
              <a:effectLst/>
              <a:uLnTx/>
              <a:uFillTx/>
              <a:latin typeface="Calibri" panose="020F0502020204030204" charset="0"/>
              <a:ea typeface="微软雅黑" panose="020B0503020204020204" charset="-122"/>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r>
              <a:rPr dirty="0">
                <a:sym typeface="+mn-ea"/>
              </a:rPr>
              <a:t>序列分类（N VS 1） </a:t>
            </a:r>
            <a:endParaRPr dirty="0">
              <a:sym typeface="+mn-ea"/>
            </a:endParaRPr>
          </a:p>
          <a:p>
            <a:r>
              <a:rPr dirty="0">
                <a:sym typeface="+mn-ea"/>
              </a:rPr>
              <a:t>输入是一个序列，输出是一个单独的值而不是序列，这种结构通常用来处理序列分类问题。如输入一段文字判别它所属的类别，输入一个句子判断其情感倾向，输入一段视频并判断它的类别等等。</a:t>
            </a:r>
            <a:endParaRPr dirty="0">
              <a:sym typeface="+mn-ea"/>
            </a:endParaRPr>
          </a:p>
          <a:p>
            <a:r>
              <a:rPr dirty="0">
                <a:sym typeface="+mn-ea"/>
              </a:rPr>
              <a:t>可以对最后一个 h 进行输出变换，或对所有的 h 进行平均后再进行输出变换</a:t>
            </a:r>
            <a:endParaRPr dirty="0">
              <a:sym typeface="+mn-ea"/>
            </a:endParaRPr>
          </a:p>
          <a:p>
            <a:r>
              <a:rPr dirty="0">
                <a:sym typeface="+mn-ea"/>
              </a:rPr>
              <a:t>注意：初始状态神经元的数量必定和隐层神经元的数量一致 </a:t>
            </a:r>
            <a:endParaRPr dirty="0">
              <a:sym typeface="+mn-ea"/>
            </a:endParaRPr>
          </a:p>
          <a:p>
            <a:endParaRPr dirty="0">
              <a:sym typeface="+mn-ea"/>
            </a:endParaRPr>
          </a:p>
        </p:txBody>
      </p:sp>
      <p:sp>
        <p:nvSpPr>
          <p:cNvPr id="4" name="灯片编号占位符 3"/>
          <p:cNvSpPr>
            <a:spLocks noGrp="1"/>
          </p:cNvSpPr>
          <p:nvPr>
            <p:ph type="sldNum" sz="quarter" idx="10"/>
          </p:nvPr>
        </p:nvSpPr>
        <p:spPr/>
        <p:txBody>
          <a:bodyPr/>
          <a:lstStyle/>
          <a:p>
            <a:pPr marL="0" marR="0" lvl="0" indent="0" algn="r" defTabSz="914400" eaLnBrk="0" fontAlgn="base" latinLnBrk="0" hangingPunct="0">
              <a:lnSpc>
                <a:spcPct val="100000"/>
              </a:lnSpc>
              <a:spcBef>
                <a:spcPct val="0"/>
              </a:spcBef>
              <a:spcAft>
                <a:spcPct val="0"/>
              </a:spcAft>
              <a:buClrTx/>
              <a:buSzTx/>
              <a:buFontTx/>
              <a:buNone/>
              <a:defRPr/>
            </a:pPr>
            <a:fld id="{39AD698A-D66C-4FA1-BBD8-F72AE9E6E751}" type="slidenum">
              <a:rPr kumimoji="0" lang="zh-CN" altLang="en-US" sz="1200" b="0" i="0" u="none" strike="noStrike" kern="1200" cap="none" spc="0" normalizeH="0" baseline="0" noProof="0" smtClean="0">
                <a:ln>
                  <a:noFill/>
                </a:ln>
                <a:solidFill>
                  <a:prstClr val="black"/>
                </a:solidFill>
                <a:effectLst/>
                <a:uLnTx/>
                <a:uFillTx/>
                <a:latin typeface="Calibri" panose="020F0502020204030204" charset="0"/>
                <a:ea typeface="微软雅黑" panose="020B0503020204020204" charset="-122"/>
              </a:rPr>
            </a:fld>
            <a:endParaRPr kumimoji="0" lang="zh-CN" altLang="en-US" sz="1200" b="0" i="0" u="none" strike="noStrike" kern="1200" cap="none" spc="0" normalizeH="0" baseline="0" noProof="0">
              <a:ln>
                <a:noFill/>
              </a:ln>
              <a:solidFill>
                <a:prstClr val="black"/>
              </a:solidFill>
              <a:effectLst/>
              <a:uLnTx/>
              <a:uFillTx/>
              <a:latin typeface="Calibri" panose="020F0502020204030204" charset="0"/>
              <a:ea typeface="微软雅黑" panose="020B0503020204020204" charset="-122"/>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endParaRPr dirty="0">
              <a:sym typeface="+mn-ea"/>
            </a:endParaRPr>
          </a:p>
        </p:txBody>
      </p:sp>
      <p:sp>
        <p:nvSpPr>
          <p:cNvPr id="4" name="灯片编号占位符 3"/>
          <p:cNvSpPr>
            <a:spLocks noGrp="1"/>
          </p:cNvSpPr>
          <p:nvPr>
            <p:ph type="sldNum" sz="quarter" idx="10"/>
          </p:nvPr>
        </p:nvSpPr>
        <p:spPr/>
        <p:txBody>
          <a:bodyPr/>
          <a:lstStyle/>
          <a:p>
            <a:pPr marL="0" marR="0" lvl="0" indent="0" algn="r" defTabSz="914400" eaLnBrk="0" fontAlgn="base" latinLnBrk="0" hangingPunct="0">
              <a:lnSpc>
                <a:spcPct val="100000"/>
              </a:lnSpc>
              <a:spcBef>
                <a:spcPct val="0"/>
              </a:spcBef>
              <a:spcAft>
                <a:spcPct val="0"/>
              </a:spcAft>
              <a:buClrTx/>
              <a:buSzTx/>
              <a:buFontTx/>
              <a:buNone/>
              <a:defRPr/>
            </a:pPr>
            <a:fld id="{39AD698A-D66C-4FA1-BBD8-F72AE9E6E751}" type="slidenum">
              <a:rPr kumimoji="0" lang="zh-CN" altLang="en-US" sz="1200" b="0" i="0" u="none" strike="noStrike" kern="1200" cap="none" spc="0" normalizeH="0" baseline="0" noProof="0" smtClean="0">
                <a:ln>
                  <a:noFill/>
                </a:ln>
                <a:solidFill>
                  <a:prstClr val="black"/>
                </a:solidFill>
                <a:effectLst/>
                <a:uLnTx/>
                <a:uFillTx/>
                <a:latin typeface="Calibri" panose="020F0502020204030204" charset="0"/>
                <a:ea typeface="微软雅黑" panose="020B0503020204020204" charset="-122"/>
              </a:rPr>
            </a:fld>
            <a:endParaRPr kumimoji="0" lang="zh-CN" altLang="en-US" sz="1200" b="0" i="0" u="none" strike="noStrike" kern="1200" cap="none" spc="0" normalizeH="0" baseline="0" noProof="0">
              <a:ln>
                <a:noFill/>
              </a:ln>
              <a:solidFill>
                <a:prstClr val="black"/>
              </a:solidFill>
              <a:effectLst/>
              <a:uLnTx/>
              <a:uFillTx/>
              <a:latin typeface="Calibri" panose="020F0502020204030204" charset="0"/>
              <a:ea typeface="微软雅黑" panose="020B0503020204020204" charset="-122"/>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r>
              <a:rPr lang="en-US" dirty="0">
                <a:sym typeface="+mn-ea"/>
              </a:rPr>
              <a:t>seq2seq具有非常广泛的应用场景，而且效果也是非常强大。同时，因为是端到端的模型（大部分的深度模型都是端到端的），它减少了很多人工处理和规则制定的步骤。在 Encoder-Decoder 的基础上，人们又引入了attention mechanism等技术，使得这些深度方法在各个任务上表现更加突出。</a:t>
            </a:r>
            <a:endParaRPr lang="en-US" dirty="0">
              <a:sym typeface="+mn-ea"/>
            </a:endParaRPr>
          </a:p>
          <a:p>
            <a:endParaRPr lang="en-US" dirty="0">
              <a:sym typeface="+mn-ea"/>
            </a:endParaRPr>
          </a:p>
          <a:p>
            <a:r>
              <a:rPr lang="en-US" dirty="0">
                <a:sym typeface="+mn-ea"/>
              </a:rPr>
              <a:t>Seq2Seq</a:t>
            </a:r>
            <a:r>
              <a:rPr lang="zh-CN" altLang="en-US" dirty="0">
                <a:sym typeface="+mn-ea"/>
              </a:rPr>
              <a:t>在</a:t>
            </a:r>
            <a:r>
              <a:rPr dirty="0">
                <a:sym typeface="+mn-ea"/>
              </a:rPr>
              <a:t>机器翻译，自动对话机器人，文档摘要自动生成，图片描述自动生成</a:t>
            </a:r>
            <a:r>
              <a:rPr lang="zh-CN" dirty="0">
                <a:sym typeface="+mn-ea"/>
              </a:rPr>
              <a:t>等方面都有良好表现</a:t>
            </a:r>
            <a:endParaRPr lang="zh-CN" dirty="0">
              <a:sym typeface="+mn-ea"/>
            </a:endParaRPr>
          </a:p>
        </p:txBody>
      </p:sp>
      <p:sp>
        <p:nvSpPr>
          <p:cNvPr id="4" name="灯片编号占位符 3"/>
          <p:cNvSpPr>
            <a:spLocks noGrp="1"/>
          </p:cNvSpPr>
          <p:nvPr>
            <p:ph type="sldNum" sz="quarter" idx="10"/>
          </p:nvPr>
        </p:nvSpPr>
        <p:spPr/>
        <p:txBody>
          <a:bodyPr/>
          <a:lstStyle/>
          <a:p>
            <a:pPr marL="0" marR="0" lvl="0" indent="0" algn="r" defTabSz="914400" eaLnBrk="0" fontAlgn="base" latinLnBrk="0" hangingPunct="0">
              <a:lnSpc>
                <a:spcPct val="100000"/>
              </a:lnSpc>
              <a:spcBef>
                <a:spcPct val="0"/>
              </a:spcBef>
              <a:spcAft>
                <a:spcPct val="0"/>
              </a:spcAft>
              <a:buClrTx/>
              <a:buSzTx/>
              <a:buFontTx/>
              <a:buNone/>
              <a:defRPr/>
            </a:pPr>
            <a:fld id="{39AD698A-D66C-4FA1-BBD8-F72AE9E6E751}" type="slidenum">
              <a:rPr kumimoji="0" lang="zh-CN" altLang="en-US" sz="1200" b="0" i="0" u="none" strike="noStrike" kern="1200" cap="none" spc="0" normalizeH="0" baseline="0" noProof="0" smtClean="0">
                <a:ln>
                  <a:noFill/>
                </a:ln>
                <a:solidFill>
                  <a:prstClr val="black"/>
                </a:solidFill>
                <a:effectLst/>
                <a:uLnTx/>
                <a:uFillTx/>
                <a:latin typeface="Calibri" panose="020F0502020204030204" charset="0"/>
                <a:ea typeface="微软雅黑" panose="020B0503020204020204" charset="-122"/>
              </a:rPr>
            </a:fld>
            <a:endParaRPr kumimoji="0" lang="zh-CN" altLang="en-US" sz="1200" b="0" i="0" u="none" strike="noStrike" kern="1200" cap="none" spc="0" normalizeH="0" baseline="0" noProof="0">
              <a:ln>
                <a:noFill/>
              </a:ln>
              <a:solidFill>
                <a:prstClr val="black"/>
              </a:solidFill>
              <a:effectLst/>
              <a:uLnTx/>
              <a:uFillTx/>
              <a:latin typeface="Calibri" panose="020F0502020204030204" charset="0"/>
              <a:ea typeface="微软雅黑" panose="020B0503020204020204" charset="-122"/>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endParaRPr dirty="0">
              <a:sym typeface="+mn-ea"/>
            </a:endParaRPr>
          </a:p>
        </p:txBody>
      </p:sp>
      <p:sp>
        <p:nvSpPr>
          <p:cNvPr id="4" name="灯片编号占位符 3"/>
          <p:cNvSpPr>
            <a:spLocks noGrp="1"/>
          </p:cNvSpPr>
          <p:nvPr>
            <p:ph type="sldNum" sz="quarter" idx="10"/>
          </p:nvPr>
        </p:nvSpPr>
        <p:spPr/>
        <p:txBody>
          <a:bodyPr/>
          <a:lstStyle/>
          <a:p>
            <a:pPr marL="0" marR="0" lvl="0" indent="0" algn="r" defTabSz="914400" eaLnBrk="0" fontAlgn="base" latinLnBrk="0" hangingPunct="0">
              <a:lnSpc>
                <a:spcPct val="100000"/>
              </a:lnSpc>
              <a:spcBef>
                <a:spcPct val="0"/>
              </a:spcBef>
              <a:spcAft>
                <a:spcPct val="0"/>
              </a:spcAft>
              <a:buClrTx/>
              <a:buSzTx/>
              <a:buFontTx/>
              <a:buNone/>
              <a:defRPr/>
            </a:pPr>
            <a:fld id="{39AD698A-D66C-4FA1-BBD8-F72AE9E6E751}" type="slidenum">
              <a:rPr kumimoji="0" lang="zh-CN" altLang="en-US" sz="1200" b="0" i="0" u="none" strike="noStrike" kern="1200" cap="none" spc="0" normalizeH="0" baseline="0" noProof="0" smtClean="0">
                <a:ln>
                  <a:noFill/>
                </a:ln>
                <a:solidFill>
                  <a:prstClr val="black"/>
                </a:solidFill>
                <a:effectLst/>
                <a:uLnTx/>
                <a:uFillTx/>
                <a:latin typeface="Calibri" panose="020F0502020204030204" charset="0"/>
                <a:ea typeface="微软雅黑" panose="020B0503020204020204" charset="-122"/>
              </a:rPr>
            </a:fld>
            <a:endParaRPr kumimoji="0" lang="zh-CN" altLang="en-US" sz="1200" b="0" i="0" u="none" strike="noStrike" kern="1200" cap="none" spc="0" normalizeH="0" baseline="0" noProof="0">
              <a:ln>
                <a:noFill/>
              </a:ln>
              <a:solidFill>
                <a:prstClr val="black"/>
              </a:solidFill>
              <a:effectLst/>
              <a:uLnTx/>
              <a:uFillTx/>
              <a:latin typeface="Calibri" panose="020F0502020204030204" charset="0"/>
              <a:ea typeface="微软雅黑" panose="020B0503020204020204" charset="-122"/>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endParaRPr dirty="0">
              <a:sym typeface="+mn-ea"/>
            </a:endParaRPr>
          </a:p>
        </p:txBody>
      </p:sp>
      <p:sp>
        <p:nvSpPr>
          <p:cNvPr id="4" name="灯片编号占位符 3"/>
          <p:cNvSpPr>
            <a:spLocks noGrp="1"/>
          </p:cNvSpPr>
          <p:nvPr>
            <p:ph type="sldNum" sz="quarter" idx="10"/>
          </p:nvPr>
        </p:nvSpPr>
        <p:spPr/>
        <p:txBody>
          <a:bodyPr/>
          <a:lstStyle/>
          <a:p>
            <a:pPr marL="0" marR="0" lvl="0" indent="0" algn="r" defTabSz="914400" eaLnBrk="0" fontAlgn="base" latinLnBrk="0" hangingPunct="0">
              <a:lnSpc>
                <a:spcPct val="100000"/>
              </a:lnSpc>
              <a:spcBef>
                <a:spcPct val="0"/>
              </a:spcBef>
              <a:spcAft>
                <a:spcPct val="0"/>
              </a:spcAft>
              <a:buClrTx/>
              <a:buSzTx/>
              <a:buFontTx/>
              <a:buNone/>
              <a:defRPr/>
            </a:pPr>
            <a:fld id="{39AD698A-D66C-4FA1-BBD8-F72AE9E6E751}" type="slidenum">
              <a:rPr kumimoji="0" lang="zh-CN" altLang="en-US" sz="1200" b="0" i="0" u="none" strike="noStrike" kern="1200" cap="none" spc="0" normalizeH="0" baseline="0" noProof="0" smtClean="0">
                <a:ln>
                  <a:noFill/>
                </a:ln>
                <a:solidFill>
                  <a:prstClr val="black"/>
                </a:solidFill>
                <a:effectLst/>
                <a:uLnTx/>
                <a:uFillTx/>
                <a:latin typeface="Calibri" panose="020F0502020204030204" charset="0"/>
                <a:ea typeface="微软雅黑" panose="020B0503020204020204" charset="-122"/>
              </a:rPr>
            </a:fld>
            <a:endParaRPr kumimoji="0" lang="zh-CN" altLang="en-US" sz="1200" b="0" i="0" u="none" strike="noStrike" kern="1200" cap="none" spc="0" normalizeH="0" baseline="0" noProof="0">
              <a:ln>
                <a:noFill/>
              </a:ln>
              <a:solidFill>
                <a:prstClr val="black"/>
              </a:solidFill>
              <a:effectLst/>
              <a:uLnTx/>
              <a:uFillTx/>
              <a:latin typeface="Calibri" panose="020F0502020204030204" charset="0"/>
              <a:ea typeface="微软雅黑" panose="020B0503020204020204" charset="-122"/>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43009" name="幻灯片图像占位符 1"/>
          <p:cNvSpPr>
            <a:spLocks noGrp="1" noRot="1" noChangeAspect="1"/>
          </p:cNvSpPr>
          <p:nvPr>
            <p:ph type="sldImg"/>
          </p:nvPr>
        </p:nvSpPr>
        <p:spPr/>
      </p:sp>
      <p:sp>
        <p:nvSpPr>
          <p:cNvPr id="43010" name="备注占位符 2"/>
          <p:cNvSpPr>
            <a:spLocks noGrp="1"/>
          </p:cNvSpPr>
          <p:nvPr>
            <p:ph type="body"/>
          </p:nvPr>
        </p:nvSpPr>
        <p:spPr/>
        <p:txBody>
          <a:bodyPr lIns="91440" tIns="45720" rIns="91440" bIns="45720" anchor="t"/>
          <a:p>
            <a:pPr lvl="0"/>
            <a:endParaRPr lang="zh-CN" altLang="en-US"/>
          </a:p>
        </p:txBody>
      </p:sp>
      <p:sp>
        <p:nvSpPr>
          <p:cNvPr id="43011" name="灯片编号占位符 3"/>
          <p:cNvSpPr>
            <a:spLocks noGrp="1"/>
          </p:cNvSpPr>
          <p:nvPr>
            <p:ph type="sldNum" sz="quarter"/>
          </p:nvPr>
        </p:nvSpPr>
        <p:spPr>
          <a:xfrm>
            <a:off x="3884613" y="8685213"/>
            <a:ext cx="2971800" cy="458787"/>
          </a:xfrm>
          <a:prstGeom prst="rect">
            <a:avLst/>
          </a:prstGeom>
          <a:noFill/>
          <a:ln w="9525">
            <a:noFill/>
          </a:ln>
        </p:spPr>
        <p:txBody>
          <a:bodyPr vert="horz" lIns="91440" tIns="45720" rIns="91440" bIns="45720" anchor="b"/>
          <a:p>
            <a:pPr lvl="0" indent="0" algn="r"/>
            <a:fld id="{9A0DB2DC-4C9A-4742-B13C-FB6460FD3503}" type="slidenum">
              <a:rPr lang="zh-CN" altLang="en-US" sz="1200">
                <a:latin typeface="Arial" panose="020B0604020202020204" pitchFamily="34" charset="0"/>
                <a:ea typeface="宋体" panose="02010600030101010101" pitchFamily="2" charset="-122"/>
              </a:rPr>
            </a:fld>
            <a:endParaRPr lang="zh-CN" altLang="en-US" sz="1200">
              <a:latin typeface="Arial" panose="020B0604020202020204" pitchFamily="34" charset="0"/>
              <a:ea typeface="宋体" panose="02010600030101010101" pitchFamily="2" charset="-122"/>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r>
              <a:rPr lang="en-US" dirty="0">
                <a:sym typeface="+mn-ea"/>
              </a:rPr>
              <a:t>seq2seq具有非常广泛的应用场景，而且效果也是非常强大。同时，因为是端到端的模型（大部分的深度模型都是端到端的），它减少了很多人工处理和规则制定的步骤。在 Encoder-Decoder 的基础上，人们又引入了attention mechanism等技术，使得这些深度方法在各个任务上表现更加突出。</a:t>
            </a:r>
            <a:endParaRPr lang="en-US" dirty="0">
              <a:sym typeface="+mn-ea"/>
            </a:endParaRPr>
          </a:p>
          <a:p>
            <a:endParaRPr lang="en-US" dirty="0">
              <a:sym typeface="+mn-ea"/>
            </a:endParaRPr>
          </a:p>
          <a:p>
            <a:r>
              <a:rPr lang="en-US" dirty="0">
                <a:sym typeface="+mn-ea"/>
              </a:rPr>
              <a:t>Seq2Seq</a:t>
            </a:r>
            <a:r>
              <a:rPr lang="zh-CN" altLang="en-US" dirty="0">
                <a:sym typeface="+mn-ea"/>
              </a:rPr>
              <a:t>在</a:t>
            </a:r>
            <a:r>
              <a:rPr dirty="0">
                <a:sym typeface="+mn-ea"/>
              </a:rPr>
              <a:t>机器翻译，自动对话机器人，文档摘要自动生成，图片描述自动生成</a:t>
            </a:r>
            <a:r>
              <a:rPr lang="zh-CN" dirty="0">
                <a:sym typeface="+mn-ea"/>
              </a:rPr>
              <a:t>等方面都有良好表现</a:t>
            </a:r>
            <a:endParaRPr lang="zh-CN" dirty="0">
              <a:sym typeface="+mn-ea"/>
            </a:endParaRPr>
          </a:p>
        </p:txBody>
      </p:sp>
      <p:sp>
        <p:nvSpPr>
          <p:cNvPr id="4" name="灯片编号占位符 3"/>
          <p:cNvSpPr>
            <a:spLocks noGrp="1"/>
          </p:cNvSpPr>
          <p:nvPr>
            <p:ph type="sldNum" sz="quarter" idx="10"/>
          </p:nvPr>
        </p:nvSpPr>
        <p:spPr/>
        <p:txBody>
          <a:bodyPr/>
          <a:lstStyle/>
          <a:p>
            <a:pPr marL="0" marR="0" lvl="0" indent="0" algn="r" defTabSz="914400" eaLnBrk="0" fontAlgn="base" latinLnBrk="0" hangingPunct="0">
              <a:lnSpc>
                <a:spcPct val="100000"/>
              </a:lnSpc>
              <a:spcBef>
                <a:spcPct val="0"/>
              </a:spcBef>
              <a:spcAft>
                <a:spcPct val="0"/>
              </a:spcAft>
              <a:buClrTx/>
              <a:buSzTx/>
              <a:buFontTx/>
              <a:buNone/>
              <a:defRPr/>
            </a:pPr>
            <a:fld id="{39AD698A-D66C-4FA1-BBD8-F72AE9E6E751}" type="slidenum">
              <a:rPr kumimoji="0" lang="zh-CN" altLang="en-US" sz="1200" b="0" i="0" u="none" strike="noStrike" kern="1200" cap="none" spc="0" normalizeH="0" baseline="0" noProof="0" smtClean="0">
                <a:ln>
                  <a:noFill/>
                </a:ln>
                <a:solidFill>
                  <a:prstClr val="black"/>
                </a:solidFill>
                <a:effectLst/>
                <a:uLnTx/>
                <a:uFillTx/>
                <a:latin typeface="Calibri" panose="020F0502020204030204" charset="0"/>
                <a:ea typeface="微软雅黑" panose="020B0503020204020204" charset="-122"/>
              </a:rPr>
            </a:fld>
            <a:endParaRPr kumimoji="0" lang="zh-CN" altLang="en-US" sz="1200" b="0" i="0" u="none" strike="noStrike" kern="1200" cap="none" spc="0" normalizeH="0" baseline="0" noProof="0">
              <a:ln>
                <a:noFill/>
              </a:ln>
              <a:solidFill>
                <a:prstClr val="black"/>
              </a:solidFill>
              <a:effectLst/>
              <a:uLnTx/>
              <a:uFillTx/>
              <a:latin typeface="Calibri" panose="020F0502020204030204" charset="0"/>
              <a:ea typeface="微软雅黑" panose="020B0503020204020204" charset="-122"/>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r>
              <a:rPr dirty="0">
                <a:sym typeface="+mn-ea"/>
              </a:rPr>
              <a:t>序列分类（N VS 1） </a:t>
            </a:r>
            <a:endParaRPr dirty="0">
              <a:sym typeface="+mn-ea"/>
            </a:endParaRPr>
          </a:p>
          <a:p>
            <a:r>
              <a:rPr dirty="0">
                <a:sym typeface="+mn-ea"/>
              </a:rPr>
              <a:t>输入是一个序列，输出是一个单独的值而不是序列，这种结构通常用来处理序列分类问题。如输入一段文字判别它所属的类别，输入一个句子判断其情感倾向，输入一段视频并判断它的类别等等。</a:t>
            </a:r>
            <a:endParaRPr dirty="0">
              <a:sym typeface="+mn-ea"/>
            </a:endParaRPr>
          </a:p>
          <a:p>
            <a:r>
              <a:rPr dirty="0">
                <a:sym typeface="+mn-ea"/>
              </a:rPr>
              <a:t>可以对最后一个 h 进行输出变换，或对所有的 h 进行平均后再进行输出变换</a:t>
            </a:r>
            <a:endParaRPr dirty="0">
              <a:sym typeface="+mn-ea"/>
            </a:endParaRPr>
          </a:p>
          <a:p>
            <a:r>
              <a:rPr dirty="0">
                <a:sym typeface="+mn-ea"/>
              </a:rPr>
              <a:t>注意：初始状态神经元的数量必定和隐层神经元的数量一致 </a:t>
            </a:r>
            <a:endParaRPr dirty="0">
              <a:sym typeface="+mn-ea"/>
            </a:endParaRPr>
          </a:p>
          <a:p>
            <a:endParaRPr dirty="0">
              <a:sym typeface="+mn-ea"/>
            </a:endParaRPr>
          </a:p>
        </p:txBody>
      </p:sp>
      <p:sp>
        <p:nvSpPr>
          <p:cNvPr id="4" name="灯片编号占位符 3"/>
          <p:cNvSpPr>
            <a:spLocks noGrp="1"/>
          </p:cNvSpPr>
          <p:nvPr>
            <p:ph type="sldNum" sz="quarter" idx="10"/>
          </p:nvPr>
        </p:nvSpPr>
        <p:spPr/>
        <p:txBody>
          <a:bodyPr/>
          <a:lstStyle/>
          <a:p>
            <a:pPr marL="0" marR="0" lvl="0" indent="0" algn="r" defTabSz="914400" eaLnBrk="0" fontAlgn="base" latinLnBrk="0" hangingPunct="0">
              <a:lnSpc>
                <a:spcPct val="100000"/>
              </a:lnSpc>
              <a:spcBef>
                <a:spcPct val="0"/>
              </a:spcBef>
              <a:spcAft>
                <a:spcPct val="0"/>
              </a:spcAft>
              <a:buClrTx/>
              <a:buSzTx/>
              <a:buFontTx/>
              <a:buNone/>
              <a:defRPr/>
            </a:pPr>
            <a:fld id="{39AD698A-D66C-4FA1-BBD8-F72AE9E6E751}" type="slidenum">
              <a:rPr kumimoji="0" lang="zh-CN" altLang="en-US" sz="1200" b="0" i="0" u="none" strike="noStrike" kern="1200" cap="none" spc="0" normalizeH="0" baseline="0" noProof="0" smtClean="0">
                <a:ln>
                  <a:noFill/>
                </a:ln>
                <a:solidFill>
                  <a:prstClr val="black"/>
                </a:solidFill>
                <a:effectLst/>
                <a:uLnTx/>
                <a:uFillTx/>
                <a:latin typeface="Calibri" panose="020F0502020204030204" charset="0"/>
                <a:ea typeface="微软雅黑" panose="020B0503020204020204" charset="-122"/>
              </a:rPr>
            </a:fld>
            <a:endParaRPr kumimoji="0" lang="zh-CN" altLang="en-US" sz="1200" b="0" i="0" u="none" strike="noStrike" kern="1200" cap="none" spc="0" normalizeH="0" baseline="0" noProof="0">
              <a:ln>
                <a:noFill/>
              </a:ln>
              <a:solidFill>
                <a:prstClr val="black"/>
              </a:solidFill>
              <a:effectLst/>
              <a:uLnTx/>
              <a:uFillTx/>
              <a:latin typeface="Calibri" panose="020F0502020204030204" charset="0"/>
              <a:ea typeface="微软雅黑" panose="020B0503020204020204" charset="-122"/>
            </a:endParaRPr>
          </a:p>
        </p:txBody>
      </p:sp>
    </p:spTree>
  </p:cSld>
  <p:clrMapOvr>
    <a:masterClrMapping/>
  </p:clrMapOvr>
</p:notes>
</file>

<file path=ppt/slideLayouts/_rels/slideLayout1.xml.rels><?xml version="1.0" encoding="UTF-8" standalone="yes"?>
<Relationships xmlns="http://schemas.openxmlformats.org/package/2006/relationships"><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6" Type="http://schemas.openxmlformats.org/officeDocument/2006/relationships/tags" Target="../tags/tag10.xml"/><Relationship Id="rId5" Type="http://schemas.openxmlformats.org/officeDocument/2006/relationships/tags" Target="../tags/tag9.xml"/><Relationship Id="rId4" Type="http://schemas.openxmlformats.org/officeDocument/2006/relationships/tags" Target="../tags/tag8.xml"/><Relationship Id="rId3" Type="http://schemas.openxmlformats.org/officeDocument/2006/relationships/tags" Target="../tags/tag7.xml"/><Relationship Id="rId2" Type="http://schemas.openxmlformats.org/officeDocument/2006/relationships/tags" Target="../tags/tag6.xm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6" Type="http://schemas.openxmlformats.org/officeDocument/2006/relationships/tags" Target="../tags/tag18.xml"/><Relationship Id="rId5" Type="http://schemas.openxmlformats.org/officeDocument/2006/relationships/tags" Target="../tags/tag17.xml"/><Relationship Id="rId4" Type="http://schemas.openxmlformats.org/officeDocument/2006/relationships/tags" Target="../tags/tag16.xml"/><Relationship Id="rId3" Type="http://schemas.openxmlformats.org/officeDocument/2006/relationships/tags" Target="../tags/tag15.xml"/><Relationship Id="rId2" Type="http://schemas.openxmlformats.org/officeDocument/2006/relationships/tags" Target="../tags/tag14.xml"/><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6" Type="http://schemas.openxmlformats.org/officeDocument/2006/relationships/tags" Target="../tags/tag23.xml"/><Relationship Id="rId5" Type="http://schemas.openxmlformats.org/officeDocument/2006/relationships/tags" Target="../tags/tag22.xml"/><Relationship Id="rId4" Type="http://schemas.openxmlformats.org/officeDocument/2006/relationships/tags" Target="../tags/tag21.xml"/><Relationship Id="rId3" Type="http://schemas.openxmlformats.org/officeDocument/2006/relationships/tags" Target="../tags/tag20.xml"/><Relationship Id="rId2" Type="http://schemas.openxmlformats.org/officeDocument/2006/relationships/tags" Target="../tags/tag19.xml"/><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bg>
      <p:bgPr>
        <a:solidFill>
          <a:schemeClr val="bg1"/>
        </a:solidFill>
        <a:effectLst/>
      </p:bgPr>
    </p:bg>
    <p:spTree>
      <p:nvGrpSpPr>
        <p:cNvPr id="1" name=""/>
        <p:cNvGrpSpPr/>
        <p:nvPr/>
      </p:nvGrpSpPr>
      <p:grpSpPr>
        <a:xfrm>
          <a:off x="0" y="0"/>
          <a:ext cx="0" cy="0"/>
          <a:chOff x="0" y="0"/>
          <a:chExt cx="0" cy="0"/>
        </a:xfrm>
      </p:grpSpPr>
      <p:cxnSp>
        <p:nvCxnSpPr>
          <p:cNvPr id="7" name="直接连接符 6"/>
          <p:cNvCxnSpPr/>
          <p:nvPr>
            <p:custDataLst>
              <p:tags r:id="rId2"/>
            </p:custDataLst>
          </p:nvPr>
        </p:nvCxnSpPr>
        <p:spPr>
          <a:xfrm flipH="1">
            <a:off x="1631951" y="2308225"/>
            <a:ext cx="285115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直接连接符 7"/>
          <p:cNvCxnSpPr/>
          <p:nvPr>
            <p:custDataLst>
              <p:tags r:id="rId3"/>
            </p:custDataLst>
          </p:nvPr>
        </p:nvCxnSpPr>
        <p:spPr>
          <a:xfrm>
            <a:off x="1631951" y="2308225"/>
            <a:ext cx="0" cy="2182813"/>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直接连接符 8"/>
          <p:cNvCxnSpPr/>
          <p:nvPr>
            <p:custDataLst>
              <p:tags r:id="rId4"/>
            </p:custDataLst>
          </p:nvPr>
        </p:nvCxnSpPr>
        <p:spPr>
          <a:xfrm>
            <a:off x="1617133" y="4500563"/>
            <a:ext cx="8961967"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直接连接符 9"/>
          <p:cNvCxnSpPr/>
          <p:nvPr>
            <p:custDataLst>
              <p:tags r:id="rId5"/>
            </p:custDataLst>
          </p:nvPr>
        </p:nvCxnSpPr>
        <p:spPr>
          <a:xfrm flipH="1">
            <a:off x="7727951" y="2308225"/>
            <a:ext cx="285115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直接连接符 10"/>
          <p:cNvCxnSpPr/>
          <p:nvPr>
            <p:custDataLst>
              <p:tags r:id="rId6"/>
            </p:custDataLst>
          </p:nvPr>
        </p:nvCxnSpPr>
        <p:spPr>
          <a:xfrm>
            <a:off x="10572751" y="2317750"/>
            <a:ext cx="0" cy="2182813"/>
          </a:xfrm>
          <a:prstGeom prst="line">
            <a:avLst/>
          </a:prstGeom>
        </p:spPr>
        <p:style>
          <a:lnRef idx="1">
            <a:schemeClr val="accent1"/>
          </a:lnRef>
          <a:fillRef idx="0">
            <a:schemeClr val="accent1"/>
          </a:fillRef>
          <a:effectRef idx="0">
            <a:schemeClr val="accent1"/>
          </a:effectRef>
          <a:fontRef idx="minor">
            <a:schemeClr val="tx1"/>
          </a:fontRef>
        </p:style>
      </p:cxnSp>
      <p:sp>
        <p:nvSpPr>
          <p:cNvPr id="2" name="标题 1"/>
          <p:cNvSpPr>
            <a:spLocks noGrp="1"/>
          </p:cNvSpPr>
          <p:nvPr>
            <p:ph type="ctrTitle" hasCustomPrompt="1"/>
          </p:nvPr>
        </p:nvSpPr>
        <p:spPr>
          <a:xfrm>
            <a:off x="2268279" y="2683891"/>
            <a:ext cx="7655443" cy="1089529"/>
          </a:xfrm>
        </p:spPr>
        <p:txBody>
          <a:bodyPr wrap="square" anchor="b">
            <a:normAutofit/>
          </a:bodyPr>
          <a:lstStyle>
            <a:lvl1pPr algn="ctr">
              <a:defRPr sz="5400"/>
            </a:lvl1pPr>
          </a:lstStyle>
          <a:p>
            <a:pPr fontAlgn="auto"/>
            <a:r>
              <a:rPr lang="zh-CN" altLang="en-US" strike="noStrike" noProof="1" dirty="0"/>
              <a:t>单击此处编辑标题</a:t>
            </a:r>
            <a:endParaRPr lang="zh-CN" altLang="en-US" strike="noStrike" noProof="1" dirty="0"/>
          </a:p>
        </p:txBody>
      </p:sp>
      <p:sp>
        <p:nvSpPr>
          <p:cNvPr id="3" name="副标题 2"/>
          <p:cNvSpPr>
            <a:spLocks noGrp="1"/>
          </p:cNvSpPr>
          <p:nvPr>
            <p:ph type="subTitle" idx="1"/>
          </p:nvPr>
        </p:nvSpPr>
        <p:spPr>
          <a:xfrm>
            <a:off x="2268279" y="3814695"/>
            <a:ext cx="7655443" cy="424732"/>
          </a:xfrm>
        </p:spPr>
        <p:txBody>
          <a:bodyPr wrap="square">
            <a:normAutofit/>
          </a:bodyPr>
          <a:lstStyle>
            <a:lvl1pPr marL="0" indent="0" algn="dist">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fontAlgn="auto"/>
            <a:r>
              <a:rPr lang="zh-CN" altLang="en-US" strike="noStrike" noProof="1" dirty="0"/>
              <a:t>单击此处编辑母版副标题样式</a:t>
            </a:r>
            <a:endParaRPr lang="zh-CN" altLang="en-US" strike="noStrike" noProof="1" dirty="0"/>
          </a:p>
        </p:txBody>
      </p:sp>
      <p:sp>
        <p:nvSpPr>
          <p:cNvPr id="4" name="日期占位符 3"/>
          <p:cNvSpPr>
            <a:spLocks noGrp="1"/>
          </p:cNvSpPr>
          <p:nvPr>
            <p:ph type="dt" sz="half" idx="10"/>
          </p:nvPr>
        </p:nvSpPr>
        <p:spPr>
          <a:xfrm>
            <a:off x="838200" y="6356350"/>
            <a:ext cx="2743200" cy="365125"/>
          </a:xfrm>
          <a:prstGeom prst="rect">
            <a:avLst/>
          </a:prstGeom>
        </p:spPr>
        <p:txBody>
          <a:bodyPr vert="horz" lIns="91440" tIns="45720" rIns="91440" bIns="45720" rtlCol="0" anchor="ctr">
            <a:normAutofit/>
          </a:bodyPr>
          <a:lstStyle>
            <a:lvl1pPr>
              <a:defRPr sz="1200"/>
            </a:lvl1pPr>
          </a:lstStyle>
          <a:p>
            <a:pPr fontAlgn="base"/>
            <a:fld id="{760FBDFE-C587-4B4C-A407-44438C67B59E}" type="datetimeFigureOut">
              <a:rPr lang="zh-CN" altLang="en-US" strike="noStrike" noProof="1" smtClean="0">
                <a:latin typeface="Arial" panose="020B0604020202020204" pitchFamily="34" charset="0"/>
                <a:ea typeface="宋体" panose="02010600030101010101" pitchFamily="2" charset="-122"/>
                <a:cs typeface="+mn-cs"/>
              </a:rPr>
            </a:fld>
            <a:endParaRPr lang="zh-CN" altLang="en-US" strike="noStrike" noProof="1"/>
          </a:p>
        </p:txBody>
      </p:sp>
      <p:sp>
        <p:nvSpPr>
          <p:cNvPr id="5" name="页脚占位符 4"/>
          <p:cNvSpPr>
            <a:spLocks noGrp="1"/>
          </p:cNvSpPr>
          <p:nvPr>
            <p:ph type="ftr" sz="quarter" idx="11"/>
          </p:nvPr>
        </p:nvSpPr>
        <p:spPr>
          <a:xfrm>
            <a:off x="4038600" y="6356350"/>
            <a:ext cx="4114800" cy="365125"/>
          </a:xfrm>
          <a:prstGeom prst="rect">
            <a:avLst/>
          </a:prstGeom>
        </p:spPr>
        <p:txBody>
          <a:bodyPr vert="horz" lIns="91440" tIns="45720" rIns="91440" bIns="45720" rtlCol="0" anchor="ctr">
            <a:normAutofit/>
          </a:bodyPr>
          <a:lstStyle>
            <a:lvl1pPr>
              <a:defRPr sz="1200"/>
            </a:lvl1pPr>
          </a:lstStyle>
          <a:p>
            <a:pPr fontAlgn="base"/>
            <a:endParaRPr lang="zh-CN" altLang="en-US" strike="noStrike" noProof="1"/>
          </a:p>
        </p:txBody>
      </p:sp>
      <p:sp>
        <p:nvSpPr>
          <p:cNvPr id="6" name="灯片编号占位符 5"/>
          <p:cNvSpPr>
            <a:spLocks noGrp="1"/>
          </p:cNvSpPr>
          <p:nvPr>
            <p:ph type="sldNum" sz="quarter" idx="12"/>
          </p:nvPr>
        </p:nvSpPr>
        <p:spPr>
          <a:xfrm>
            <a:off x="8610600" y="6356350"/>
            <a:ext cx="2743200" cy="365125"/>
          </a:xfrm>
          <a:prstGeom prst="rect">
            <a:avLst/>
          </a:prstGeom>
        </p:spPr>
        <p:txBody>
          <a:bodyPr vert="horz" lIns="91440" tIns="45720" rIns="91440" bIns="45720" rtlCol="0" anchor="ctr">
            <a:normAutofit/>
          </a:bodyPr>
          <a:lstStyle>
            <a:lvl1pPr>
              <a:defRPr sz="1200"/>
            </a:lvl1pPr>
          </a:lstStyle>
          <a:p>
            <a:pPr fontAlgn="base"/>
            <a:fld id="{49AE70B2-8BF9-45C0-BB95-33D1B9D3A854}" type="slidenum">
              <a:rPr lang="zh-CN" altLang="en-US" strike="noStrike" noProof="1" smtClean="0">
                <a:latin typeface="Arial" panose="020B0604020202020204" pitchFamily="34" charset="0"/>
                <a:ea typeface="宋体" panose="02010600030101010101" pitchFamily="2" charset="-122"/>
                <a:cs typeface="+mn-cs"/>
              </a:rPr>
            </a:fld>
            <a:endParaRPr lang="zh-CN" altLang="en-US" strike="noStrike" noProof="1"/>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bg>
      <p:bgPr>
        <a:solidFill>
          <a:schemeClr val="bg1"/>
        </a:solidFill>
        <a:effectLst/>
      </p:bgPr>
    </p:bg>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pPr fontAlgn="auto"/>
            <a:r>
              <a:rPr lang="zh-CN" altLang="en-US" strike="noStrike" noProof="1" dirty="0"/>
              <a:t>单击此处编辑母版标题样式</a:t>
            </a:r>
            <a:endParaRPr lang="zh-CN" altLang="en-US" strike="noStrike" noProof="1" dirty="0"/>
          </a:p>
        </p:txBody>
      </p:sp>
      <p:sp>
        <p:nvSpPr>
          <p:cNvPr id="3" name="内容占位符 2"/>
          <p:cNvSpPr>
            <a:spLocks noGrp="1"/>
          </p:cNvSpPr>
          <p:nvPr>
            <p:ph idx="1"/>
          </p:nvPr>
        </p:nvSpPr>
        <p:spPr/>
        <p:txBody>
          <a:bodyPr>
            <a:normAutofit/>
          </a:bodyPr>
          <a:lstStyle>
            <a:lvl1pPr>
              <a:defRPr sz="2400"/>
            </a:lvl1pPr>
            <a:lvl2pPr>
              <a:defRPr sz="2000"/>
            </a:lvl2pPr>
            <a:lvl3pPr>
              <a:defRPr sz="1800"/>
            </a:lvl3pPr>
            <a:lvl4pPr>
              <a:defRPr sz="1800"/>
            </a:lvl4pPr>
            <a:lvl5pPr>
              <a:defRPr sz="1800"/>
            </a:lvl5pPr>
          </a:lstStyle>
          <a:p>
            <a:pPr lvl="0" fontAlgn="auto"/>
            <a:r>
              <a:rPr lang="zh-CN" altLang="en-US" strike="noStrike" noProof="1" dirty="0"/>
              <a:t>单击此处编辑母版文本样式</a:t>
            </a:r>
            <a:endParaRPr lang="zh-CN" altLang="en-US" strike="noStrike" noProof="1" dirty="0"/>
          </a:p>
          <a:p>
            <a:pPr lvl="1" fontAlgn="auto"/>
            <a:r>
              <a:rPr lang="zh-CN" altLang="en-US" strike="noStrike" noProof="1" dirty="0"/>
              <a:t>第二级</a:t>
            </a:r>
            <a:endParaRPr lang="zh-CN" altLang="en-US" strike="noStrike" noProof="1" dirty="0"/>
          </a:p>
          <a:p>
            <a:pPr lvl="2" fontAlgn="auto"/>
            <a:r>
              <a:rPr lang="zh-CN" altLang="en-US" strike="noStrike" noProof="1" dirty="0"/>
              <a:t>第三级</a:t>
            </a:r>
            <a:endParaRPr lang="zh-CN" altLang="en-US" strike="noStrike" noProof="1" dirty="0"/>
          </a:p>
          <a:p>
            <a:pPr lvl="3" fontAlgn="auto"/>
            <a:r>
              <a:rPr lang="zh-CN" altLang="en-US" strike="noStrike" noProof="1" dirty="0"/>
              <a:t>第四级</a:t>
            </a:r>
            <a:endParaRPr lang="zh-CN" altLang="en-US" strike="noStrike" noProof="1" dirty="0"/>
          </a:p>
          <a:p>
            <a:pPr lvl="4" fontAlgn="auto"/>
            <a:r>
              <a:rPr lang="zh-CN" altLang="en-US" strike="noStrike" noProof="1" dirty="0"/>
              <a:t>第五级</a:t>
            </a:r>
            <a:endParaRPr lang="zh-CN" altLang="en-US" strike="noStrike" noProof="1" dirty="0"/>
          </a:p>
        </p:txBody>
      </p:sp>
      <p:sp>
        <p:nvSpPr>
          <p:cNvPr id="4" name="日期占位符 3"/>
          <p:cNvSpPr>
            <a:spLocks noGrp="1"/>
          </p:cNvSpPr>
          <p:nvPr>
            <p:ph type="dt" sz="half" idx="10"/>
          </p:nvPr>
        </p:nvSpPr>
        <p:spPr>
          <a:xfrm>
            <a:off x="838200" y="6356350"/>
            <a:ext cx="2743200" cy="365125"/>
          </a:xfrm>
          <a:prstGeom prst="rect">
            <a:avLst/>
          </a:prstGeom>
        </p:spPr>
        <p:txBody>
          <a:bodyPr vert="horz" lIns="91440" tIns="45720" rIns="91440" bIns="45720" rtlCol="0" anchor="ctr">
            <a:normAutofit/>
          </a:bodyPr>
          <a:lstStyle>
            <a:lvl1pPr>
              <a:defRPr sz="1200"/>
            </a:lvl1pPr>
          </a:lstStyle>
          <a:p>
            <a:pPr fontAlgn="base"/>
            <a:fld id="{760FBDFE-C587-4B4C-A407-44438C67B59E}" type="datetimeFigureOut">
              <a:rPr lang="zh-CN" altLang="en-US" strike="noStrike" noProof="1" smtClean="0">
                <a:latin typeface="Arial" panose="020B0604020202020204" pitchFamily="34" charset="0"/>
                <a:ea typeface="宋体" panose="02010600030101010101" pitchFamily="2" charset="-122"/>
                <a:cs typeface="+mn-cs"/>
              </a:rPr>
            </a:fld>
            <a:endParaRPr lang="zh-CN" altLang="en-US" strike="noStrike" noProof="1"/>
          </a:p>
        </p:txBody>
      </p:sp>
      <p:sp>
        <p:nvSpPr>
          <p:cNvPr id="5" name="页脚占位符 4"/>
          <p:cNvSpPr>
            <a:spLocks noGrp="1"/>
          </p:cNvSpPr>
          <p:nvPr>
            <p:ph type="ftr" sz="quarter" idx="11"/>
          </p:nvPr>
        </p:nvSpPr>
        <p:spPr>
          <a:xfrm>
            <a:off x="4038600" y="6356350"/>
            <a:ext cx="4114800" cy="365125"/>
          </a:xfrm>
          <a:prstGeom prst="rect">
            <a:avLst/>
          </a:prstGeom>
        </p:spPr>
        <p:txBody>
          <a:bodyPr vert="horz" lIns="91440" tIns="45720" rIns="91440" bIns="45720" rtlCol="0" anchor="ctr">
            <a:normAutofit/>
          </a:bodyPr>
          <a:lstStyle>
            <a:lvl1pPr>
              <a:defRPr sz="1200"/>
            </a:lvl1pPr>
          </a:lstStyle>
          <a:p>
            <a:pPr fontAlgn="base"/>
            <a:endParaRPr lang="zh-CN" altLang="en-US" strike="noStrike" noProof="1"/>
          </a:p>
        </p:txBody>
      </p:sp>
      <p:sp>
        <p:nvSpPr>
          <p:cNvPr id="6" name="灯片编号占位符 5"/>
          <p:cNvSpPr>
            <a:spLocks noGrp="1"/>
          </p:cNvSpPr>
          <p:nvPr>
            <p:ph type="sldNum" sz="quarter" idx="12"/>
          </p:nvPr>
        </p:nvSpPr>
        <p:spPr>
          <a:xfrm>
            <a:off x="8610600" y="6356350"/>
            <a:ext cx="2743200" cy="365125"/>
          </a:xfrm>
          <a:prstGeom prst="rect">
            <a:avLst/>
          </a:prstGeom>
        </p:spPr>
        <p:txBody>
          <a:bodyPr vert="horz" lIns="91440" tIns="45720" rIns="91440" bIns="45720" rtlCol="0" anchor="ctr">
            <a:normAutofit/>
          </a:bodyPr>
          <a:lstStyle>
            <a:lvl1pPr>
              <a:defRPr sz="1200"/>
            </a:lvl1pPr>
          </a:lstStyle>
          <a:p>
            <a:pPr fontAlgn="base"/>
            <a:fld id="{49AE70B2-8BF9-45C0-BB95-33D1B9D3A854}" type="slidenum">
              <a:rPr lang="zh-CN" altLang="en-US" strike="noStrike" noProof="1" smtClean="0">
                <a:latin typeface="Arial" panose="020B0604020202020204" pitchFamily="34" charset="0"/>
                <a:ea typeface="宋体" panose="02010600030101010101" pitchFamily="2" charset="-122"/>
                <a:cs typeface="+mn-cs"/>
              </a:rPr>
            </a:fld>
            <a:endParaRPr lang="zh-CN" altLang="en-US" strike="noStrike" noProof="1"/>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节标题">
    <p:bg>
      <p:bgPr>
        <a:solidFill>
          <a:schemeClr val="bg1"/>
        </a:solidFill>
        <a:effectLst/>
      </p:bgPr>
    </p:bg>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1518389" y="3078832"/>
            <a:ext cx="9142523" cy="1089529"/>
          </a:xfrm>
        </p:spPr>
        <p:txBody>
          <a:bodyPr anchor="t" anchorCtr="0">
            <a:normAutofit/>
          </a:bodyPr>
          <a:lstStyle>
            <a:lvl1pPr algn="ctr">
              <a:defRPr sz="5400"/>
            </a:lvl1pPr>
          </a:lstStyle>
          <a:p>
            <a:pPr fontAlgn="auto"/>
            <a:r>
              <a:rPr lang="zh-CN" altLang="en-US" strike="noStrike" noProof="1" dirty="0"/>
              <a:t>单击此处编辑标题</a:t>
            </a:r>
            <a:endParaRPr lang="zh-CN" altLang="en-US" strike="noStrike" noProof="1" dirty="0"/>
          </a:p>
        </p:txBody>
      </p:sp>
      <p:sp>
        <p:nvSpPr>
          <p:cNvPr id="8" name="内容占位符 7"/>
          <p:cNvSpPr>
            <a:spLocks noGrp="1"/>
          </p:cNvSpPr>
          <p:nvPr>
            <p:ph sz="quarter" idx="13" hasCustomPrompt="1"/>
          </p:nvPr>
        </p:nvSpPr>
        <p:spPr>
          <a:xfrm>
            <a:off x="1517651" y="2221766"/>
            <a:ext cx="9156700" cy="830997"/>
          </a:xfrm>
        </p:spPr>
        <p:txBody>
          <a:bodyPr anchor="b" anchorCtr="0">
            <a:normAutofit/>
          </a:bodyPr>
          <a:lstStyle>
            <a:lvl1pPr marL="0" indent="0" algn="ctr">
              <a:buNone/>
              <a:defRPr sz="4000"/>
            </a:lvl1pPr>
          </a:lstStyle>
          <a:p>
            <a:pPr lvl="0" fontAlgn="auto"/>
            <a:r>
              <a:rPr lang="zh-CN" altLang="en-US" strike="noStrike" noProof="1" dirty="0"/>
              <a:t>单击此处编辑文本</a:t>
            </a:r>
            <a:endParaRPr lang="zh-CN" altLang="en-US" strike="noStrike" noProof="1" dirty="0"/>
          </a:p>
        </p:txBody>
      </p:sp>
      <p:sp>
        <p:nvSpPr>
          <p:cNvPr id="4" name="日期占位符 3"/>
          <p:cNvSpPr>
            <a:spLocks noGrp="1"/>
          </p:cNvSpPr>
          <p:nvPr>
            <p:ph type="dt" sz="half" idx="10"/>
          </p:nvPr>
        </p:nvSpPr>
        <p:spPr>
          <a:xfrm>
            <a:off x="838200" y="6356350"/>
            <a:ext cx="2743200" cy="365125"/>
          </a:xfrm>
          <a:prstGeom prst="rect">
            <a:avLst/>
          </a:prstGeom>
        </p:spPr>
        <p:txBody>
          <a:bodyPr vert="horz" lIns="91440" tIns="45720" rIns="91440" bIns="45720" rtlCol="0" anchor="ctr">
            <a:normAutofit/>
          </a:bodyPr>
          <a:lstStyle>
            <a:lvl1pPr>
              <a:defRPr sz="1200"/>
            </a:lvl1pPr>
          </a:lstStyle>
          <a:p>
            <a:pPr fontAlgn="base"/>
            <a:fld id="{760FBDFE-C587-4B4C-A407-44438C67B59E}" type="datetimeFigureOut">
              <a:rPr lang="zh-CN" altLang="en-US" strike="noStrike" noProof="1" smtClean="0">
                <a:latin typeface="Arial" panose="020B0604020202020204" pitchFamily="34" charset="0"/>
                <a:ea typeface="宋体" panose="02010600030101010101" pitchFamily="2" charset="-122"/>
                <a:cs typeface="+mn-cs"/>
              </a:rPr>
            </a:fld>
            <a:endParaRPr lang="zh-CN" altLang="en-US" strike="noStrike" noProof="1"/>
          </a:p>
        </p:txBody>
      </p:sp>
      <p:sp>
        <p:nvSpPr>
          <p:cNvPr id="5" name="页脚占位符 4"/>
          <p:cNvSpPr>
            <a:spLocks noGrp="1"/>
          </p:cNvSpPr>
          <p:nvPr>
            <p:ph type="ftr" sz="quarter" idx="11"/>
          </p:nvPr>
        </p:nvSpPr>
        <p:spPr>
          <a:xfrm>
            <a:off x="4038600" y="6356350"/>
            <a:ext cx="4114800" cy="365125"/>
          </a:xfrm>
          <a:prstGeom prst="rect">
            <a:avLst/>
          </a:prstGeom>
        </p:spPr>
        <p:txBody>
          <a:bodyPr vert="horz" lIns="91440" tIns="45720" rIns="91440" bIns="45720" rtlCol="0" anchor="ctr">
            <a:normAutofit/>
          </a:bodyPr>
          <a:lstStyle>
            <a:lvl1pPr>
              <a:defRPr sz="1200"/>
            </a:lvl1pPr>
          </a:lstStyle>
          <a:p>
            <a:pPr fontAlgn="base"/>
            <a:endParaRPr lang="zh-CN" altLang="en-US" strike="noStrike" noProof="1"/>
          </a:p>
        </p:txBody>
      </p:sp>
      <p:sp>
        <p:nvSpPr>
          <p:cNvPr id="6" name="灯片编号占位符 5"/>
          <p:cNvSpPr>
            <a:spLocks noGrp="1"/>
          </p:cNvSpPr>
          <p:nvPr>
            <p:ph type="sldNum" sz="quarter" idx="12"/>
          </p:nvPr>
        </p:nvSpPr>
        <p:spPr>
          <a:xfrm>
            <a:off x="8610600" y="6356350"/>
            <a:ext cx="2743200" cy="365125"/>
          </a:xfrm>
          <a:prstGeom prst="rect">
            <a:avLst/>
          </a:prstGeom>
        </p:spPr>
        <p:txBody>
          <a:bodyPr vert="horz" lIns="91440" tIns="45720" rIns="91440" bIns="45720" rtlCol="0" anchor="ctr">
            <a:normAutofit/>
          </a:bodyPr>
          <a:lstStyle>
            <a:lvl1pPr>
              <a:defRPr sz="1200"/>
            </a:lvl1pPr>
          </a:lstStyle>
          <a:p>
            <a:pPr fontAlgn="base"/>
            <a:fld id="{49AE70B2-8BF9-45C0-BB95-33D1B9D3A854}" type="slidenum">
              <a:rPr lang="zh-CN" altLang="en-US" strike="noStrike" noProof="1" smtClean="0">
                <a:latin typeface="Arial" panose="020B0604020202020204" pitchFamily="34" charset="0"/>
                <a:ea typeface="宋体" panose="02010600030101010101" pitchFamily="2" charset="-122"/>
                <a:cs typeface="+mn-cs"/>
              </a:rPr>
            </a:fld>
            <a:endParaRPr lang="zh-CN" altLang="en-US" strike="noStrike" noProof="1"/>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bg>
      <p:bgPr>
        <a:solidFill>
          <a:schemeClr val="bg1"/>
        </a:solidFill>
        <a:effectLst/>
      </p:bgPr>
    </p:bg>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pPr fontAlgn="auto"/>
            <a:r>
              <a:rPr lang="zh-CN" altLang="en-US" strike="noStrike" noProof="1"/>
              <a:t>单击此处编辑母版标题样式</a:t>
            </a:r>
            <a:endParaRPr lang="zh-CN" altLang="en-US" strike="noStrike" noProof="1"/>
          </a:p>
        </p:txBody>
      </p:sp>
      <p:sp>
        <p:nvSpPr>
          <p:cNvPr id="3" name="内容占位符 2"/>
          <p:cNvSpPr>
            <a:spLocks noGrp="1"/>
          </p:cNvSpPr>
          <p:nvPr>
            <p:ph sz="half" idx="1"/>
          </p:nvPr>
        </p:nvSpPr>
        <p:spPr>
          <a:xfrm>
            <a:off x="838200" y="1825625"/>
            <a:ext cx="5181600" cy="4351338"/>
          </a:xfrm>
        </p:spPr>
        <p:txBody>
          <a:bodyPr>
            <a:normAutofit/>
          </a:bodyPr>
          <a:lstStyle/>
          <a:p>
            <a:pPr lvl="0" fontAlgn="auto"/>
            <a:r>
              <a:rPr lang="zh-CN" altLang="en-US" strike="noStrike" noProof="1" dirty="0"/>
              <a:t>单击此处编辑母版文本样式</a:t>
            </a:r>
            <a:endParaRPr lang="zh-CN" altLang="en-US" strike="noStrike" noProof="1" dirty="0"/>
          </a:p>
          <a:p>
            <a:pPr lvl="1" fontAlgn="auto"/>
            <a:r>
              <a:rPr lang="zh-CN" altLang="en-US" strike="noStrike" noProof="1" dirty="0"/>
              <a:t>第二级</a:t>
            </a:r>
            <a:endParaRPr lang="zh-CN" altLang="en-US" strike="noStrike" noProof="1" dirty="0"/>
          </a:p>
          <a:p>
            <a:pPr lvl="2" fontAlgn="auto"/>
            <a:r>
              <a:rPr lang="zh-CN" altLang="en-US" strike="noStrike" noProof="1" dirty="0"/>
              <a:t>第三级</a:t>
            </a:r>
            <a:endParaRPr lang="zh-CN" altLang="en-US" strike="noStrike" noProof="1" dirty="0"/>
          </a:p>
          <a:p>
            <a:pPr lvl="3" fontAlgn="auto"/>
            <a:r>
              <a:rPr lang="zh-CN" altLang="en-US" strike="noStrike" noProof="1" dirty="0"/>
              <a:t>第四级</a:t>
            </a:r>
            <a:endParaRPr lang="zh-CN" altLang="en-US" strike="noStrike" noProof="1" dirty="0"/>
          </a:p>
          <a:p>
            <a:pPr lvl="4" fontAlgn="auto"/>
            <a:r>
              <a:rPr lang="zh-CN" altLang="en-US" strike="noStrike" noProof="1" dirty="0"/>
              <a:t>第五级</a:t>
            </a:r>
            <a:endParaRPr lang="zh-CN" altLang="en-US" strike="noStrike" noProof="1" dirty="0"/>
          </a:p>
        </p:txBody>
      </p:sp>
      <p:sp>
        <p:nvSpPr>
          <p:cNvPr id="4" name="内容占位符 3"/>
          <p:cNvSpPr>
            <a:spLocks noGrp="1"/>
          </p:cNvSpPr>
          <p:nvPr>
            <p:ph sz="half" idx="2"/>
          </p:nvPr>
        </p:nvSpPr>
        <p:spPr>
          <a:xfrm>
            <a:off x="6172200" y="1825625"/>
            <a:ext cx="5181600" cy="4351338"/>
          </a:xfrm>
        </p:spPr>
        <p:txBody>
          <a:bodyPr>
            <a:normAutofit/>
          </a:bodyPr>
          <a:lstStyle/>
          <a:p>
            <a:pPr lvl="0" fontAlgn="auto"/>
            <a:r>
              <a:rPr lang="zh-CN" altLang="en-US" strike="noStrike" noProof="1" dirty="0"/>
              <a:t>单击此处编辑母版文本样式</a:t>
            </a:r>
            <a:endParaRPr lang="zh-CN" altLang="en-US" strike="noStrike" noProof="1" dirty="0"/>
          </a:p>
          <a:p>
            <a:pPr lvl="1" fontAlgn="auto"/>
            <a:r>
              <a:rPr lang="zh-CN" altLang="en-US" strike="noStrike" noProof="1" dirty="0"/>
              <a:t>第二级</a:t>
            </a:r>
            <a:endParaRPr lang="zh-CN" altLang="en-US" strike="noStrike" noProof="1" dirty="0"/>
          </a:p>
          <a:p>
            <a:pPr lvl="2" fontAlgn="auto"/>
            <a:r>
              <a:rPr lang="zh-CN" altLang="en-US" strike="noStrike" noProof="1" dirty="0"/>
              <a:t>第三级</a:t>
            </a:r>
            <a:endParaRPr lang="zh-CN" altLang="en-US" strike="noStrike" noProof="1" dirty="0"/>
          </a:p>
          <a:p>
            <a:pPr lvl="3" fontAlgn="auto"/>
            <a:r>
              <a:rPr lang="zh-CN" altLang="en-US" strike="noStrike" noProof="1" dirty="0"/>
              <a:t>第四级</a:t>
            </a:r>
            <a:endParaRPr lang="zh-CN" altLang="en-US" strike="noStrike" noProof="1" dirty="0"/>
          </a:p>
          <a:p>
            <a:pPr lvl="4" fontAlgn="auto"/>
            <a:r>
              <a:rPr lang="zh-CN" altLang="en-US" strike="noStrike" noProof="1" dirty="0"/>
              <a:t>第五级</a:t>
            </a:r>
            <a:endParaRPr lang="zh-CN" altLang="en-US" strike="noStrike" noProof="1" dirty="0"/>
          </a:p>
        </p:txBody>
      </p:sp>
      <p:sp>
        <p:nvSpPr>
          <p:cNvPr id="5" name="日期占位符 4"/>
          <p:cNvSpPr>
            <a:spLocks noGrp="1"/>
          </p:cNvSpPr>
          <p:nvPr>
            <p:ph type="dt" sz="half" idx="10"/>
          </p:nvPr>
        </p:nvSpPr>
        <p:spPr>
          <a:xfrm>
            <a:off x="838200" y="6356350"/>
            <a:ext cx="2743200" cy="365125"/>
          </a:xfrm>
          <a:prstGeom prst="rect">
            <a:avLst/>
          </a:prstGeom>
        </p:spPr>
        <p:txBody>
          <a:bodyPr vert="horz" lIns="91440" tIns="45720" rIns="91440" bIns="45720" rtlCol="0" anchor="ctr">
            <a:normAutofit/>
          </a:bodyPr>
          <a:lstStyle>
            <a:lvl1pPr>
              <a:defRPr sz="1200"/>
            </a:lvl1pPr>
          </a:lstStyle>
          <a:p>
            <a:pPr fontAlgn="base"/>
            <a:fld id="{760FBDFE-C587-4B4C-A407-44438C67B59E}" type="datetimeFigureOut">
              <a:rPr lang="zh-CN" altLang="en-US" strike="noStrike" noProof="1" smtClean="0">
                <a:latin typeface="Arial" panose="020B0604020202020204" pitchFamily="34" charset="0"/>
                <a:ea typeface="宋体" panose="02010600030101010101" pitchFamily="2" charset="-122"/>
                <a:cs typeface="+mn-cs"/>
              </a:rPr>
            </a:fld>
            <a:endParaRPr lang="zh-CN" altLang="en-US" strike="noStrike" noProof="1"/>
          </a:p>
        </p:txBody>
      </p:sp>
      <p:sp>
        <p:nvSpPr>
          <p:cNvPr id="6" name="页脚占位符 5"/>
          <p:cNvSpPr>
            <a:spLocks noGrp="1"/>
          </p:cNvSpPr>
          <p:nvPr>
            <p:ph type="ftr" sz="quarter" idx="11"/>
          </p:nvPr>
        </p:nvSpPr>
        <p:spPr>
          <a:xfrm>
            <a:off x="4038600" y="6356350"/>
            <a:ext cx="4114800" cy="365125"/>
          </a:xfrm>
          <a:prstGeom prst="rect">
            <a:avLst/>
          </a:prstGeom>
        </p:spPr>
        <p:txBody>
          <a:bodyPr vert="horz" lIns="91440" tIns="45720" rIns="91440" bIns="45720" rtlCol="0" anchor="ctr">
            <a:normAutofit/>
          </a:bodyPr>
          <a:lstStyle>
            <a:lvl1pPr>
              <a:defRPr sz="1200"/>
            </a:lvl1pPr>
          </a:lstStyle>
          <a:p>
            <a:pPr fontAlgn="base"/>
            <a:endParaRPr lang="zh-CN" altLang="en-US" strike="noStrike" noProof="1"/>
          </a:p>
        </p:txBody>
      </p:sp>
      <p:sp>
        <p:nvSpPr>
          <p:cNvPr id="7" name="灯片编号占位符 6"/>
          <p:cNvSpPr>
            <a:spLocks noGrp="1"/>
          </p:cNvSpPr>
          <p:nvPr>
            <p:ph type="sldNum" sz="quarter" idx="12"/>
          </p:nvPr>
        </p:nvSpPr>
        <p:spPr>
          <a:xfrm>
            <a:off x="8610600" y="6356350"/>
            <a:ext cx="2743200" cy="365125"/>
          </a:xfrm>
          <a:prstGeom prst="rect">
            <a:avLst/>
          </a:prstGeom>
        </p:spPr>
        <p:txBody>
          <a:bodyPr vert="horz" lIns="91440" tIns="45720" rIns="91440" bIns="45720" rtlCol="0" anchor="ctr">
            <a:normAutofit/>
          </a:bodyPr>
          <a:lstStyle>
            <a:lvl1pPr>
              <a:defRPr sz="1200"/>
            </a:lvl1pPr>
          </a:lstStyle>
          <a:p>
            <a:pPr fontAlgn="base"/>
            <a:fld id="{49AE70B2-8BF9-45C0-BB95-33D1B9D3A854}" type="slidenum">
              <a:rPr lang="zh-CN" altLang="en-US" strike="noStrike" noProof="1" smtClean="0">
                <a:latin typeface="Arial" panose="020B0604020202020204" pitchFamily="34" charset="0"/>
                <a:ea typeface="宋体" panose="02010600030101010101" pitchFamily="2" charset="-122"/>
                <a:cs typeface="+mn-cs"/>
              </a:rPr>
            </a:fld>
            <a:endParaRPr lang="zh-CN" altLang="en-US" strike="noStrike" noProof="1"/>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bg>
      <p:bgPr>
        <a:solidFill>
          <a:schemeClr val="bg1"/>
        </a:solidFill>
        <a:effectLst/>
      </p:bgPr>
    </p:bg>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6"/>
            <a:ext cx="10515600" cy="1325563"/>
          </a:xfrm>
        </p:spPr>
        <p:txBody>
          <a:bodyPr>
            <a:normAutofit/>
          </a:bodyPr>
          <a:lstStyle/>
          <a:p>
            <a:pPr fontAlgn="auto"/>
            <a:r>
              <a:rPr lang="zh-CN" altLang="en-US" strike="noStrike" noProof="1"/>
              <a:t>单击此处编辑母版标题样式</a:t>
            </a:r>
            <a:endParaRPr lang="zh-CN" altLang="en-US" strike="noStrike" noProof="1"/>
          </a:p>
        </p:txBody>
      </p:sp>
      <p:sp>
        <p:nvSpPr>
          <p:cNvPr id="3" name="文本占位符 2"/>
          <p:cNvSpPr>
            <a:spLocks noGrp="1"/>
          </p:cNvSpPr>
          <p:nvPr>
            <p:ph type="body" idx="1"/>
          </p:nvPr>
        </p:nvSpPr>
        <p:spPr>
          <a:xfrm>
            <a:off x="839789" y="1744961"/>
            <a:ext cx="5157787" cy="823912"/>
          </a:xfrm>
        </p:spPr>
        <p:txBody>
          <a:bodyPr anchor="b">
            <a:normAutofit/>
          </a:bodyPr>
          <a:lstStyle>
            <a:lvl1pPr marL="0" indent="0">
              <a:buNone/>
              <a:defRPr sz="20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fontAlgn="auto"/>
            <a:r>
              <a:rPr lang="zh-CN" altLang="en-US" strike="noStrike" noProof="1" dirty="0"/>
              <a:t>单击此处编辑母版文本样式</a:t>
            </a:r>
            <a:endParaRPr lang="zh-CN" altLang="en-US" strike="noStrike" noProof="1" dirty="0"/>
          </a:p>
        </p:txBody>
      </p:sp>
      <p:sp>
        <p:nvSpPr>
          <p:cNvPr id="4" name="内容占位符 3"/>
          <p:cNvSpPr>
            <a:spLocks noGrp="1"/>
          </p:cNvSpPr>
          <p:nvPr>
            <p:ph sz="half" idx="2"/>
          </p:nvPr>
        </p:nvSpPr>
        <p:spPr>
          <a:xfrm>
            <a:off x="839789" y="2615609"/>
            <a:ext cx="5157787" cy="3574054"/>
          </a:xfrm>
        </p:spPr>
        <p:txBody>
          <a:bodyPr>
            <a:normAutofit/>
          </a:bodyPr>
          <a:lstStyle/>
          <a:p>
            <a:pPr lvl="0" fontAlgn="auto"/>
            <a:r>
              <a:rPr lang="zh-CN" altLang="en-US" strike="noStrike" noProof="1" dirty="0"/>
              <a:t>单击此处编辑母版文本样式</a:t>
            </a:r>
            <a:endParaRPr lang="zh-CN" altLang="en-US" strike="noStrike" noProof="1" dirty="0"/>
          </a:p>
          <a:p>
            <a:pPr lvl="1" fontAlgn="auto"/>
            <a:r>
              <a:rPr lang="zh-CN" altLang="en-US" strike="noStrike" noProof="1" dirty="0"/>
              <a:t>第二级</a:t>
            </a:r>
            <a:endParaRPr lang="zh-CN" altLang="en-US" strike="noStrike" noProof="1" dirty="0"/>
          </a:p>
          <a:p>
            <a:pPr lvl="2" fontAlgn="auto"/>
            <a:r>
              <a:rPr lang="zh-CN" altLang="en-US" strike="noStrike" noProof="1" dirty="0"/>
              <a:t>第三级</a:t>
            </a:r>
            <a:endParaRPr lang="zh-CN" altLang="en-US" strike="noStrike" noProof="1" dirty="0"/>
          </a:p>
          <a:p>
            <a:pPr lvl="3" fontAlgn="auto"/>
            <a:r>
              <a:rPr lang="zh-CN" altLang="en-US" strike="noStrike" noProof="1" dirty="0"/>
              <a:t>第四级</a:t>
            </a:r>
            <a:endParaRPr lang="zh-CN" altLang="en-US" strike="noStrike" noProof="1" dirty="0"/>
          </a:p>
          <a:p>
            <a:pPr lvl="4" fontAlgn="auto"/>
            <a:r>
              <a:rPr lang="zh-CN" altLang="en-US" strike="noStrike" noProof="1" dirty="0"/>
              <a:t>第五级</a:t>
            </a:r>
            <a:endParaRPr lang="zh-CN" altLang="en-US" strike="noStrike" noProof="1" dirty="0"/>
          </a:p>
        </p:txBody>
      </p:sp>
      <p:sp>
        <p:nvSpPr>
          <p:cNvPr id="5" name="文本占位符 4"/>
          <p:cNvSpPr>
            <a:spLocks noGrp="1"/>
          </p:cNvSpPr>
          <p:nvPr>
            <p:ph type="body" sz="quarter" idx="3"/>
          </p:nvPr>
        </p:nvSpPr>
        <p:spPr>
          <a:xfrm>
            <a:off x="6172200" y="1744961"/>
            <a:ext cx="5183188" cy="823912"/>
          </a:xfrm>
        </p:spPr>
        <p:txBody>
          <a:bodyPr anchor="b">
            <a:normAutofit/>
          </a:bodyPr>
          <a:lstStyle>
            <a:lvl1pPr marL="0" indent="0">
              <a:buNone/>
              <a:defRPr sz="20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fontAlgn="auto"/>
            <a:r>
              <a:rPr lang="zh-CN" altLang="en-US" strike="noStrike" noProof="1" dirty="0"/>
              <a:t>单击此处编辑母版文本样式</a:t>
            </a:r>
            <a:endParaRPr lang="zh-CN" altLang="en-US" strike="noStrike" noProof="1" dirty="0"/>
          </a:p>
        </p:txBody>
      </p:sp>
      <p:sp>
        <p:nvSpPr>
          <p:cNvPr id="6" name="内容占位符 5"/>
          <p:cNvSpPr>
            <a:spLocks noGrp="1"/>
          </p:cNvSpPr>
          <p:nvPr>
            <p:ph sz="quarter" idx="4"/>
          </p:nvPr>
        </p:nvSpPr>
        <p:spPr>
          <a:xfrm>
            <a:off x="6172200" y="2615609"/>
            <a:ext cx="5183188" cy="3574054"/>
          </a:xfrm>
        </p:spPr>
        <p:txBody>
          <a:bodyPr>
            <a:normAutofit/>
          </a:bodyPr>
          <a:lstStyle/>
          <a:p>
            <a:pPr lvl="0" fontAlgn="auto"/>
            <a:r>
              <a:rPr lang="zh-CN" altLang="en-US" strike="noStrike" noProof="1" dirty="0"/>
              <a:t>单击此处编辑母版文本样式</a:t>
            </a:r>
            <a:endParaRPr lang="zh-CN" altLang="en-US" strike="noStrike" noProof="1" dirty="0"/>
          </a:p>
          <a:p>
            <a:pPr lvl="1" fontAlgn="auto"/>
            <a:r>
              <a:rPr lang="zh-CN" altLang="en-US" strike="noStrike" noProof="1" dirty="0"/>
              <a:t>第二级</a:t>
            </a:r>
            <a:endParaRPr lang="zh-CN" altLang="en-US" strike="noStrike" noProof="1" dirty="0"/>
          </a:p>
          <a:p>
            <a:pPr lvl="2" fontAlgn="auto"/>
            <a:r>
              <a:rPr lang="zh-CN" altLang="en-US" strike="noStrike" noProof="1" dirty="0"/>
              <a:t>第三级</a:t>
            </a:r>
            <a:endParaRPr lang="zh-CN" altLang="en-US" strike="noStrike" noProof="1" dirty="0"/>
          </a:p>
          <a:p>
            <a:pPr lvl="3" fontAlgn="auto"/>
            <a:r>
              <a:rPr lang="zh-CN" altLang="en-US" strike="noStrike" noProof="1" dirty="0"/>
              <a:t>第四级</a:t>
            </a:r>
            <a:endParaRPr lang="zh-CN" altLang="en-US" strike="noStrike" noProof="1" dirty="0"/>
          </a:p>
          <a:p>
            <a:pPr lvl="4" fontAlgn="auto"/>
            <a:r>
              <a:rPr lang="zh-CN" altLang="en-US" strike="noStrike" noProof="1" dirty="0"/>
              <a:t>第五级</a:t>
            </a:r>
            <a:endParaRPr lang="zh-CN" altLang="en-US" strike="noStrike" noProof="1" dirty="0"/>
          </a:p>
        </p:txBody>
      </p:sp>
      <p:sp>
        <p:nvSpPr>
          <p:cNvPr id="7" name="日期占位符 6"/>
          <p:cNvSpPr>
            <a:spLocks noGrp="1"/>
          </p:cNvSpPr>
          <p:nvPr>
            <p:ph type="dt" sz="half" idx="10"/>
          </p:nvPr>
        </p:nvSpPr>
        <p:spPr>
          <a:xfrm>
            <a:off x="838200" y="6356350"/>
            <a:ext cx="2743200" cy="365125"/>
          </a:xfrm>
          <a:prstGeom prst="rect">
            <a:avLst/>
          </a:prstGeom>
        </p:spPr>
        <p:txBody>
          <a:bodyPr vert="horz" lIns="91440" tIns="45720" rIns="91440" bIns="45720" rtlCol="0" anchor="ctr">
            <a:normAutofit/>
          </a:bodyPr>
          <a:lstStyle>
            <a:lvl1pPr>
              <a:defRPr sz="1200"/>
            </a:lvl1pPr>
          </a:lstStyle>
          <a:p>
            <a:pPr fontAlgn="base"/>
            <a:fld id="{760FBDFE-C587-4B4C-A407-44438C67B59E}" type="datetimeFigureOut">
              <a:rPr lang="zh-CN" altLang="en-US" strike="noStrike" noProof="1" smtClean="0">
                <a:latin typeface="Arial" panose="020B0604020202020204" pitchFamily="34" charset="0"/>
                <a:ea typeface="宋体" panose="02010600030101010101" pitchFamily="2" charset="-122"/>
                <a:cs typeface="+mn-cs"/>
              </a:rPr>
            </a:fld>
            <a:endParaRPr lang="zh-CN" altLang="en-US" strike="noStrike" noProof="1"/>
          </a:p>
        </p:txBody>
      </p:sp>
      <p:sp>
        <p:nvSpPr>
          <p:cNvPr id="8" name="页脚占位符 7"/>
          <p:cNvSpPr>
            <a:spLocks noGrp="1"/>
          </p:cNvSpPr>
          <p:nvPr>
            <p:ph type="ftr" sz="quarter" idx="11"/>
          </p:nvPr>
        </p:nvSpPr>
        <p:spPr>
          <a:xfrm>
            <a:off x="4038600" y="6356350"/>
            <a:ext cx="4114800" cy="365125"/>
          </a:xfrm>
          <a:prstGeom prst="rect">
            <a:avLst/>
          </a:prstGeom>
        </p:spPr>
        <p:txBody>
          <a:bodyPr vert="horz" lIns="91440" tIns="45720" rIns="91440" bIns="45720" rtlCol="0" anchor="ctr">
            <a:normAutofit/>
          </a:bodyPr>
          <a:lstStyle>
            <a:lvl1pPr>
              <a:defRPr sz="1200"/>
            </a:lvl1pPr>
          </a:lstStyle>
          <a:p>
            <a:pPr fontAlgn="base"/>
            <a:endParaRPr lang="zh-CN" altLang="en-US" strike="noStrike" noProof="1"/>
          </a:p>
        </p:txBody>
      </p:sp>
      <p:sp>
        <p:nvSpPr>
          <p:cNvPr id="9" name="灯片编号占位符 8"/>
          <p:cNvSpPr>
            <a:spLocks noGrp="1"/>
          </p:cNvSpPr>
          <p:nvPr>
            <p:ph type="sldNum" sz="quarter" idx="12"/>
          </p:nvPr>
        </p:nvSpPr>
        <p:spPr>
          <a:xfrm>
            <a:off x="8610600" y="6356350"/>
            <a:ext cx="2743200" cy="365125"/>
          </a:xfrm>
          <a:prstGeom prst="rect">
            <a:avLst/>
          </a:prstGeom>
        </p:spPr>
        <p:txBody>
          <a:bodyPr vert="horz" lIns="91440" tIns="45720" rIns="91440" bIns="45720" rtlCol="0" anchor="ctr">
            <a:normAutofit/>
          </a:bodyPr>
          <a:lstStyle>
            <a:lvl1pPr>
              <a:defRPr sz="1200"/>
            </a:lvl1pPr>
          </a:lstStyle>
          <a:p>
            <a:pPr fontAlgn="base"/>
            <a:fld id="{49AE70B2-8BF9-45C0-BB95-33D1B9D3A854}" type="slidenum">
              <a:rPr lang="zh-CN" altLang="en-US" strike="noStrike" noProof="1" smtClean="0">
                <a:latin typeface="Arial" panose="020B0604020202020204" pitchFamily="34" charset="0"/>
                <a:ea typeface="宋体" panose="02010600030101010101" pitchFamily="2" charset="-122"/>
                <a:cs typeface="+mn-cs"/>
              </a:rPr>
            </a:fld>
            <a:endParaRPr lang="zh-CN" altLang="en-US" strike="noStrike" noProof="1"/>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仅标题">
    <p:bg>
      <p:bgPr>
        <a:solidFill>
          <a:schemeClr val="bg1"/>
        </a:solidFill>
        <a:effectLst/>
      </p:bgPr>
    </p:bg>
    <p:spTree>
      <p:nvGrpSpPr>
        <p:cNvPr id="1" name=""/>
        <p:cNvGrpSpPr/>
        <p:nvPr/>
      </p:nvGrpSpPr>
      <p:grpSpPr>
        <a:xfrm>
          <a:off x="0" y="0"/>
          <a:ext cx="0" cy="0"/>
          <a:chOff x="0" y="0"/>
          <a:chExt cx="0" cy="0"/>
        </a:xfrm>
      </p:grpSpPr>
      <p:cxnSp>
        <p:nvCxnSpPr>
          <p:cNvPr id="6" name="直接连接符 5"/>
          <p:cNvCxnSpPr/>
          <p:nvPr>
            <p:custDataLst>
              <p:tags r:id="rId2"/>
            </p:custDataLst>
          </p:nvPr>
        </p:nvCxnSpPr>
        <p:spPr>
          <a:xfrm flipH="1">
            <a:off x="2495551" y="3048000"/>
            <a:ext cx="77470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7" name="直接连接符 6"/>
          <p:cNvCxnSpPr/>
          <p:nvPr>
            <p:custDataLst>
              <p:tags r:id="rId3"/>
            </p:custDataLst>
          </p:nvPr>
        </p:nvCxnSpPr>
        <p:spPr>
          <a:xfrm>
            <a:off x="2495551" y="3048000"/>
            <a:ext cx="0" cy="1217613"/>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直接连接符 7"/>
          <p:cNvCxnSpPr/>
          <p:nvPr>
            <p:custDataLst>
              <p:tags r:id="rId4"/>
            </p:custDataLst>
          </p:nvPr>
        </p:nvCxnSpPr>
        <p:spPr>
          <a:xfrm>
            <a:off x="2495551" y="4265613"/>
            <a:ext cx="7145867"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直接连接符 8"/>
          <p:cNvCxnSpPr/>
          <p:nvPr>
            <p:custDataLst>
              <p:tags r:id="rId5"/>
            </p:custDataLst>
          </p:nvPr>
        </p:nvCxnSpPr>
        <p:spPr>
          <a:xfrm flipH="1">
            <a:off x="8811684" y="3048000"/>
            <a:ext cx="8297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直接连接符 9"/>
          <p:cNvCxnSpPr/>
          <p:nvPr>
            <p:custDataLst>
              <p:tags r:id="rId6"/>
            </p:custDataLst>
          </p:nvPr>
        </p:nvCxnSpPr>
        <p:spPr>
          <a:xfrm>
            <a:off x="9641417" y="3048000"/>
            <a:ext cx="0" cy="1217613"/>
          </a:xfrm>
          <a:prstGeom prst="line">
            <a:avLst/>
          </a:prstGeom>
        </p:spPr>
        <p:style>
          <a:lnRef idx="1">
            <a:schemeClr val="accent1"/>
          </a:lnRef>
          <a:fillRef idx="0">
            <a:schemeClr val="accent1"/>
          </a:fillRef>
          <a:effectRef idx="0">
            <a:schemeClr val="accent1"/>
          </a:effectRef>
          <a:fontRef idx="minor">
            <a:schemeClr val="tx1"/>
          </a:fontRef>
        </p:style>
      </p:cxnSp>
      <p:sp>
        <p:nvSpPr>
          <p:cNvPr id="2" name="标题 1"/>
          <p:cNvSpPr>
            <a:spLocks noGrp="1"/>
          </p:cNvSpPr>
          <p:nvPr>
            <p:ph type="title" hasCustomPrompt="1"/>
          </p:nvPr>
        </p:nvSpPr>
        <p:spPr>
          <a:xfrm>
            <a:off x="3322871" y="2251982"/>
            <a:ext cx="5430147" cy="1325563"/>
          </a:xfrm>
        </p:spPr>
        <p:txBody>
          <a:bodyPr anchor="b" anchorCtr="0">
            <a:normAutofit/>
          </a:bodyPr>
          <a:lstStyle>
            <a:lvl1pPr algn="ctr">
              <a:defRPr sz="6600"/>
            </a:lvl1pPr>
          </a:lstStyle>
          <a:p>
            <a:pPr fontAlgn="auto"/>
            <a:r>
              <a:rPr lang="zh-CN" altLang="en-US" strike="noStrike" noProof="1" dirty="0"/>
              <a:t>编辑标题</a:t>
            </a:r>
            <a:endParaRPr lang="zh-CN" altLang="en-US" strike="noStrike" noProof="1" dirty="0"/>
          </a:p>
        </p:txBody>
      </p:sp>
      <p:sp>
        <p:nvSpPr>
          <p:cNvPr id="12" name="内容占位符 11"/>
          <p:cNvSpPr>
            <a:spLocks noGrp="1"/>
          </p:cNvSpPr>
          <p:nvPr>
            <p:ph sz="quarter" idx="13" hasCustomPrompt="1"/>
          </p:nvPr>
        </p:nvSpPr>
        <p:spPr>
          <a:xfrm>
            <a:off x="4043321" y="3642633"/>
            <a:ext cx="4105359" cy="535531"/>
          </a:xfrm>
        </p:spPr>
        <p:txBody>
          <a:bodyPr>
            <a:normAutofit/>
          </a:bodyPr>
          <a:lstStyle>
            <a:lvl1pPr marL="0" indent="0" algn="dist">
              <a:buNone/>
              <a:defRPr/>
            </a:lvl1pPr>
          </a:lstStyle>
          <a:p>
            <a:pPr lvl="0" fontAlgn="auto"/>
            <a:r>
              <a:rPr lang="zh-CN" altLang="en-US" strike="noStrike" noProof="1" dirty="0"/>
              <a:t>单击此处编辑文本</a:t>
            </a:r>
            <a:endParaRPr lang="zh-CN" altLang="en-US" strike="noStrike" noProof="1" dirty="0"/>
          </a:p>
        </p:txBody>
      </p:sp>
      <p:sp>
        <p:nvSpPr>
          <p:cNvPr id="3" name="日期占位符 2"/>
          <p:cNvSpPr>
            <a:spLocks noGrp="1"/>
          </p:cNvSpPr>
          <p:nvPr>
            <p:ph type="dt" sz="half" idx="10"/>
          </p:nvPr>
        </p:nvSpPr>
        <p:spPr>
          <a:xfrm>
            <a:off x="838200" y="6356350"/>
            <a:ext cx="2743200" cy="365125"/>
          </a:xfrm>
          <a:prstGeom prst="rect">
            <a:avLst/>
          </a:prstGeom>
        </p:spPr>
        <p:txBody>
          <a:bodyPr vert="horz" lIns="91440" tIns="45720" rIns="91440" bIns="45720" rtlCol="0" anchor="ctr">
            <a:normAutofit/>
          </a:bodyPr>
          <a:lstStyle>
            <a:lvl1pPr>
              <a:defRPr sz="1200"/>
            </a:lvl1pPr>
          </a:lstStyle>
          <a:p>
            <a:pPr fontAlgn="base"/>
            <a:fld id="{760FBDFE-C587-4B4C-A407-44438C67B59E}" type="datetimeFigureOut">
              <a:rPr lang="zh-CN" altLang="en-US" strike="noStrike" noProof="1" smtClean="0">
                <a:latin typeface="Arial" panose="020B0604020202020204" pitchFamily="34" charset="0"/>
                <a:ea typeface="宋体" panose="02010600030101010101" pitchFamily="2" charset="-122"/>
                <a:cs typeface="+mn-cs"/>
              </a:rPr>
            </a:fld>
            <a:endParaRPr lang="zh-CN" altLang="en-US" strike="noStrike" noProof="1"/>
          </a:p>
        </p:txBody>
      </p:sp>
      <p:sp>
        <p:nvSpPr>
          <p:cNvPr id="4" name="页脚占位符 3"/>
          <p:cNvSpPr>
            <a:spLocks noGrp="1"/>
          </p:cNvSpPr>
          <p:nvPr>
            <p:ph type="ftr" sz="quarter" idx="11"/>
          </p:nvPr>
        </p:nvSpPr>
        <p:spPr>
          <a:xfrm>
            <a:off x="4038600" y="6356350"/>
            <a:ext cx="4114800" cy="365125"/>
          </a:xfrm>
          <a:prstGeom prst="rect">
            <a:avLst/>
          </a:prstGeom>
        </p:spPr>
        <p:txBody>
          <a:bodyPr vert="horz" lIns="91440" tIns="45720" rIns="91440" bIns="45720" rtlCol="0" anchor="ctr">
            <a:normAutofit/>
          </a:bodyPr>
          <a:lstStyle>
            <a:lvl1pPr>
              <a:defRPr sz="1200"/>
            </a:lvl1pPr>
          </a:lstStyle>
          <a:p>
            <a:pPr fontAlgn="base"/>
            <a:endParaRPr lang="zh-CN" altLang="en-US" strike="noStrike" noProof="1"/>
          </a:p>
        </p:txBody>
      </p:sp>
      <p:sp>
        <p:nvSpPr>
          <p:cNvPr id="5" name="灯片编号占位符 4"/>
          <p:cNvSpPr>
            <a:spLocks noGrp="1"/>
          </p:cNvSpPr>
          <p:nvPr>
            <p:ph type="sldNum" sz="quarter" idx="12"/>
          </p:nvPr>
        </p:nvSpPr>
        <p:spPr>
          <a:xfrm>
            <a:off x="8610600" y="6356350"/>
            <a:ext cx="2743200" cy="365125"/>
          </a:xfrm>
          <a:prstGeom prst="rect">
            <a:avLst/>
          </a:prstGeom>
        </p:spPr>
        <p:txBody>
          <a:bodyPr vert="horz" lIns="91440" tIns="45720" rIns="91440" bIns="45720" rtlCol="0" anchor="ctr">
            <a:normAutofit/>
          </a:bodyPr>
          <a:lstStyle>
            <a:lvl1pPr>
              <a:defRPr sz="1200"/>
            </a:lvl1pPr>
          </a:lstStyle>
          <a:p>
            <a:pPr fontAlgn="base"/>
            <a:fld id="{49AE70B2-8BF9-45C0-BB95-33D1B9D3A854}" type="slidenum">
              <a:rPr lang="zh-CN" altLang="en-US" strike="noStrike" noProof="1" smtClean="0">
                <a:latin typeface="Arial" panose="020B0604020202020204" pitchFamily="34" charset="0"/>
                <a:ea typeface="宋体" panose="02010600030101010101" pitchFamily="2" charset="-122"/>
                <a:cs typeface="+mn-cs"/>
              </a:rPr>
            </a:fld>
            <a:endParaRPr lang="zh-CN" altLang="en-US" strike="noStrike" noProof="1"/>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bg>
      <p:bgPr>
        <a:solidFill>
          <a:schemeClr val="bg1"/>
        </a:solidFill>
        <a:effectLst/>
      </p:bgPr>
    </p:bg>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838200" y="6356350"/>
            <a:ext cx="2743200" cy="365125"/>
          </a:xfrm>
          <a:prstGeom prst="rect">
            <a:avLst/>
          </a:prstGeom>
        </p:spPr>
        <p:txBody>
          <a:bodyPr vert="horz" lIns="91440" tIns="45720" rIns="91440" bIns="45720" rtlCol="0" anchor="ctr">
            <a:normAutofit/>
          </a:bodyPr>
          <a:lstStyle>
            <a:lvl1pPr>
              <a:defRPr sz="1200"/>
            </a:lvl1pPr>
          </a:lstStyle>
          <a:p>
            <a:pPr fontAlgn="base"/>
            <a:fld id="{760FBDFE-C587-4B4C-A407-44438C67B59E}" type="datetimeFigureOut">
              <a:rPr lang="zh-CN" altLang="en-US" strike="noStrike" noProof="1" smtClean="0">
                <a:latin typeface="Arial" panose="020B0604020202020204" pitchFamily="34" charset="0"/>
                <a:ea typeface="宋体" panose="02010600030101010101" pitchFamily="2" charset="-122"/>
                <a:cs typeface="+mn-cs"/>
              </a:rPr>
            </a:fld>
            <a:endParaRPr lang="zh-CN" altLang="en-US" strike="noStrike" noProof="1"/>
          </a:p>
        </p:txBody>
      </p:sp>
      <p:sp>
        <p:nvSpPr>
          <p:cNvPr id="3" name="页脚占位符 2"/>
          <p:cNvSpPr>
            <a:spLocks noGrp="1"/>
          </p:cNvSpPr>
          <p:nvPr>
            <p:ph type="ftr" sz="quarter" idx="11"/>
          </p:nvPr>
        </p:nvSpPr>
        <p:spPr>
          <a:xfrm>
            <a:off x="4038600" y="6356350"/>
            <a:ext cx="4114800" cy="365125"/>
          </a:xfrm>
          <a:prstGeom prst="rect">
            <a:avLst/>
          </a:prstGeom>
        </p:spPr>
        <p:txBody>
          <a:bodyPr vert="horz" lIns="91440" tIns="45720" rIns="91440" bIns="45720" rtlCol="0" anchor="ctr">
            <a:normAutofit/>
          </a:bodyPr>
          <a:lstStyle>
            <a:lvl1pPr>
              <a:defRPr sz="1200"/>
            </a:lvl1pPr>
          </a:lstStyle>
          <a:p>
            <a:pPr fontAlgn="base"/>
            <a:endParaRPr lang="zh-CN" altLang="en-US" strike="noStrike" noProof="1"/>
          </a:p>
        </p:txBody>
      </p:sp>
      <p:sp>
        <p:nvSpPr>
          <p:cNvPr id="4" name="灯片编号占位符 3"/>
          <p:cNvSpPr>
            <a:spLocks noGrp="1"/>
          </p:cNvSpPr>
          <p:nvPr>
            <p:ph type="sldNum" sz="quarter" idx="12"/>
          </p:nvPr>
        </p:nvSpPr>
        <p:spPr>
          <a:xfrm>
            <a:off x="8610600" y="6356350"/>
            <a:ext cx="2743200" cy="365125"/>
          </a:xfrm>
          <a:prstGeom prst="rect">
            <a:avLst/>
          </a:prstGeom>
        </p:spPr>
        <p:txBody>
          <a:bodyPr vert="horz" lIns="91440" tIns="45720" rIns="91440" bIns="45720" rtlCol="0" anchor="ctr">
            <a:normAutofit/>
          </a:bodyPr>
          <a:lstStyle>
            <a:lvl1pPr>
              <a:defRPr sz="1200"/>
            </a:lvl1pPr>
          </a:lstStyle>
          <a:p>
            <a:pPr fontAlgn="base"/>
            <a:fld id="{49AE70B2-8BF9-45C0-BB95-33D1B9D3A854}" type="slidenum">
              <a:rPr lang="zh-CN" altLang="en-US" strike="noStrike" noProof="1" smtClean="0">
                <a:latin typeface="Arial" panose="020B0604020202020204" pitchFamily="34" charset="0"/>
                <a:ea typeface="宋体" panose="02010600030101010101" pitchFamily="2" charset="-122"/>
                <a:cs typeface="+mn-cs"/>
              </a:rPr>
            </a:fld>
            <a:endParaRPr lang="zh-CN" altLang="en-US" strike="noStrike" noProof="1"/>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图片与标题">
    <p:bg>
      <p:bgPr>
        <a:solidFill>
          <a:schemeClr val="bg1"/>
        </a:solidFill>
        <a:effectLst/>
      </p:bgPr>
    </p:bg>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839788" y="711200"/>
            <a:ext cx="4262400" cy="1600200"/>
          </a:xfrm>
        </p:spPr>
        <p:txBody>
          <a:bodyPr anchor="t" anchorCtr="0">
            <a:normAutofit/>
          </a:bodyPr>
          <a:lstStyle>
            <a:lvl1pPr>
              <a:defRPr sz="3200"/>
            </a:lvl1pPr>
          </a:lstStyle>
          <a:p>
            <a:pPr fontAlgn="auto"/>
            <a:r>
              <a:rPr lang="zh-CN" altLang="en-US" strike="noStrike" noProof="1"/>
              <a:t>单击此处编辑标题</a:t>
            </a:r>
            <a:endParaRPr lang="zh-CN" altLang="en-US" strike="noStrike" noProof="1" dirty="0"/>
          </a:p>
        </p:txBody>
      </p:sp>
      <p:sp>
        <p:nvSpPr>
          <p:cNvPr id="3" name="图片占位符 2"/>
          <p:cNvSpPr>
            <a:spLocks noGrp="1" noChangeAspect="1"/>
          </p:cNvSpPr>
          <p:nvPr>
            <p:ph type="pic" idx="1" hasCustomPrompt="1"/>
          </p:nvPr>
        </p:nvSpPr>
        <p:spPr>
          <a:xfrm>
            <a:off x="5352521" y="733425"/>
            <a:ext cx="6170400" cy="54036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pPr fontAlgn="auto"/>
            <a:r>
              <a:rPr lang="zh-CN" altLang="en-US" strike="noStrike" noProof="1"/>
              <a:t>图片</a:t>
            </a:r>
            <a:endParaRPr lang="zh-CN" altLang="en-US" strike="noStrike" noProof="1" dirty="0"/>
          </a:p>
        </p:txBody>
      </p:sp>
      <p:sp>
        <p:nvSpPr>
          <p:cNvPr id="4" name="文本占位符 3"/>
          <p:cNvSpPr>
            <a:spLocks noGrp="1"/>
          </p:cNvSpPr>
          <p:nvPr>
            <p:ph type="body" sz="half" idx="2"/>
          </p:nvPr>
        </p:nvSpPr>
        <p:spPr>
          <a:xfrm>
            <a:off x="839788" y="2311400"/>
            <a:ext cx="4262400" cy="3811588"/>
          </a:xfrm>
        </p:spPr>
        <p:txBody>
          <a:bodyPr>
            <a:normAutofit/>
          </a:bodyPr>
          <a:lstStyle>
            <a:lvl1pPr marL="0" indent="0">
              <a:buNone/>
              <a:defRPr sz="20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fontAlgn="auto"/>
            <a:r>
              <a:rPr lang="zh-CN" altLang="en-US" strike="noStrike" noProof="1" dirty="0"/>
              <a:t>单击此处编辑母版文本样式</a:t>
            </a:r>
            <a:endParaRPr lang="zh-CN" altLang="en-US" strike="noStrike" noProof="1" dirty="0"/>
          </a:p>
        </p:txBody>
      </p:sp>
      <p:sp>
        <p:nvSpPr>
          <p:cNvPr id="5" name="日期占位符 4"/>
          <p:cNvSpPr>
            <a:spLocks noGrp="1"/>
          </p:cNvSpPr>
          <p:nvPr>
            <p:ph type="dt" sz="half" idx="10"/>
          </p:nvPr>
        </p:nvSpPr>
        <p:spPr>
          <a:xfrm>
            <a:off x="838200" y="6356350"/>
            <a:ext cx="2743200" cy="365125"/>
          </a:xfrm>
          <a:prstGeom prst="rect">
            <a:avLst/>
          </a:prstGeom>
        </p:spPr>
        <p:txBody>
          <a:bodyPr vert="horz" lIns="91440" tIns="45720" rIns="91440" bIns="45720" rtlCol="0" anchor="ctr">
            <a:normAutofit/>
          </a:bodyPr>
          <a:lstStyle>
            <a:lvl1pPr>
              <a:defRPr sz="1200"/>
            </a:lvl1pPr>
          </a:lstStyle>
          <a:p>
            <a:pPr fontAlgn="base"/>
            <a:fld id="{9EFD9D74-47D9-4702-A33C-335B63B48DBF}" type="datetimeFigureOut">
              <a:rPr lang="zh-CN" altLang="en-US" strike="noStrike" noProof="1" smtClean="0">
                <a:latin typeface="Arial" panose="020B0604020202020204" pitchFamily="34" charset="0"/>
                <a:ea typeface="宋体" panose="02010600030101010101" pitchFamily="2" charset="-122"/>
                <a:cs typeface="+mn-cs"/>
              </a:rPr>
            </a:fld>
            <a:endParaRPr lang="zh-CN" altLang="en-US" strike="noStrike" noProof="1" dirty="0"/>
          </a:p>
        </p:txBody>
      </p:sp>
      <p:sp>
        <p:nvSpPr>
          <p:cNvPr id="6" name="页脚占位符 5"/>
          <p:cNvSpPr>
            <a:spLocks noGrp="1"/>
          </p:cNvSpPr>
          <p:nvPr>
            <p:ph type="ftr" sz="quarter" idx="11"/>
          </p:nvPr>
        </p:nvSpPr>
        <p:spPr>
          <a:xfrm>
            <a:off x="4038600" y="6356350"/>
            <a:ext cx="4114800" cy="365125"/>
          </a:xfrm>
          <a:prstGeom prst="rect">
            <a:avLst/>
          </a:prstGeom>
        </p:spPr>
        <p:txBody>
          <a:bodyPr vert="horz" lIns="91440" tIns="45720" rIns="91440" bIns="45720" rtlCol="0" anchor="ctr">
            <a:normAutofit/>
          </a:bodyPr>
          <a:lstStyle>
            <a:lvl1pPr>
              <a:defRPr sz="1200"/>
            </a:lvl1pPr>
          </a:lstStyle>
          <a:p>
            <a:pPr fontAlgn="base"/>
            <a:endParaRPr lang="zh-CN" altLang="en-US" strike="noStrike" noProof="1" dirty="0"/>
          </a:p>
        </p:txBody>
      </p:sp>
      <p:sp>
        <p:nvSpPr>
          <p:cNvPr id="7" name="灯片编号占位符 6"/>
          <p:cNvSpPr>
            <a:spLocks noGrp="1"/>
          </p:cNvSpPr>
          <p:nvPr>
            <p:ph type="sldNum" sz="quarter" idx="12"/>
          </p:nvPr>
        </p:nvSpPr>
        <p:spPr>
          <a:xfrm>
            <a:off x="8610600" y="6356350"/>
            <a:ext cx="2743200" cy="365125"/>
          </a:xfrm>
          <a:prstGeom prst="rect">
            <a:avLst/>
          </a:prstGeom>
        </p:spPr>
        <p:txBody>
          <a:bodyPr vert="horz" lIns="91440" tIns="45720" rIns="91440" bIns="45720" rtlCol="0" anchor="ctr">
            <a:normAutofit/>
          </a:bodyPr>
          <a:lstStyle>
            <a:lvl1pPr>
              <a:defRPr sz="1200"/>
            </a:lvl1pPr>
          </a:lstStyle>
          <a:p>
            <a:pPr fontAlgn="base"/>
            <a:fld id="{FABC47A4-756D-490B-A52F-7D9E2C9FC05F}" type="slidenum">
              <a:rPr lang="zh-CN" altLang="en-US" strike="noStrike" noProof="1" smtClean="0">
                <a:latin typeface="Arial" panose="020B0604020202020204" pitchFamily="34" charset="0"/>
                <a:ea typeface="宋体" panose="02010600030101010101" pitchFamily="2" charset="-122"/>
                <a:cs typeface="+mn-cs"/>
              </a:rPr>
            </a:fld>
            <a:endParaRPr lang="zh-CN" altLang="en-US" strike="noStrike" noProof="1"/>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竖排标题与文本">
    <p:bg>
      <p:bgPr>
        <a:solidFill>
          <a:schemeClr val="bg1"/>
        </a:solidFill>
        <a:effectLst/>
      </p:bgPr>
    </p:bg>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9824484" y="365125"/>
            <a:ext cx="1529316" cy="5811838"/>
          </a:xfrm>
        </p:spPr>
        <p:txBody>
          <a:bodyPr vert="eaVert">
            <a:normAutofit/>
          </a:bodyPr>
          <a:lstStyle>
            <a:lvl1pPr>
              <a:defRPr sz="2700"/>
            </a:lvl1pPr>
          </a:lstStyle>
          <a:p>
            <a:pPr fontAlgn="auto"/>
            <a:r>
              <a:rPr lang="zh-CN" altLang="en-US" strike="noStrike" noProof="1"/>
              <a:t>单击此处编辑母版标题样式</a:t>
            </a:r>
            <a:endParaRPr lang="zh-CN" altLang="en-US" strike="noStrike" noProof="1"/>
          </a:p>
        </p:txBody>
      </p:sp>
      <p:sp>
        <p:nvSpPr>
          <p:cNvPr id="3" name="竖排文字占位符 2"/>
          <p:cNvSpPr>
            <a:spLocks noGrp="1"/>
          </p:cNvSpPr>
          <p:nvPr>
            <p:ph type="body" orient="vert" idx="1"/>
          </p:nvPr>
        </p:nvSpPr>
        <p:spPr>
          <a:xfrm>
            <a:off x="838200" y="365125"/>
            <a:ext cx="8879959" cy="5811838"/>
          </a:xfrm>
        </p:spPr>
        <p:txBody>
          <a:bodyPr vert="eaVert">
            <a:normAutofit/>
          </a:bodyPr>
          <a:lstStyle>
            <a:lvl1pPr>
              <a:defRPr sz="2400"/>
            </a:lvl1pPr>
            <a:lvl2pPr>
              <a:defRPr sz="2000"/>
            </a:lvl2pPr>
            <a:lvl3pPr>
              <a:defRPr sz="1800"/>
            </a:lvl3pPr>
            <a:lvl4pPr>
              <a:defRPr sz="1800"/>
            </a:lvl4pPr>
            <a:lvl5pPr>
              <a:defRPr sz="1800"/>
            </a:lvl5pPr>
          </a:lstStyle>
          <a:p>
            <a:pPr lvl="0" fontAlgn="auto"/>
            <a:r>
              <a:rPr lang="zh-CN" altLang="en-US" strike="noStrike" noProof="1" dirty="0"/>
              <a:t>单击此处编辑母版文本样式</a:t>
            </a:r>
            <a:endParaRPr lang="zh-CN" altLang="en-US" strike="noStrike" noProof="1" dirty="0"/>
          </a:p>
          <a:p>
            <a:pPr lvl="1" fontAlgn="auto"/>
            <a:r>
              <a:rPr lang="zh-CN" altLang="en-US" strike="noStrike" noProof="1" dirty="0"/>
              <a:t>第二级</a:t>
            </a:r>
            <a:endParaRPr lang="zh-CN" altLang="en-US" strike="noStrike" noProof="1" dirty="0"/>
          </a:p>
          <a:p>
            <a:pPr lvl="2" fontAlgn="auto"/>
            <a:r>
              <a:rPr lang="zh-CN" altLang="en-US" strike="noStrike" noProof="1" dirty="0"/>
              <a:t>第三级</a:t>
            </a:r>
            <a:endParaRPr lang="zh-CN" altLang="en-US" strike="noStrike" noProof="1" dirty="0"/>
          </a:p>
          <a:p>
            <a:pPr lvl="3" fontAlgn="auto"/>
            <a:r>
              <a:rPr lang="zh-CN" altLang="en-US" strike="noStrike" noProof="1" dirty="0"/>
              <a:t>第四级</a:t>
            </a:r>
            <a:endParaRPr lang="zh-CN" altLang="en-US" strike="noStrike" noProof="1" dirty="0"/>
          </a:p>
          <a:p>
            <a:pPr lvl="4" fontAlgn="auto"/>
            <a:r>
              <a:rPr lang="zh-CN" altLang="en-US" strike="noStrike" noProof="1" dirty="0"/>
              <a:t>第五级</a:t>
            </a:r>
            <a:endParaRPr lang="zh-CN" altLang="en-US" strike="noStrike" noProof="1" dirty="0"/>
          </a:p>
        </p:txBody>
      </p:sp>
      <p:sp>
        <p:nvSpPr>
          <p:cNvPr id="4" name="日期占位符 3"/>
          <p:cNvSpPr>
            <a:spLocks noGrp="1"/>
          </p:cNvSpPr>
          <p:nvPr>
            <p:ph type="dt" sz="half" idx="10"/>
          </p:nvPr>
        </p:nvSpPr>
        <p:spPr>
          <a:xfrm>
            <a:off x="838200" y="6356350"/>
            <a:ext cx="2743200" cy="365125"/>
          </a:xfrm>
          <a:prstGeom prst="rect">
            <a:avLst/>
          </a:prstGeom>
        </p:spPr>
        <p:txBody>
          <a:bodyPr vert="horz" lIns="91440" tIns="45720" rIns="91440" bIns="45720" rtlCol="0" anchor="ctr">
            <a:normAutofit/>
          </a:bodyPr>
          <a:lstStyle>
            <a:lvl1pPr>
              <a:defRPr sz="1200"/>
            </a:lvl1pPr>
          </a:lstStyle>
          <a:p>
            <a:pPr fontAlgn="base"/>
            <a:fld id="{760FBDFE-C587-4B4C-A407-44438C67B59E}" type="datetimeFigureOut">
              <a:rPr lang="zh-CN" altLang="en-US" strike="noStrike" noProof="1" smtClean="0">
                <a:latin typeface="Arial" panose="020B0604020202020204" pitchFamily="34" charset="0"/>
                <a:ea typeface="宋体" panose="02010600030101010101" pitchFamily="2" charset="-122"/>
                <a:cs typeface="+mn-cs"/>
              </a:rPr>
            </a:fld>
            <a:endParaRPr lang="zh-CN" altLang="en-US" strike="noStrike" noProof="1"/>
          </a:p>
        </p:txBody>
      </p:sp>
      <p:sp>
        <p:nvSpPr>
          <p:cNvPr id="5" name="页脚占位符 4"/>
          <p:cNvSpPr>
            <a:spLocks noGrp="1"/>
          </p:cNvSpPr>
          <p:nvPr>
            <p:ph type="ftr" sz="quarter" idx="11"/>
          </p:nvPr>
        </p:nvSpPr>
        <p:spPr>
          <a:xfrm>
            <a:off x="4038600" y="6356350"/>
            <a:ext cx="4114800" cy="365125"/>
          </a:xfrm>
          <a:prstGeom prst="rect">
            <a:avLst/>
          </a:prstGeom>
        </p:spPr>
        <p:txBody>
          <a:bodyPr vert="horz" lIns="91440" tIns="45720" rIns="91440" bIns="45720" rtlCol="0" anchor="ctr">
            <a:normAutofit/>
          </a:bodyPr>
          <a:lstStyle>
            <a:lvl1pPr>
              <a:defRPr sz="1200"/>
            </a:lvl1pPr>
          </a:lstStyle>
          <a:p>
            <a:pPr fontAlgn="base"/>
            <a:endParaRPr lang="zh-CN" altLang="en-US" strike="noStrike" noProof="1"/>
          </a:p>
        </p:txBody>
      </p:sp>
      <p:sp>
        <p:nvSpPr>
          <p:cNvPr id="6" name="灯片编号占位符 5"/>
          <p:cNvSpPr>
            <a:spLocks noGrp="1"/>
          </p:cNvSpPr>
          <p:nvPr>
            <p:ph type="sldNum" sz="quarter" idx="12"/>
          </p:nvPr>
        </p:nvSpPr>
        <p:spPr>
          <a:xfrm>
            <a:off x="8610600" y="6356350"/>
            <a:ext cx="2743200" cy="365125"/>
          </a:xfrm>
          <a:prstGeom prst="rect">
            <a:avLst/>
          </a:prstGeom>
        </p:spPr>
        <p:txBody>
          <a:bodyPr vert="horz" lIns="91440" tIns="45720" rIns="91440" bIns="45720" rtlCol="0" anchor="ctr">
            <a:normAutofit/>
          </a:bodyPr>
          <a:lstStyle>
            <a:lvl1pPr>
              <a:defRPr sz="1200"/>
            </a:lvl1pPr>
          </a:lstStyle>
          <a:p>
            <a:pPr fontAlgn="base"/>
            <a:fld id="{49AE70B2-8BF9-45C0-BB95-33D1B9D3A854}" type="slidenum">
              <a:rPr lang="zh-CN" altLang="en-US" strike="noStrike" noProof="1" smtClean="0">
                <a:latin typeface="Arial" panose="020B0604020202020204" pitchFamily="34" charset="0"/>
                <a:ea typeface="宋体" panose="02010600030101010101" pitchFamily="2" charset="-122"/>
                <a:cs typeface="+mn-cs"/>
              </a:rPr>
            </a:fld>
            <a:endParaRPr lang="zh-CN" altLang="en-US" strike="noStrike" noProof="1"/>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内容">
    <p:bg>
      <p:bgPr>
        <a:solidFill>
          <a:schemeClr val="bg1"/>
        </a:solidFill>
        <a:effectLst/>
      </p:bgPr>
    </p:bg>
    <p:spTree>
      <p:nvGrpSpPr>
        <p:cNvPr id="1" name=""/>
        <p:cNvGrpSpPr/>
        <p:nvPr/>
      </p:nvGrpSpPr>
      <p:grpSpPr>
        <a:xfrm>
          <a:off x="0" y="0"/>
          <a:ext cx="0" cy="0"/>
          <a:chOff x="0" y="0"/>
          <a:chExt cx="0" cy="0"/>
        </a:xfrm>
      </p:grpSpPr>
      <p:sp>
        <p:nvSpPr>
          <p:cNvPr id="7" name="内容占位符 6"/>
          <p:cNvSpPr>
            <a:spLocks noGrp="1"/>
          </p:cNvSpPr>
          <p:nvPr>
            <p:ph sz="quarter" idx="13"/>
          </p:nvPr>
        </p:nvSpPr>
        <p:spPr>
          <a:xfrm>
            <a:off x="838200" y="551544"/>
            <a:ext cx="10515600" cy="5558971"/>
          </a:xfrm>
        </p:spPr>
        <p:txBody>
          <a:bodyPr>
            <a:normAutofit/>
          </a:bodyPr>
          <a:lstStyle>
            <a:lvl1pPr>
              <a:defRPr sz="2400"/>
            </a:lvl1pPr>
            <a:lvl2pPr>
              <a:defRPr sz="2000"/>
            </a:lvl2pPr>
            <a:lvl3pPr>
              <a:defRPr sz="1800"/>
            </a:lvl3pPr>
            <a:lvl4pPr>
              <a:defRPr sz="1800"/>
            </a:lvl4pPr>
            <a:lvl5pPr>
              <a:defRPr sz="1800"/>
            </a:lvl5pPr>
          </a:lstStyle>
          <a:p>
            <a:pPr lvl="0" fontAlgn="auto"/>
            <a:r>
              <a:rPr lang="zh-CN" altLang="en-US" strike="noStrike" noProof="1" dirty="0"/>
              <a:t>单击此处编辑母版文本样式</a:t>
            </a:r>
            <a:endParaRPr lang="zh-CN" altLang="en-US" strike="noStrike" noProof="1" dirty="0"/>
          </a:p>
          <a:p>
            <a:pPr lvl="1" fontAlgn="auto"/>
            <a:r>
              <a:rPr lang="zh-CN" altLang="en-US" strike="noStrike" noProof="1" dirty="0"/>
              <a:t>第二级</a:t>
            </a:r>
            <a:endParaRPr lang="zh-CN" altLang="en-US" strike="noStrike" noProof="1" dirty="0"/>
          </a:p>
          <a:p>
            <a:pPr lvl="2" fontAlgn="auto"/>
            <a:r>
              <a:rPr lang="zh-CN" altLang="en-US" strike="noStrike" noProof="1" dirty="0"/>
              <a:t>第三级</a:t>
            </a:r>
            <a:endParaRPr lang="zh-CN" altLang="en-US" strike="noStrike" noProof="1" dirty="0"/>
          </a:p>
          <a:p>
            <a:pPr lvl="3" fontAlgn="auto"/>
            <a:r>
              <a:rPr lang="zh-CN" altLang="en-US" strike="noStrike" noProof="1" dirty="0"/>
              <a:t>第四级</a:t>
            </a:r>
            <a:endParaRPr lang="zh-CN" altLang="en-US" strike="noStrike" noProof="1" dirty="0"/>
          </a:p>
          <a:p>
            <a:pPr lvl="4" fontAlgn="auto"/>
            <a:r>
              <a:rPr lang="zh-CN" altLang="en-US" strike="noStrike" noProof="1" dirty="0"/>
              <a:t>第五级</a:t>
            </a:r>
            <a:endParaRPr lang="zh-CN" altLang="en-US" strike="noStrike" noProof="1" dirty="0"/>
          </a:p>
        </p:txBody>
      </p:sp>
      <p:sp>
        <p:nvSpPr>
          <p:cNvPr id="3" name="日期占位符 2"/>
          <p:cNvSpPr>
            <a:spLocks noGrp="1"/>
          </p:cNvSpPr>
          <p:nvPr>
            <p:ph type="dt" sz="half" idx="10"/>
          </p:nvPr>
        </p:nvSpPr>
        <p:spPr>
          <a:xfrm>
            <a:off x="838200" y="6356350"/>
            <a:ext cx="2743200" cy="365125"/>
          </a:xfrm>
          <a:prstGeom prst="rect">
            <a:avLst/>
          </a:prstGeom>
        </p:spPr>
        <p:txBody>
          <a:bodyPr vert="horz" lIns="91440" tIns="45720" rIns="91440" bIns="45720" rtlCol="0" anchor="ctr">
            <a:normAutofit/>
          </a:bodyPr>
          <a:lstStyle>
            <a:lvl1pPr>
              <a:defRPr sz="1200"/>
            </a:lvl1pPr>
          </a:lstStyle>
          <a:p>
            <a:pPr fontAlgn="base"/>
            <a:fld id="{760FBDFE-C587-4B4C-A407-44438C67B59E}" type="datetimeFigureOut">
              <a:rPr lang="zh-CN" altLang="en-US" strike="noStrike" noProof="1" smtClean="0">
                <a:latin typeface="Arial" panose="020B0604020202020204" pitchFamily="34" charset="0"/>
                <a:ea typeface="宋体" panose="02010600030101010101" pitchFamily="2" charset="-122"/>
                <a:cs typeface="+mn-cs"/>
              </a:rPr>
            </a:fld>
            <a:endParaRPr lang="zh-CN" altLang="en-US" strike="noStrike" noProof="1"/>
          </a:p>
        </p:txBody>
      </p:sp>
      <p:sp>
        <p:nvSpPr>
          <p:cNvPr id="4" name="页脚占位符 3"/>
          <p:cNvSpPr>
            <a:spLocks noGrp="1"/>
          </p:cNvSpPr>
          <p:nvPr>
            <p:ph type="ftr" sz="quarter" idx="11"/>
          </p:nvPr>
        </p:nvSpPr>
        <p:spPr>
          <a:xfrm>
            <a:off x="4038600" y="6356350"/>
            <a:ext cx="4114800" cy="365125"/>
          </a:xfrm>
          <a:prstGeom prst="rect">
            <a:avLst/>
          </a:prstGeom>
        </p:spPr>
        <p:txBody>
          <a:bodyPr vert="horz" lIns="91440" tIns="45720" rIns="91440" bIns="45720" rtlCol="0" anchor="ctr">
            <a:normAutofit/>
          </a:bodyPr>
          <a:lstStyle>
            <a:lvl1pPr>
              <a:defRPr sz="1200"/>
            </a:lvl1pPr>
          </a:lstStyle>
          <a:p>
            <a:pPr fontAlgn="base"/>
            <a:endParaRPr lang="zh-CN" altLang="en-US" strike="noStrike" noProof="1"/>
          </a:p>
        </p:txBody>
      </p:sp>
      <p:sp>
        <p:nvSpPr>
          <p:cNvPr id="5" name="灯片编号占位符 4"/>
          <p:cNvSpPr>
            <a:spLocks noGrp="1"/>
          </p:cNvSpPr>
          <p:nvPr>
            <p:ph type="sldNum" sz="quarter" idx="12"/>
          </p:nvPr>
        </p:nvSpPr>
        <p:spPr>
          <a:xfrm>
            <a:off x="8610600" y="6356350"/>
            <a:ext cx="2743200" cy="365125"/>
          </a:xfrm>
          <a:prstGeom prst="rect">
            <a:avLst/>
          </a:prstGeom>
        </p:spPr>
        <p:txBody>
          <a:bodyPr vert="horz" lIns="91440" tIns="45720" rIns="91440" bIns="45720" rtlCol="0" anchor="ctr">
            <a:normAutofit/>
          </a:bodyPr>
          <a:lstStyle>
            <a:lvl1pPr>
              <a:defRPr sz="1200"/>
            </a:lvl1pPr>
          </a:lstStyle>
          <a:p>
            <a:pPr fontAlgn="base"/>
            <a:fld id="{49AE70B2-8BF9-45C0-BB95-33D1B9D3A854}" type="slidenum">
              <a:rPr lang="zh-CN" altLang="en-US" strike="noStrike" noProof="1" smtClean="0">
                <a:latin typeface="Arial" panose="020B0604020202020204" pitchFamily="34" charset="0"/>
                <a:ea typeface="宋体" panose="02010600030101010101" pitchFamily="2" charset="-122"/>
                <a:cs typeface="+mn-cs"/>
              </a:rPr>
            </a:fld>
            <a:endParaRPr lang="zh-CN" altLang="en-US" strike="noStrike" noProof="1"/>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cxnSp>
        <p:nvCxnSpPr>
          <p:cNvPr id="7" name="直接连接符 6"/>
          <p:cNvCxnSpPr/>
          <p:nvPr>
            <p:custDataLst>
              <p:tags r:id="rId2"/>
            </p:custDataLst>
          </p:nvPr>
        </p:nvCxnSpPr>
        <p:spPr>
          <a:xfrm flipH="1">
            <a:off x="1631585" y="2307814"/>
            <a:ext cx="2851669"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直接连接符 7"/>
          <p:cNvCxnSpPr/>
          <p:nvPr>
            <p:custDataLst>
              <p:tags r:id="rId3"/>
            </p:custDataLst>
          </p:nvPr>
        </p:nvCxnSpPr>
        <p:spPr>
          <a:xfrm>
            <a:off x="1631585" y="2307814"/>
            <a:ext cx="0" cy="2182906"/>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直接连接符 8"/>
          <p:cNvCxnSpPr/>
          <p:nvPr>
            <p:custDataLst>
              <p:tags r:id="rId4"/>
            </p:custDataLst>
          </p:nvPr>
        </p:nvCxnSpPr>
        <p:spPr>
          <a:xfrm>
            <a:off x="1618039" y="4500880"/>
            <a:ext cx="8961216"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直接连接符 9"/>
          <p:cNvCxnSpPr/>
          <p:nvPr>
            <p:custDataLst>
              <p:tags r:id="rId5"/>
            </p:custDataLst>
          </p:nvPr>
        </p:nvCxnSpPr>
        <p:spPr>
          <a:xfrm flipH="1">
            <a:off x="7727585" y="2307814"/>
            <a:ext cx="2851669"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直接连接符 10"/>
          <p:cNvCxnSpPr/>
          <p:nvPr>
            <p:custDataLst>
              <p:tags r:id="rId6"/>
            </p:custDataLst>
          </p:nvPr>
        </p:nvCxnSpPr>
        <p:spPr>
          <a:xfrm>
            <a:off x="10572385" y="2317974"/>
            <a:ext cx="0" cy="2182906"/>
          </a:xfrm>
          <a:prstGeom prst="line">
            <a:avLst/>
          </a:prstGeom>
        </p:spPr>
        <p:style>
          <a:lnRef idx="1">
            <a:schemeClr val="accent1"/>
          </a:lnRef>
          <a:fillRef idx="0">
            <a:schemeClr val="accent1"/>
          </a:fillRef>
          <a:effectRef idx="0">
            <a:schemeClr val="accent1"/>
          </a:effectRef>
          <a:fontRef idx="minor">
            <a:schemeClr val="tx1"/>
          </a:fontRef>
        </p:style>
      </p:cxnSp>
      <p:sp>
        <p:nvSpPr>
          <p:cNvPr id="2" name="标题 1"/>
          <p:cNvSpPr>
            <a:spLocks noGrp="1"/>
          </p:cNvSpPr>
          <p:nvPr>
            <p:ph type="ctrTitle" hasCustomPrompt="1"/>
          </p:nvPr>
        </p:nvSpPr>
        <p:spPr>
          <a:xfrm>
            <a:off x="2268279" y="2683891"/>
            <a:ext cx="7655443" cy="1089529"/>
          </a:xfrm>
        </p:spPr>
        <p:txBody>
          <a:bodyPr wrap="square" anchor="b">
            <a:normAutofit/>
          </a:bodyPr>
          <a:lstStyle>
            <a:lvl1pPr algn="ctr">
              <a:defRPr sz="5400"/>
            </a:lvl1pPr>
          </a:lstStyle>
          <a:p>
            <a:r>
              <a:rPr lang="zh-CN" altLang="en-US" dirty="0"/>
              <a:t>单击此处编辑标题</a:t>
            </a:r>
            <a:endParaRPr lang="zh-CN" altLang="en-US" dirty="0"/>
          </a:p>
        </p:txBody>
      </p:sp>
      <p:sp>
        <p:nvSpPr>
          <p:cNvPr id="3" name="副标题 2"/>
          <p:cNvSpPr>
            <a:spLocks noGrp="1"/>
          </p:cNvSpPr>
          <p:nvPr>
            <p:ph type="subTitle" idx="1"/>
          </p:nvPr>
        </p:nvSpPr>
        <p:spPr>
          <a:xfrm>
            <a:off x="2268279" y="3814695"/>
            <a:ext cx="7655443" cy="424732"/>
          </a:xfrm>
        </p:spPr>
        <p:txBody>
          <a:bodyPr wrap="square">
            <a:normAutofit/>
          </a:bodyPr>
          <a:lstStyle>
            <a:lvl1pPr marL="0" indent="0" algn="dist">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zh-CN" altLang="en-US" dirty="0"/>
              <a:t>单击此处编辑母版副标题样式</a:t>
            </a:r>
            <a:endParaRPr lang="zh-CN" altLang="en-US" dirty="0"/>
          </a:p>
        </p:txBody>
      </p:sp>
      <p:sp>
        <p:nvSpPr>
          <p:cNvPr id="4" name="日期占位符 3"/>
          <p:cNvSpPr>
            <a:spLocks noGrp="1"/>
          </p:cNvSpPr>
          <p:nvPr>
            <p:ph type="dt" sz="half" idx="10"/>
          </p:nvPr>
        </p:nvSpPr>
        <p:spPr/>
        <p:txBody>
          <a:bodyPr>
            <a:normAutofit/>
          </a:bodyPr>
          <a:lstStyle>
            <a:lvl1pPr>
              <a:defRPr sz="1200"/>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normAutofit/>
          </a:bodyPr>
          <a:lstStyle>
            <a:lvl1pPr>
              <a:defRPr sz="1200"/>
            </a:lvl1pPr>
          </a:lstStyle>
          <a:p>
            <a:endParaRPr lang="zh-CN" altLang="en-US"/>
          </a:p>
        </p:txBody>
      </p:sp>
      <p:sp>
        <p:nvSpPr>
          <p:cNvPr id="6" name="灯片编号占位符 5"/>
          <p:cNvSpPr>
            <a:spLocks noGrp="1"/>
          </p:cNvSpPr>
          <p:nvPr>
            <p:ph type="sldNum" sz="quarter" idx="12"/>
          </p:nvPr>
        </p:nvSpPr>
        <p:spPr/>
        <p:txBody>
          <a:bodyPr>
            <a:normAutofit/>
          </a:bodyPr>
          <a:lstStyle>
            <a:lvl1pPr>
              <a:defRPr sz="1200"/>
            </a:lvl1pPr>
          </a:lstStyle>
          <a:p>
            <a:fld id="{49AE70B2-8BF9-45C0-BB95-33D1B9D3A854}" type="slidenum">
              <a:rPr lang="zh-CN" altLang="en-US" smtClean="0"/>
            </a:fld>
            <a:endParaRPr lang="zh-CN"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zh-CN" altLang="en-US" dirty="0"/>
              <a:t>单击此处编辑母版标题样式</a:t>
            </a:r>
            <a:endParaRPr lang="zh-CN" altLang="en-US" dirty="0"/>
          </a:p>
        </p:txBody>
      </p:sp>
      <p:sp>
        <p:nvSpPr>
          <p:cNvPr id="3" name="内容占位符 2"/>
          <p:cNvSpPr>
            <a:spLocks noGrp="1"/>
          </p:cNvSpPr>
          <p:nvPr>
            <p:ph idx="1"/>
          </p:nvPr>
        </p:nvSpPr>
        <p:spPr/>
        <p:txBody>
          <a:bodyPr>
            <a:normAutofit/>
          </a:bodyPr>
          <a:lstStyle>
            <a:lvl1pPr>
              <a:defRPr sz="2400"/>
            </a:lvl1pPr>
            <a:lvl2pPr>
              <a:defRPr sz="2000"/>
            </a:lvl2pPr>
            <a:lvl3pPr>
              <a:defRPr sz="1800"/>
            </a:lvl3pPr>
            <a:lvl4pPr>
              <a:defRPr sz="1800"/>
            </a:lvl4pPr>
            <a:lvl5pPr>
              <a:defRPr sz="1800"/>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nvPr>
        </p:nvSpPr>
        <p:spPr/>
        <p:txBody>
          <a:bodyPr>
            <a:normAutofit/>
          </a:bodyPr>
          <a:lstStyle>
            <a:lvl1pPr>
              <a:defRPr sz="1200"/>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normAutofit/>
          </a:bodyPr>
          <a:lstStyle>
            <a:lvl1pPr>
              <a:defRPr sz="1200"/>
            </a:lvl1pPr>
          </a:lstStyle>
          <a:p>
            <a:endParaRPr lang="zh-CN" altLang="en-US"/>
          </a:p>
        </p:txBody>
      </p:sp>
      <p:sp>
        <p:nvSpPr>
          <p:cNvPr id="6" name="灯片编号占位符 5"/>
          <p:cNvSpPr>
            <a:spLocks noGrp="1"/>
          </p:cNvSpPr>
          <p:nvPr>
            <p:ph type="sldNum" sz="quarter" idx="12"/>
          </p:nvPr>
        </p:nvSpPr>
        <p:spPr/>
        <p:txBody>
          <a:bodyPr>
            <a:normAutofit/>
          </a:bodyPr>
          <a:lstStyle>
            <a:lvl1pPr>
              <a:defRPr sz="1200"/>
            </a:lvl1pPr>
          </a:lstStyle>
          <a:p>
            <a:fld id="{49AE70B2-8BF9-45C0-BB95-33D1B9D3A854}" type="slidenum">
              <a:rPr lang="zh-CN" altLang="en-US" smtClean="0"/>
            </a:fld>
            <a:endParaRPr lang="zh-CN" alt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节标题">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1518389" y="3078832"/>
            <a:ext cx="9142523" cy="1089529"/>
          </a:xfrm>
        </p:spPr>
        <p:txBody>
          <a:bodyPr anchor="t" anchorCtr="0">
            <a:normAutofit/>
          </a:bodyPr>
          <a:lstStyle>
            <a:lvl1pPr algn="ctr">
              <a:defRPr sz="5400"/>
            </a:lvl1pPr>
          </a:lstStyle>
          <a:p>
            <a:r>
              <a:rPr lang="zh-CN" altLang="en-US" dirty="0"/>
              <a:t>单击此处编辑标题</a:t>
            </a:r>
            <a:endParaRPr lang="zh-CN" altLang="en-US" dirty="0"/>
          </a:p>
        </p:txBody>
      </p:sp>
      <p:sp>
        <p:nvSpPr>
          <p:cNvPr id="4" name="日期占位符 3"/>
          <p:cNvSpPr>
            <a:spLocks noGrp="1"/>
          </p:cNvSpPr>
          <p:nvPr>
            <p:ph type="dt" sz="half" idx="10"/>
          </p:nvPr>
        </p:nvSpPr>
        <p:spPr/>
        <p:txBody>
          <a:bodyPr>
            <a:normAutofit/>
          </a:bodyPr>
          <a:lstStyle>
            <a:lvl1pPr>
              <a:defRPr sz="1200"/>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normAutofit/>
          </a:bodyPr>
          <a:lstStyle>
            <a:lvl1pPr>
              <a:defRPr sz="1200"/>
            </a:lvl1pPr>
          </a:lstStyle>
          <a:p>
            <a:endParaRPr lang="zh-CN" altLang="en-US"/>
          </a:p>
        </p:txBody>
      </p:sp>
      <p:sp>
        <p:nvSpPr>
          <p:cNvPr id="6" name="灯片编号占位符 5"/>
          <p:cNvSpPr>
            <a:spLocks noGrp="1"/>
          </p:cNvSpPr>
          <p:nvPr>
            <p:ph type="sldNum" sz="quarter" idx="12"/>
          </p:nvPr>
        </p:nvSpPr>
        <p:spPr/>
        <p:txBody>
          <a:bodyPr>
            <a:normAutofit/>
          </a:bodyPr>
          <a:lstStyle>
            <a:lvl1pPr>
              <a:defRPr sz="1200"/>
            </a:lvl1pPr>
          </a:lstStyle>
          <a:p>
            <a:fld id="{49AE70B2-8BF9-45C0-BB95-33D1B9D3A854}" type="slidenum">
              <a:rPr lang="zh-CN" altLang="en-US" smtClean="0"/>
            </a:fld>
            <a:endParaRPr lang="zh-CN" altLang="en-US"/>
          </a:p>
        </p:txBody>
      </p:sp>
      <p:sp>
        <p:nvSpPr>
          <p:cNvPr id="8" name="内容占位符 7"/>
          <p:cNvSpPr>
            <a:spLocks noGrp="1"/>
          </p:cNvSpPr>
          <p:nvPr>
            <p:ph sz="quarter" idx="13" hasCustomPrompt="1"/>
          </p:nvPr>
        </p:nvSpPr>
        <p:spPr>
          <a:xfrm>
            <a:off x="1517651" y="2221766"/>
            <a:ext cx="9156700" cy="830997"/>
          </a:xfrm>
        </p:spPr>
        <p:txBody>
          <a:bodyPr anchor="b" anchorCtr="0">
            <a:normAutofit/>
          </a:bodyPr>
          <a:lstStyle>
            <a:lvl1pPr marL="0" indent="0" algn="ctr">
              <a:buNone/>
              <a:defRPr sz="4000"/>
            </a:lvl1pPr>
          </a:lstStyle>
          <a:p>
            <a:pPr lvl="0"/>
            <a:r>
              <a:rPr lang="zh-CN" altLang="en-US" dirty="0"/>
              <a:t>单击此处编辑文本</a:t>
            </a:r>
            <a:endParaRPr lang="zh-CN" alt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zh-CN" altLang="en-US"/>
              <a:t>单击此处编辑母版标题样式</a:t>
            </a:r>
            <a:endParaRPr lang="zh-CN" altLang="en-US"/>
          </a:p>
        </p:txBody>
      </p:sp>
      <p:sp>
        <p:nvSpPr>
          <p:cNvPr id="3" name="内容占位符 2"/>
          <p:cNvSpPr>
            <a:spLocks noGrp="1"/>
          </p:cNvSpPr>
          <p:nvPr>
            <p:ph sz="half" idx="1"/>
          </p:nvPr>
        </p:nvSpPr>
        <p:spPr>
          <a:xfrm>
            <a:off x="838200" y="1825625"/>
            <a:ext cx="5181600" cy="4351338"/>
          </a:xfrm>
        </p:spPr>
        <p:txBody>
          <a:bodyPr>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内容占位符 3"/>
          <p:cNvSpPr>
            <a:spLocks noGrp="1"/>
          </p:cNvSpPr>
          <p:nvPr>
            <p:ph sz="half" idx="2"/>
          </p:nvPr>
        </p:nvSpPr>
        <p:spPr>
          <a:xfrm>
            <a:off x="6172200" y="1825625"/>
            <a:ext cx="5181600" cy="4351338"/>
          </a:xfrm>
        </p:spPr>
        <p:txBody>
          <a:bodyPr>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nvPr>
        </p:nvSpPr>
        <p:spPr/>
        <p:txBody>
          <a:bodyPr>
            <a:normAutofit/>
          </a:bodyPr>
          <a:lstStyle>
            <a:lvl1pPr>
              <a:defRPr sz="1200"/>
            </a:lvl1p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nvPr>
        </p:nvSpPr>
        <p:spPr/>
        <p:txBody>
          <a:bodyPr>
            <a:normAutofit/>
          </a:bodyPr>
          <a:lstStyle>
            <a:lvl1pPr>
              <a:defRPr sz="1200"/>
            </a:lvl1pPr>
          </a:lstStyle>
          <a:p>
            <a:endParaRPr lang="zh-CN" altLang="en-US"/>
          </a:p>
        </p:txBody>
      </p:sp>
      <p:sp>
        <p:nvSpPr>
          <p:cNvPr id="7" name="灯片编号占位符 6"/>
          <p:cNvSpPr>
            <a:spLocks noGrp="1"/>
          </p:cNvSpPr>
          <p:nvPr>
            <p:ph type="sldNum" sz="quarter" idx="12"/>
          </p:nvPr>
        </p:nvSpPr>
        <p:spPr/>
        <p:txBody>
          <a:bodyPr>
            <a:normAutofit/>
          </a:bodyPr>
          <a:lstStyle>
            <a:lvl1pPr>
              <a:defRPr sz="1200"/>
            </a:lvl1pPr>
          </a:lstStyle>
          <a:p>
            <a:fld id="{49AE70B2-8BF9-45C0-BB95-33D1B9D3A854}" type="slidenum">
              <a:rPr lang="zh-CN" altLang="en-US" smtClean="0"/>
            </a:fld>
            <a:endParaRPr lang="zh-CN" alt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6"/>
            <a:ext cx="10515600" cy="1325563"/>
          </a:xfrm>
        </p:spPr>
        <p:txBody>
          <a:bodyPr>
            <a:normAutofit/>
          </a:bodyPr>
          <a:lstStyle/>
          <a:p>
            <a:r>
              <a:rPr lang="zh-CN" altLang="en-US"/>
              <a:t>单击此处编辑母版标题样式</a:t>
            </a:r>
            <a:endParaRPr lang="zh-CN" altLang="en-US"/>
          </a:p>
        </p:txBody>
      </p:sp>
      <p:sp>
        <p:nvSpPr>
          <p:cNvPr id="3" name="文本占位符 2"/>
          <p:cNvSpPr>
            <a:spLocks noGrp="1"/>
          </p:cNvSpPr>
          <p:nvPr>
            <p:ph type="body" idx="1"/>
          </p:nvPr>
        </p:nvSpPr>
        <p:spPr>
          <a:xfrm>
            <a:off x="839789" y="1744961"/>
            <a:ext cx="5157787" cy="823912"/>
          </a:xfrm>
        </p:spPr>
        <p:txBody>
          <a:bodyPr anchor="b">
            <a:normAutofit/>
          </a:bodyPr>
          <a:lstStyle>
            <a:lvl1pPr marL="0" indent="0">
              <a:buNone/>
              <a:defRPr sz="20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zh-CN" altLang="en-US" dirty="0"/>
              <a:t>单击此处编辑母版文本样式</a:t>
            </a:r>
            <a:endParaRPr lang="zh-CN" altLang="en-US" dirty="0"/>
          </a:p>
        </p:txBody>
      </p:sp>
      <p:sp>
        <p:nvSpPr>
          <p:cNvPr id="4" name="内容占位符 3"/>
          <p:cNvSpPr>
            <a:spLocks noGrp="1"/>
          </p:cNvSpPr>
          <p:nvPr>
            <p:ph sz="half" idx="2"/>
          </p:nvPr>
        </p:nvSpPr>
        <p:spPr>
          <a:xfrm>
            <a:off x="839789" y="2615609"/>
            <a:ext cx="5157787" cy="3574054"/>
          </a:xfrm>
        </p:spPr>
        <p:txBody>
          <a:bodyPr>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文本占位符 4"/>
          <p:cNvSpPr>
            <a:spLocks noGrp="1"/>
          </p:cNvSpPr>
          <p:nvPr>
            <p:ph type="body" sz="quarter" idx="3"/>
          </p:nvPr>
        </p:nvSpPr>
        <p:spPr>
          <a:xfrm>
            <a:off x="6172200" y="1744961"/>
            <a:ext cx="5183188" cy="823912"/>
          </a:xfrm>
        </p:spPr>
        <p:txBody>
          <a:bodyPr anchor="b">
            <a:normAutofit/>
          </a:bodyPr>
          <a:lstStyle>
            <a:lvl1pPr marL="0" indent="0">
              <a:buNone/>
              <a:defRPr sz="20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zh-CN" altLang="en-US" dirty="0"/>
              <a:t>单击此处编辑母版文本样式</a:t>
            </a:r>
            <a:endParaRPr lang="zh-CN" altLang="en-US" dirty="0"/>
          </a:p>
        </p:txBody>
      </p:sp>
      <p:sp>
        <p:nvSpPr>
          <p:cNvPr id="6" name="内容占位符 5"/>
          <p:cNvSpPr>
            <a:spLocks noGrp="1"/>
          </p:cNvSpPr>
          <p:nvPr>
            <p:ph sz="quarter" idx="4"/>
          </p:nvPr>
        </p:nvSpPr>
        <p:spPr>
          <a:xfrm>
            <a:off x="6172200" y="2615609"/>
            <a:ext cx="5183188" cy="3574054"/>
          </a:xfrm>
        </p:spPr>
        <p:txBody>
          <a:bodyPr>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7" name="日期占位符 6"/>
          <p:cNvSpPr>
            <a:spLocks noGrp="1"/>
          </p:cNvSpPr>
          <p:nvPr>
            <p:ph type="dt" sz="half" idx="10"/>
          </p:nvPr>
        </p:nvSpPr>
        <p:spPr/>
        <p:txBody>
          <a:bodyPr>
            <a:normAutofit/>
          </a:bodyPr>
          <a:lstStyle>
            <a:lvl1pPr>
              <a:defRPr sz="1200"/>
            </a:lvl1p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nvPr>
        </p:nvSpPr>
        <p:spPr/>
        <p:txBody>
          <a:bodyPr>
            <a:normAutofit/>
          </a:bodyPr>
          <a:lstStyle>
            <a:lvl1pPr>
              <a:defRPr sz="1200"/>
            </a:lvl1pPr>
          </a:lstStyle>
          <a:p>
            <a:endParaRPr lang="zh-CN" altLang="en-US"/>
          </a:p>
        </p:txBody>
      </p:sp>
      <p:sp>
        <p:nvSpPr>
          <p:cNvPr id="9" name="灯片编号占位符 8"/>
          <p:cNvSpPr>
            <a:spLocks noGrp="1"/>
          </p:cNvSpPr>
          <p:nvPr>
            <p:ph type="sldNum" sz="quarter" idx="12"/>
          </p:nvPr>
        </p:nvSpPr>
        <p:spPr/>
        <p:txBody>
          <a:bodyPr>
            <a:normAutofit/>
          </a:bodyPr>
          <a:lstStyle>
            <a:lvl1pPr>
              <a:defRPr sz="1200"/>
            </a:lvl1pPr>
          </a:lstStyle>
          <a:p>
            <a:fld id="{49AE70B2-8BF9-45C0-BB95-33D1B9D3A854}" type="slidenum">
              <a:rPr lang="zh-CN" altLang="en-US" smtClean="0"/>
            </a:fld>
            <a:endParaRPr lang="zh-CN" alt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仅标题">
    <p:spTree>
      <p:nvGrpSpPr>
        <p:cNvPr id="1" name=""/>
        <p:cNvGrpSpPr/>
        <p:nvPr/>
      </p:nvGrpSpPr>
      <p:grpSpPr>
        <a:xfrm>
          <a:off x="0" y="0"/>
          <a:ext cx="0" cy="0"/>
          <a:chOff x="0" y="0"/>
          <a:chExt cx="0" cy="0"/>
        </a:xfrm>
      </p:grpSpPr>
      <p:cxnSp>
        <p:nvCxnSpPr>
          <p:cNvPr id="6" name="直接连接符 5"/>
          <p:cNvCxnSpPr/>
          <p:nvPr>
            <p:custDataLst>
              <p:tags r:id="rId2"/>
            </p:custDataLst>
          </p:nvPr>
        </p:nvCxnSpPr>
        <p:spPr>
          <a:xfrm flipH="1">
            <a:off x="2494944" y="3048593"/>
            <a:ext cx="775596"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7" name="直接连接符 6"/>
          <p:cNvCxnSpPr/>
          <p:nvPr>
            <p:custDataLst>
              <p:tags r:id="rId3"/>
            </p:custDataLst>
          </p:nvPr>
        </p:nvCxnSpPr>
        <p:spPr>
          <a:xfrm>
            <a:off x="2494944" y="3048593"/>
            <a:ext cx="1" cy="1216935"/>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直接连接符 7"/>
          <p:cNvCxnSpPr/>
          <p:nvPr>
            <p:custDataLst>
              <p:tags r:id="rId4"/>
            </p:custDataLst>
          </p:nvPr>
        </p:nvCxnSpPr>
        <p:spPr>
          <a:xfrm>
            <a:off x="2494944" y="4265528"/>
            <a:ext cx="7145867"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直接连接符 8"/>
          <p:cNvCxnSpPr/>
          <p:nvPr>
            <p:custDataLst>
              <p:tags r:id="rId5"/>
            </p:custDataLst>
          </p:nvPr>
        </p:nvCxnSpPr>
        <p:spPr>
          <a:xfrm flipH="1">
            <a:off x="8811077" y="3048593"/>
            <a:ext cx="8297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直接连接符 9"/>
          <p:cNvCxnSpPr/>
          <p:nvPr>
            <p:custDataLst>
              <p:tags r:id="rId6"/>
            </p:custDataLst>
          </p:nvPr>
        </p:nvCxnSpPr>
        <p:spPr>
          <a:xfrm>
            <a:off x="9640811" y="3048593"/>
            <a:ext cx="0" cy="1216935"/>
          </a:xfrm>
          <a:prstGeom prst="line">
            <a:avLst/>
          </a:prstGeom>
        </p:spPr>
        <p:style>
          <a:lnRef idx="1">
            <a:schemeClr val="accent1"/>
          </a:lnRef>
          <a:fillRef idx="0">
            <a:schemeClr val="accent1"/>
          </a:fillRef>
          <a:effectRef idx="0">
            <a:schemeClr val="accent1"/>
          </a:effectRef>
          <a:fontRef idx="minor">
            <a:schemeClr val="tx1"/>
          </a:fontRef>
        </p:style>
      </p:cxnSp>
      <p:sp>
        <p:nvSpPr>
          <p:cNvPr id="2" name="标题 1"/>
          <p:cNvSpPr>
            <a:spLocks noGrp="1"/>
          </p:cNvSpPr>
          <p:nvPr>
            <p:ph type="title" hasCustomPrompt="1"/>
          </p:nvPr>
        </p:nvSpPr>
        <p:spPr>
          <a:xfrm>
            <a:off x="3322871" y="2251982"/>
            <a:ext cx="5430147" cy="1325563"/>
          </a:xfrm>
        </p:spPr>
        <p:txBody>
          <a:bodyPr anchor="b" anchorCtr="0">
            <a:normAutofit/>
          </a:bodyPr>
          <a:lstStyle>
            <a:lvl1pPr algn="ctr">
              <a:defRPr sz="6600"/>
            </a:lvl1pPr>
          </a:lstStyle>
          <a:p>
            <a:r>
              <a:rPr lang="zh-CN" altLang="en-US" dirty="0"/>
              <a:t>编辑标题</a:t>
            </a:r>
            <a:endParaRPr lang="zh-CN" altLang="en-US" dirty="0"/>
          </a:p>
        </p:txBody>
      </p:sp>
      <p:sp>
        <p:nvSpPr>
          <p:cNvPr id="3" name="日期占位符 2"/>
          <p:cNvSpPr>
            <a:spLocks noGrp="1"/>
          </p:cNvSpPr>
          <p:nvPr>
            <p:ph type="dt" sz="half" idx="10"/>
          </p:nvPr>
        </p:nvSpPr>
        <p:spPr/>
        <p:txBody>
          <a:bodyPr>
            <a:normAutofit/>
          </a:bodyPr>
          <a:lstStyle>
            <a:lvl1pPr>
              <a:defRPr sz="1200"/>
            </a:lvl1p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nvPr>
        </p:nvSpPr>
        <p:spPr/>
        <p:txBody>
          <a:bodyPr>
            <a:normAutofit/>
          </a:bodyPr>
          <a:lstStyle>
            <a:lvl1pPr>
              <a:defRPr sz="1200"/>
            </a:lvl1pPr>
          </a:lstStyle>
          <a:p>
            <a:endParaRPr lang="zh-CN" altLang="en-US"/>
          </a:p>
        </p:txBody>
      </p:sp>
      <p:sp>
        <p:nvSpPr>
          <p:cNvPr id="5" name="灯片编号占位符 4"/>
          <p:cNvSpPr>
            <a:spLocks noGrp="1"/>
          </p:cNvSpPr>
          <p:nvPr>
            <p:ph type="sldNum" sz="quarter" idx="12"/>
          </p:nvPr>
        </p:nvSpPr>
        <p:spPr/>
        <p:txBody>
          <a:bodyPr>
            <a:normAutofit/>
          </a:bodyPr>
          <a:lstStyle>
            <a:lvl1pPr>
              <a:defRPr sz="1200"/>
            </a:lvl1pPr>
          </a:lstStyle>
          <a:p>
            <a:fld id="{49AE70B2-8BF9-45C0-BB95-33D1B9D3A854}" type="slidenum">
              <a:rPr lang="zh-CN" altLang="en-US" smtClean="0"/>
            </a:fld>
            <a:endParaRPr lang="zh-CN" altLang="en-US"/>
          </a:p>
        </p:txBody>
      </p:sp>
      <p:sp>
        <p:nvSpPr>
          <p:cNvPr id="12" name="内容占位符 11"/>
          <p:cNvSpPr>
            <a:spLocks noGrp="1"/>
          </p:cNvSpPr>
          <p:nvPr>
            <p:ph sz="quarter" idx="13" hasCustomPrompt="1"/>
          </p:nvPr>
        </p:nvSpPr>
        <p:spPr>
          <a:xfrm>
            <a:off x="4043321" y="3642633"/>
            <a:ext cx="4105359" cy="535531"/>
          </a:xfrm>
        </p:spPr>
        <p:txBody>
          <a:bodyPr>
            <a:normAutofit/>
          </a:bodyPr>
          <a:lstStyle>
            <a:lvl1pPr marL="0" indent="0" algn="dist">
              <a:buNone/>
              <a:defRPr/>
            </a:lvl1pPr>
          </a:lstStyle>
          <a:p>
            <a:pPr lvl="0"/>
            <a:r>
              <a:rPr lang="zh-CN" altLang="en-US" dirty="0"/>
              <a:t>单击此处编辑文本</a:t>
            </a:r>
            <a:endParaRPr lang="zh-CN" alt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normAutofit/>
          </a:bodyPr>
          <a:lstStyle>
            <a:lvl1pPr>
              <a:defRPr sz="1200"/>
            </a:lvl1p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nvPr>
        </p:nvSpPr>
        <p:spPr/>
        <p:txBody>
          <a:bodyPr>
            <a:normAutofit/>
          </a:bodyPr>
          <a:lstStyle>
            <a:lvl1pPr>
              <a:defRPr sz="1200"/>
            </a:lvl1pPr>
          </a:lstStyle>
          <a:p>
            <a:endParaRPr lang="zh-CN" altLang="en-US"/>
          </a:p>
        </p:txBody>
      </p:sp>
      <p:sp>
        <p:nvSpPr>
          <p:cNvPr id="4" name="灯片编号占位符 3"/>
          <p:cNvSpPr>
            <a:spLocks noGrp="1"/>
          </p:cNvSpPr>
          <p:nvPr>
            <p:ph type="sldNum" sz="quarter" idx="12"/>
          </p:nvPr>
        </p:nvSpPr>
        <p:spPr/>
        <p:txBody>
          <a:bodyPr>
            <a:normAutofit/>
          </a:bodyPr>
          <a:lstStyle>
            <a:lvl1pPr>
              <a:defRPr sz="1200"/>
            </a:lvl1pPr>
          </a:lstStyle>
          <a:p>
            <a:fld id="{49AE70B2-8BF9-45C0-BB95-33D1B9D3A854}" type="slidenum">
              <a:rPr lang="zh-CN" altLang="en-US" smtClean="0"/>
            </a:fld>
            <a:endParaRPr lang="zh-CN" alt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839788" y="711200"/>
            <a:ext cx="4262400" cy="1600200"/>
          </a:xfrm>
        </p:spPr>
        <p:txBody>
          <a:bodyPr anchor="t" anchorCtr="0">
            <a:normAutofit/>
          </a:bodyPr>
          <a:lstStyle>
            <a:lvl1pPr>
              <a:defRPr sz="3200"/>
            </a:lvl1pPr>
          </a:lstStyle>
          <a:p>
            <a:r>
              <a:rPr lang="zh-CN" altLang="en-US"/>
              <a:t>单击此处编辑标题</a:t>
            </a:r>
            <a:endParaRPr lang="zh-CN" altLang="en-US" dirty="0"/>
          </a:p>
        </p:txBody>
      </p:sp>
      <p:sp>
        <p:nvSpPr>
          <p:cNvPr id="3" name="图片占位符 2"/>
          <p:cNvSpPr>
            <a:spLocks noGrp="1" noChangeAspect="1"/>
          </p:cNvSpPr>
          <p:nvPr>
            <p:ph type="pic" idx="1" hasCustomPrompt="1"/>
          </p:nvPr>
        </p:nvSpPr>
        <p:spPr>
          <a:xfrm>
            <a:off x="5352521" y="733425"/>
            <a:ext cx="6170400" cy="54036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zh-CN" altLang="en-US"/>
              <a:t>图片</a:t>
            </a:r>
            <a:endParaRPr lang="zh-CN" altLang="en-US" dirty="0"/>
          </a:p>
        </p:txBody>
      </p:sp>
      <p:sp>
        <p:nvSpPr>
          <p:cNvPr id="4" name="文本占位符 3"/>
          <p:cNvSpPr>
            <a:spLocks noGrp="1"/>
          </p:cNvSpPr>
          <p:nvPr>
            <p:ph type="body" sz="half" idx="2"/>
          </p:nvPr>
        </p:nvSpPr>
        <p:spPr>
          <a:xfrm>
            <a:off x="839788" y="2311400"/>
            <a:ext cx="4262400" cy="3811588"/>
          </a:xfrm>
        </p:spPr>
        <p:txBody>
          <a:bodyPr>
            <a:normAutofit/>
          </a:bodyPr>
          <a:lstStyle>
            <a:lvl1pPr marL="0" indent="0">
              <a:buNone/>
              <a:defRPr sz="20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zh-CN" altLang="en-US" dirty="0"/>
              <a:t>单击此处编辑母版文本样式</a:t>
            </a:r>
            <a:endParaRPr lang="zh-CN" altLang="en-US" dirty="0"/>
          </a:p>
        </p:txBody>
      </p:sp>
      <p:sp>
        <p:nvSpPr>
          <p:cNvPr id="5" name="日期占位符 4"/>
          <p:cNvSpPr>
            <a:spLocks noGrp="1"/>
          </p:cNvSpPr>
          <p:nvPr>
            <p:ph type="dt" sz="half" idx="10"/>
          </p:nvPr>
        </p:nvSpPr>
        <p:spPr/>
        <p:txBody>
          <a:bodyPr>
            <a:normAutofit/>
          </a:bodyPr>
          <a:lstStyle>
            <a:lvl1pPr>
              <a:defRPr sz="1200"/>
            </a:lvl1p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nvPr>
        </p:nvSpPr>
        <p:spPr/>
        <p:txBody>
          <a:bodyPr>
            <a:normAutofit/>
          </a:bodyPr>
          <a:lstStyle>
            <a:lvl1pPr>
              <a:defRPr sz="1200"/>
            </a:lvl1pPr>
          </a:lstStyle>
          <a:p>
            <a:endParaRPr lang="zh-CN" altLang="en-US" dirty="0"/>
          </a:p>
        </p:txBody>
      </p:sp>
      <p:sp>
        <p:nvSpPr>
          <p:cNvPr id="7" name="灯片编号占位符 6"/>
          <p:cNvSpPr>
            <a:spLocks noGrp="1"/>
          </p:cNvSpPr>
          <p:nvPr>
            <p:ph type="sldNum" sz="quarter" idx="12"/>
          </p:nvPr>
        </p:nvSpPr>
        <p:spPr/>
        <p:txBody>
          <a:bodyPr>
            <a:normAutofit/>
          </a:bodyPr>
          <a:lstStyle>
            <a:lvl1pPr>
              <a:defRPr sz="1200"/>
            </a:lvl1pPr>
          </a:lstStyle>
          <a:p>
            <a:fld id="{FABC47A4-756D-490B-A52F-7D9E2C9FC05F}" type="slidenum">
              <a:rPr lang="zh-CN" altLang="en-US" smtClean="0"/>
            </a:fld>
            <a:endParaRPr lang="zh-CN" altLang="en-US"/>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9824484" y="365125"/>
            <a:ext cx="1529316" cy="5811838"/>
          </a:xfrm>
        </p:spPr>
        <p:txBody>
          <a:bodyPr vert="eaVert">
            <a:normAutofit/>
          </a:bodyPr>
          <a:lstStyle>
            <a:lvl1pPr>
              <a:defRPr sz="2700"/>
            </a:lvl1pPr>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838200" y="365125"/>
            <a:ext cx="8879959" cy="5811838"/>
          </a:xfrm>
        </p:spPr>
        <p:txBody>
          <a:bodyPr vert="eaVert">
            <a:normAutofit/>
          </a:bodyPr>
          <a:lstStyle>
            <a:lvl1pPr>
              <a:defRPr sz="2400"/>
            </a:lvl1pPr>
            <a:lvl2pPr>
              <a:defRPr sz="2000"/>
            </a:lvl2pPr>
            <a:lvl3pPr>
              <a:defRPr sz="1800"/>
            </a:lvl3pPr>
            <a:lvl4pPr>
              <a:defRPr sz="1800"/>
            </a:lvl4pPr>
            <a:lvl5pPr>
              <a:defRPr sz="1800"/>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nvPr>
        </p:nvSpPr>
        <p:spPr/>
        <p:txBody>
          <a:bodyPr>
            <a:normAutofit/>
          </a:bodyPr>
          <a:lstStyle>
            <a:lvl1pPr>
              <a:defRPr sz="1200"/>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normAutofit/>
          </a:bodyPr>
          <a:lstStyle>
            <a:lvl1pPr>
              <a:defRPr sz="1200"/>
            </a:lvl1pPr>
          </a:lstStyle>
          <a:p>
            <a:endParaRPr lang="zh-CN" altLang="en-US"/>
          </a:p>
        </p:txBody>
      </p:sp>
      <p:sp>
        <p:nvSpPr>
          <p:cNvPr id="6" name="灯片编号占位符 5"/>
          <p:cNvSpPr>
            <a:spLocks noGrp="1"/>
          </p:cNvSpPr>
          <p:nvPr>
            <p:ph type="sldNum" sz="quarter" idx="12"/>
          </p:nvPr>
        </p:nvSpPr>
        <p:spPr/>
        <p:txBody>
          <a:bodyPr>
            <a:normAutofit/>
          </a:bodyPr>
          <a:lstStyle>
            <a:lvl1pPr>
              <a:defRPr sz="1200"/>
            </a:lvl1pPr>
          </a:lstStyle>
          <a:p>
            <a:fld id="{49AE70B2-8BF9-45C0-BB95-33D1B9D3A854}" type="slidenum">
              <a:rPr lang="zh-CN" altLang="en-US" smtClean="0"/>
            </a:fld>
            <a:endParaRPr lang="zh-CN" altLang="en-US"/>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normAutofit/>
          </a:bodyPr>
          <a:lstStyle>
            <a:lvl1pPr>
              <a:defRPr sz="1200"/>
            </a:lvl1p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nvPr>
        </p:nvSpPr>
        <p:spPr/>
        <p:txBody>
          <a:bodyPr>
            <a:normAutofit/>
          </a:bodyPr>
          <a:lstStyle>
            <a:lvl1pPr>
              <a:defRPr sz="1200"/>
            </a:lvl1pPr>
          </a:lstStyle>
          <a:p>
            <a:endParaRPr lang="zh-CN" altLang="en-US"/>
          </a:p>
        </p:txBody>
      </p:sp>
      <p:sp>
        <p:nvSpPr>
          <p:cNvPr id="5" name="灯片编号占位符 4"/>
          <p:cNvSpPr>
            <a:spLocks noGrp="1"/>
          </p:cNvSpPr>
          <p:nvPr>
            <p:ph type="sldNum" sz="quarter" idx="12"/>
          </p:nvPr>
        </p:nvSpPr>
        <p:spPr/>
        <p:txBody>
          <a:bodyPr>
            <a:normAutofit/>
          </a:bodyPr>
          <a:lstStyle>
            <a:lvl1pPr>
              <a:defRPr sz="1200"/>
            </a:lvl1pPr>
          </a:lstStyle>
          <a:p>
            <a:fld id="{49AE70B2-8BF9-45C0-BB95-33D1B9D3A854}" type="slidenum">
              <a:rPr lang="zh-CN" altLang="en-US" smtClean="0"/>
            </a:fld>
            <a:endParaRPr lang="zh-CN" altLang="en-US"/>
          </a:p>
        </p:txBody>
      </p:sp>
      <p:sp>
        <p:nvSpPr>
          <p:cNvPr id="7" name="内容占位符 6"/>
          <p:cNvSpPr>
            <a:spLocks noGrp="1"/>
          </p:cNvSpPr>
          <p:nvPr>
            <p:ph sz="quarter" idx="13"/>
          </p:nvPr>
        </p:nvSpPr>
        <p:spPr>
          <a:xfrm>
            <a:off x="838200" y="551544"/>
            <a:ext cx="10515600" cy="5558971"/>
          </a:xfrm>
        </p:spPr>
        <p:txBody>
          <a:bodyPr>
            <a:normAutofit/>
          </a:bodyPr>
          <a:lstStyle>
            <a:lvl1pPr>
              <a:defRPr sz="2400"/>
            </a:lvl1pPr>
            <a:lvl2pPr>
              <a:defRPr sz="2000"/>
            </a:lvl2pPr>
            <a:lvl3pPr>
              <a:defRPr sz="1800"/>
            </a:lvl3pPr>
            <a:lvl4pPr>
              <a:defRPr sz="1800"/>
            </a:lvl4pPr>
            <a:lvl5pPr>
              <a:defRPr sz="1800"/>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4" Type="http://schemas.openxmlformats.org/officeDocument/2006/relationships/theme" Target="../theme/theme1.xml"/><Relationship Id="rId13" Type="http://schemas.openxmlformats.org/officeDocument/2006/relationships/tags" Target="../tags/tag13.xml"/><Relationship Id="rId12" Type="http://schemas.openxmlformats.org/officeDocument/2006/relationships/tags" Target="../tags/tag12.xml"/><Relationship Id="rId11" Type="http://schemas.openxmlformats.org/officeDocument/2006/relationships/tags" Target="../tags/tag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slideLayout" Target="../slideLayouts/slideLayout19.xml"/><Relationship Id="rId8" Type="http://schemas.openxmlformats.org/officeDocument/2006/relationships/slideLayout" Target="../slideLayouts/slideLayout18.xml"/><Relationship Id="rId7" Type="http://schemas.openxmlformats.org/officeDocument/2006/relationships/slideLayout" Target="../slideLayouts/slideLayout17.xml"/><Relationship Id="rId6" Type="http://schemas.openxmlformats.org/officeDocument/2006/relationships/slideLayout" Target="../slideLayouts/slideLayout16.xml"/><Relationship Id="rId5" Type="http://schemas.openxmlformats.org/officeDocument/2006/relationships/slideLayout" Target="../slideLayouts/slideLayout15.xml"/><Relationship Id="rId4" Type="http://schemas.openxmlformats.org/officeDocument/2006/relationships/slideLayout" Target="../slideLayouts/slideLayout14.xml"/><Relationship Id="rId3" Type="http://schemas.openxmlformats.org/officeDocument/2006/relationships/slideLayout" Target="../slideLayouts/slideLayout13.xml"/><Relationship Id="rId2" Type="http://schemas.openxmlformats.org/officeDocument/2006/relationships/slideLayout" Target="../slideLayouts/slideLayout12.xml"/><Relationship Id="rId14" Type="http://schemas.openxmlformats.org/officeDocument/2006/relationships/theme" Target="../theme/theme2.xml"/><Relationship Id="rId13" Type="http://schemas.openxmlformats.org/officeDocument/2006/relationships/tags" Target="../tags/tag26.xml"/><Relationship Id="rId12" Type="http://schemas.openxmlformats.org/officeDocument/2006/relationships/tags" Target="../tags/tag25.xml"/><Relationship Id="rId11" Type="http://schemas.openxmlformats.org/officeDocument/2006/relationships/tags" Target="../tags/tag24.xml"/><Relationship Id="rId10" Type="http://schemas.openxmlformats.org/officeDocument/2006/relationships/slideLayout" Target="../slideLayouts/slideLayout20.xml"/><Relationship Id="rId1"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1026" name="标题占位符 1"/>
          <p:cNvSpPr>
            <a:spLocks noGrp="1"/>
          </p:cNvSpPr>
          <p:nvPr>
            <p:ph type="title"/>
            <p:custDataLst>
              <p:tags r:id="rId11"/>
            </p:custDataLst>
          </p:nvPr>
        </p:nvSpPr>
        <p:spPr>
          <a:xfrm>
            <a:off x="838200" y="365125"/>
            <a:ext cx="10515600" cy="1325563"/>
          </a:xfrm>
          <a:prstGeom prst="rect">
            <a:avLst/>
          </a:prstGeom>
          <a:noFill/>
          <a:ln w="9525">
            <a:noFill/>
          </a:ln>
        </p:spPr>
        <p:txBody>
          <a:bodyPr vert="horz" lIns="91440" tIns="45720" rIns="91440" bIns="45720" anchor="ctr"/>
          <a:p>
            <a:pPr lvl="0"/>
            <a:r>
              <a:rPr lang="zh-CN" altLang="en-US" dirty="0"/>
              <a:t>单击此处编辑母版标题样式</a:t>
            </a:r>
            <a:endParaRPr lang="zh-CN" altLang="en-US" dirty="0"/>
          </a:p>
        </p:txBody>
      </p:sp>
      <p:sp>
        <p:nvSpPr>
          <p:cNvPr id="1027" name="文本占位符 2"/>
          <p:cNvSpPr>
            <a:spLocks noGrp="1"/>
          </p:cNvSpPr>
          <p:nvPr>
            <p:ph type="body"/>
            <p:custDataLst>
              <p:tags r:id="rId12"/>
            </p:custDataLst>
          </p:nvPr>
        </p:nvSpPr>
        <p:spPr>
          <a:xfrm>
            <a:off x="838200" y="1825625"/>
            <a:ext cx="10515600" cy="4351338"/>
          </a:xfrm>
          <a:prstGeom prst="rect">
            <a:avLst/>
          </a:prstGeom>
          <a:noFill/>
          <a:ln w="9525">
            <a:noFill/>
          </a:ln>
        </p:spPr>
        <p:txBody>
          <a:bodyPr vert="horz" lIns="91440" tIns="45720" rIns="91440" bIns="45720" anchor="t"/>
          <a:p>
            <a:pPr lvl="0" indent="-171450"/>
            <a:r>
              <a:rPr lang="zh-CN" altLang="en-US" dirty="0"/>
              <a:t>单击此处编辑母版文本样式</a:t>
            </a:r>
            <a:endParaRPr lang="zh-CN" altLang="en-US" dirty="0"/>
          </a:p>
          <a:p>
            <a:pPr lvl="1" indent="-171450"/>
            <a:r>
              <a:rPr lang="zh-CN" altLang="en-US" dirty="0"/>
              <a:t>第二级</a:t>
            </a:r>
            <a:endParaRPr lang="zh-CN" altLang="en-US" dirty="0"/>
          </a:p>
          <a:p>
            <a:pPr lvl="2" indent="-171450"/>
            <a:r>
              <a:rPr lang="zh-CN" altLang="en-US" dirty="0"/>
              <a:t>第三级</a:t>
            </a:r>
            <a:endParaRPr lang="zh-CN" altLang="en-US" dirty="0"/>
          </a:p>
          <a:p>
            <a:pPr lvl="3" indent="-171450"/>
            <a:r>
              <a:rPr lang="zh-CN" altLang="en-US" dirty="0"/>
              <a:t>第四级</a:t>
            </a:r>
            <a:endParaRPr lang="zh-CN" altLang="en-US" dirty="0"/>
          </a:p>
          <a:p>
            <a:pPr lvl="4" indent="-171450"/>
            <a:r>
              <a:rPr lang="zh-CN" altLang="en-US" dirty="0"/>
              <a:t>第五级</a:t>
            </a:r>
            <a:endParaRPr lang="zh-CN" altLang="en-US" dirty="0"/>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normAutofit/>
          </a:bodyPr>
          <a:lstStyle>
            <a:lvl1pPr algn="l">
              <a:lnSpc>
                <a:spcPct val="120000"/>
              </a:lnSpc>
              <a:defRPr sz="1200">
                <a:solidFill>
                  <a:schemeClr val="bg1">
                    <a:lumMod val="50000"/>
                  </a:schemeClr>
                </a:solidFill>
              </a:defRPr>
            </a:lvl1pPr>
          </a:lstStyle>
          <a:p>
            <a:pPr fontAlgn="base"/>
            <a:fld id="{760FBDFE-C587-4B4C-A407-44438C67B59E}" type="datetimeFigureOut">
              <a:rPr lang="zh-CN" altLang="en-US" strike="noStrike" noProof="1" smtClean="0">
                <a:latin typeface="Arial" panose="020B0604020202020204" pitchFamily="34" charset="0"/>
                <a:ea typeface="宋体" panose="02010600030101010101" pitchFamily="2" charset="-122"/>
                <a:cs typeface="+mn-cs"/>
              </a:rPr>
            </a:fld>
            <a:endParaRPr lang="zh-CN" altLang="en-US" strike="noStrike" noProof="1"/>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normAutofit/>
          </a:bodyPr>
          <a:lstStyle>
            <a:lvl1pPr algn="ctr">
              <a:lnSpc>
                <a:spcPct val="120000"/>
              </a:lnSpc>
              <a:defRPr sz="1200">
                <a:solidFill>
                  <a:schemeClr val="bg1">
                    <a:lumMod val="50000"/>
                  </a:schemeClr>
                </a:solidFill>
              </a:defRPr>
            </a:lvl1pPr>
          </a:lstStyle>
          <a:p>
            <a:pPr fontAlgn="base"/>
            <a:endParaRPr lang="zh-CN" altLang="en-US" strike="noStrike" noProof="1"/>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normAutofit/>
          </a:bodyPr>
          <a:lstStyle>
            <a:lvl1pPr algn="r">
              <a:lnSpc>
                <a:spcPct val="120000"/>
              </a:lnSpc>
              <a:defRPr sz="1200">
                <a:solidFill>
                  <a:schemeClr val="bg1">
                    <a:lumMod val="50000"/>
                  </a:schemeClr>
                </a:solidFill>
              </a:defRPr>
            </a:lvl1pPr>
          </a:lstStyle>
          <a:p>
            <a:pPr fontAlgn="base"/>
            <a:fld id="{49AE70B2-8BF9-45C0-BB95-33D1B9D3A854}" type="slidenum">
              <a:rPr lang="zh-CN" altLang="en-US" strike="noStrike" noProof="1" smtClean="0">
                <a:latin typeface="Arial" panose="020B0604020202020204" pitchFamily="34" charset="0"/>
                <a:ea typeface="宋体" panose="02010600030101010101" pitchFamily="2" charset="-122"/>
                <a:cs typeface="+mn-cs"/>
              </a:rPr>
            </a:fld>
            <a:endParaRPr lang="zh-CN" altLang="en-US" strike="noStrike" noProof="1"/>
          </a:p>
        </p:txBody>
      </p:sp>
      <p:sp>
        <p:nvSpPr>
          <p:cNvPr id="7" name="KSO_TEMPLATE" hidden="1"/>
          <p:cNvSpPr/>
          <p:nvPr>
            <p:custDataLst>
              <p:tags r:id="rId13"/>
            </p:custDataLst>
          </p:nvPr>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base"/>
            <a:endParaRPr lang="zh-CN" altLang="en-US" sz="1800" strike="noStrike" noProof="1"/>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lvl1pPr algn="l" defTabSz="685800" rtl="0" eaLnBrk="1" latinLnBrk="0" hangingPunct="1">
        <a:lnSpc>
          <a:spcPct val="120000"/>
        </a:lnSpc>
        <a:spcBef>
          <a:spcPct val="0"/>
        </a:spcBef>
        <a:buNone/>
        <a:defRPr sz="3600" kern="1200">
          <a:solidFill>
            <a:schemeClr val="tx1">
              <a:lumMod val="75000"/>
              <a:lumOff val="25000"/>
            </a:schemeClr>
          </a:solidFill>
          <a:latin typeface="+mj-lt"/>
          <a:ea typeface="+mj-ea"/>
          <a:cs typeface="+mj-cs"/>
        </a:defRPr>
      </a:lvl1pPr>
    </p:titleStyle>
    <p:bodyStyle>
      <a:lvl1pPr marL="171450" indent="-171450" algn="l" defTabSz="685800" rtl="0" eaLnBrk="1" latinLnBrk="0" hangingPunct="1">
        <a:lnSpc>
          <a:spcPct val="120000"/>
        </a:lnSpc>
        <a:spcBef>
          <a:spcPts val="750"/>
        </a:spcBef>
        <a:buFont typeface="Arial" panose="020B0604020202020204" pitchFamily="34" charset="0"/>
        <a:buChar char="•"/>
        <a:defRPr sz="2400" kern="1200">
          <a:solidFill>
            <a:schemeClr val="tx1">
              <a:lumMod val="75000"/>
              <a:lumOff val="25000"/>
            </a:schemeClr>
          </a:solidFill>
          <a:latin typeface="+mn-lt"/>
          <a:ea typeface="+mn-ea"/>
          <a:cs typeface="+mn-cs"/>
        </a:defRPr>
      </a:lvl1pPr>
      <a:lvl2pPr marL="514350" indent="-171450" algn="l" defTabSz="685800" rtl="0" eaLnBrk="1" latinLnBrk="0" hangingPunct="1">
        <a:lnSpc>
          <a:spcPct val="120000"/>
        </a:lnSpc>
        <a:spcBef>
          <a:spcPts val="375"/>
        </a:spcBef>
        <a:buFont typeface="Arial" panose="020B0604020202020204" pitchFamily="34" charset="0"/>
        <a:buChar char="•"/>
        <a:defRPr sz="2000" kern="1200">
          <a:solidFill>
            <a:schemeClr val="tx1">
              <a:lumMod val="75000"/>
              <a:lumOff val="25000"/>
            </a:schemeClr>
          </a:solidFill>
          <a:latin typeface="+mn-lt"/>
          <a:ea typeface="+mn-ea"/>
          <a:cs typeface="+mn-cs"/>
        </a:defRPr>
      </a:lvl2pPr>
      <a:lvl3pPr marL="857250" indent="-171450" algn="l" defTabSz="685800" rtl="0" eaLnBrk="1" latinLnBrk="0" hangingPunct="1">
        <a:lnSpc>
          <a:spcPct val="120000"/>
        </a:lnSpc>
        <a:spcBef>
          <a:spcPts val="375"/>
        </a:spcBef>
        <a:buFont typeface="Arial" panose="020B0604020202020204" pitchFamily="34" charset="0"/>
        <a:buChar char="•"/>
        <a:defRPr sz="1800" kern="1200">
          <a:solidFill>
            <a:schemeClr val="tx1">
              <a:lumMod val="75000"/>
              <a:lumOff val="25000"/>
            </a:schemeClr>
          </a:solidFill>
          <a:latin typeface="+mn-lt"/>
          <a:ea typeface="+mn-ea"/>
          <a:cs typeface="+mn-cs"/>
        </a:defRPr>
      </a:lvl3pPr>
      <a:lvl4pPr marL="1200150" indent="-171450" algn="l" defTabSz="685800" rtl="0" eaLnBrk="1" latinLnBrk="0" hangingPunct="1">
        <a:lnSpc>
          <a:spcPct val="120000"/>
        </a:lnSpc>
        <a:spcBef>
          <a:spcPts val="375"/>
        </a:spcBef>
        <a:buFont typeface="Arial" panose="020B0604020202020204" pitchFamily="34" charset="0"/>
        <a:buChar char="•"/>
        <a:defRPr sz="1800" kern="1200">
          <a:solidFill>
            <a:schemeClr val="tx1">
              <a:lumMod val="75000"/>
              <a:lumOff val="25000"/>
            </a:schemeClr>
          </a:solidFill>
          <a:latin typeface="+mn-lt"/>
          <a:ea typeface="+mn-ea"/>
          <a:cs typeface="+mn-cs"/>
        </a:defRPr>
      </a:lvl4pPr>
      <a:lvl5pPr marL="1543050" indent="-171450" algn="l" defTabSz="685800" rtl="0" eaLnBrk="1" latinLnBrk="0" hangingPunct="1">
        <a:lnSpc>
          <a:spcPct val="120000"/>
        </a:lnSpc>
        <a:spcBef>
          <a:spcPts val="375"/>
        </a:spcBef>
        <a:buFont typeface="Arial" panose="020B0604020202020204" pitchFamily="34" charset="0"/>
        <a:buChar char="•"/>
        <a:defRPr sz="1800" kern="1200">
          <a:solidFill>
            <a:schemeClr val="tx1">
              <a:lumMod val="75000"/>
              <a:lumOff val="25000"/>
            </a:schemeClr>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zh-CN"/>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p:cNvSpPr>
            <a:spLocks noGrp="1"/>
          </p:cNvSpPr>
          <p:nvPr>
            <p:ph type="title"/>
            <p:custDataLst>
              <p:tags r:id="rId11"/>
            </p:custDataLst>
          </p:nvPr>
        </p:nvSpPr>
        <p:spPr>
          <a:xfrm>
            <a:off x="838200" y="365126"/>
            <a:ext cx="10515600" cy="1325563"/>
          </a:xfrm>
          <a:prstGeom prst="rect">
            <a:avLst/>
          </a:prstGeom>
        </p:spPr>
        <p:txBody>
          <a:bodyPr vert="horz" lIns="91440" tIns="45720" rIns="91440" bIns="45720" rtlCol="0" anchor="ctr">
            <a:normAutofit/>
          </a:bodyPr>
          <a:lstStyle/>
          <a:p>
            <a:r>
              <a:rPr lang="zh-CN" altLang="en-US" dirty="0"/>
              <a:t>单击此处编辑母版标题样式</a:t>
            </a:r>
            <a:endParaRPr lang="zh-CN" altLang="en-US" dirty="0"/>
          </a:p>
        </p:txBody>
      </p:sp>
      <p:sp>
        <p:nvSpPr>
          <p:cNvPr id="3" name="文本占位符 2"/>
          <p:cNvSpPr>
            <a:spLocks noGrp="1"/>
          </p:cNvSpPr>
          <p:nvPr>
            <p:ph type="body" idx="1"/>
            <p:custDataLst>
              <p:tags r:id="rId12"/>
            </p:custDataLst>
          </p:nvPr>
        </p:nvSpPr>
        <p:spPr>
          <a:xfrm>
            <a:off x="838200" y="1825625"/>
            <a:ext cx="10515600" cy="4351338"/>
          </a:xfrm>
          <a:prstGeom prst="rect">
            <a:avLst/>
          </a:prstGeom>
        </p:spPr>
        <p:txBody>
          <a:bodyPr vert="horz" lIns="91440" tIns="45720" rIns="91440" bIns="4572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nvPr>
        </p:nvSpPr>
        <p:spPr>
          <a:xfrm>
            <a:off x="838200" y="6356351"/>
            <a:ext cx="2743200" cy="365125"/>
          </a:xfrm>
          <a:prstGeom prst="rect">
            <a:avLst/>
          </a:prstGeom>
        </p:spPr>
        <p:txBody>
          <a:bodyPr vert="horz" lIns="91440" tIns="45720" rIns="91440" bIns="45720" rtlCol="0" anchor="ctr">
            <a:normAutofit/>
          </a:bodyPr>
          <a:lstStyle>
            <a:lvl1pPr algn="l">
              <a:lnSpc>
                <a:spcPct val="120000"/>
              </a:lnSpc>
              <a:defRPr sz="1200">
                <a:solidFill>
                  <a:schemeClr val="bg1">
                    <a:lumMod val="50000"/>
                  </a:schemeClr>
                </a:solidFill>
              </a:defRPr>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3"/>
          </p:nvPr>
        </p:nvSpPr>
        <p:spPr>
          <a:xfrm>
            <a:off x="4038600" y="6356351"/>
            <a:ext cx="4114800" cy="365125"/>
          </a:xfrm>
          <a:prstGeom prst="rect">
            <a:avLst/>
          </a:prstGeom>
        </p:spPr>
        <p:txBody>
          <a:bodyPr vert="horz" lIns="91440" tIns="45720" rIns="91440" bIns="45720" rtlCol="0" anchor="ctr">
            <a:normAutofit/>
          </a:bodyPr>
          <a:lstStyle>
            <a:lvl1pPr algn="ctr">
              <a:lnSpc>
                <a:spcPct val="120000"/>
              </a:lnSpc>
              <a:defRPr sz="1200">
                <a:solidFill>
                  <a:schemeClr val="bg1">
                    <a:lumMod val="50000"/>
                  </a:schemeClr>
                </a:solidFill>
              </a:defRPr>
            </a:lvl1pPr>
          </a:lstStyle>
          <a:p>
            <a:endParaRPr lang="zh-CN" altLang="en-US"/>
          </a:p>
        </p:txBody>
      </p:sp>
      <p:sp>
        <p:nvSpPr>
          <p:cNvPr id="6" name="灯片编号占位符 5"/>
          <p:cNvSpPr>
            <a:spLocks noGrp="1"/>
          </p:cNvSpPr>
          <p:nvPr>
            <p:ph type="sldNum" sz="quarter" idx="4"/>
          </p:nvPr>
        </p:nvSpPr>
        <p:spPr>
          <a:xfrm>
            <a:off x="8610600" y="6356351"/>
            <a:ext cx="2743200" cy="365125"/>
          </a:xfrm>
          <a:prstGeom prst="rect">
            <a:avLst/>
          </a:prstGeom>
        </p:spPr>
        <p:txBody>
          <a:bodyPr vert="horz" lIns="91440" tIns="45720" rIns="91440" bIns="45720" rtlCol="0" anchor="ctr">
            <a:normAutofit/>
          </a:bodyPr>
          <a:lstStyle>
            <a:lvl1pPr algn="r">
              <a:lnSpc>
                <a:spcPct val="120000"/>
              </a:lnSpc>
              <a:defRPr sz="1200">
                <a:solidFill>
                  <a:schemeClr val="bg1">
                    <a:lumMod val="50000"/>
                  </a:schemeClr>
                </a:solidFill>
              </a:defRPr>
            </a:lvl1pPr>
          </a:lstStyle>
          <a:p>
            <a:fld id="{49AE70B2-8BF9-45C0-BB95-33D1B9D3A854}" type="slidenum">
              <a:rPr lang="zh-CN" altLang="en-US" smtClean="0"/>
            </a:fld>
            <a:endParaRPr lang="zh-CN" altLang="en-US"/>
          </a:p>
        </p:txBody>
      </p:sp>
      <p:sp>
        <p:nvSpPr>
          <p:cNvPr id="7" name="KSO_TEMPLATE" hidden="1"/>
          <p:cNvSpPr/>
          <p:nvPr>
            <p:custDataLst>
              <p:tags r:id="rId13"/>
            </p:custDataLst>
          </p:nvPr>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 bg1="lt1" tx1="dk1" bg2="lt2" tx2="dk2" accent1="accent1" accent2="accent2" accent3="accent3" accent4="accent4" accent5="accent5" accent6="accent6" hlink="hlink" folHlink="fol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Lst>
  <p:txStyles>
    <p:titleStyle>
      <a:lvl1pPr algn="l" defTabSz="685800" rtl="0" eaLnBrk="1" latinLnBrk="0" hangingPunct="1">
        <a:lnSpc>
          <a:spcPct val="120000"/>
        </a:lnSpc>
        <a:spcBef>
          <a:spcPct val="0"/>
        </a:spcBef>
        <a:buNone/>
        <a:defRPr sz="3600" kern="1200">
          <a:solidFill>
            <a:schemeClr val="tx1">
              <a:lumMod val="75000"/>
              <a:lumOff val="25000"/>
            </a:schemeClr>
          </a:solidFill>
          <a:latin typeface="+mj-lt"/>
          <a:ea typeface="+mj-ea"/>
          <a:cs typeface="+mj-cs"/>
        </a:defRPr>
      </a:lvl1pPr>
    </p:titleStyle>
    <p:bodyStyle>
      <a:lvl1pPr marL="171450" indent="-171450" algn="l" defTabSz="685800" rtl="0" eaLnBrk="1" latinLnBrk="0" hangingPunct="1">
        <a:lnSpc>
          <a:spcPct val="120000"/>
        </a:lnSpc>
        <a:spcBef>
          <a:spcPts val="750"/>
        </a:spcBef>
        <a:buFont typeface="Arial" panose="020B0604020202020204" pitchFamily="34" charset="0"/>
        <a:buChar char="•"/>
        <a:defRPr sz="2400" kern="1200">
          <a:solidFill>
            <a:schemeClr val="tx1">
              <a:lumMod val="75000"/>
              <a:lumOff val="25000"/>
            </a:schemeClr>
          </a:solidFill>
          <a:latin typeface="+mn-lt"/>
          <a:ea typeface="+mn-ea"/>
          <a:cs typeface="+mn-cs"/>
        </a:defRPr>
      </a:lvl1pPr>
      <a:lvl2pPr marL="514350" indent="-171450" algn="l" defTabSz="685800" rtl="0" eaLnBrk="1" latinLnBrk="0" hangingPunct="1">
        <a:lnSpc>
          <a:spcPct val="120000"/>
        </a:lnSpc>
        <a:spcBef>
          <a:spcPts val="375"/>
        </a:spcBef>
        <a:buFont typeface="Arial" panose="020B0604020202020204" pitchFamily="34" charset="0"/>
        <a:buChar char="•"/>
        <a:defRPr sz="2000" kern="1200">
          <a:solidFill>
            <a:schemeClr val="tx1">
              <a:lumMod val="75000"/>
              <a:lumOff val="25000"/>
            </a:schemeClr>
          </a:solidFill>
          <a:latin typeface="+mn-lt"/>
          <a:ea typeface="+mn-ea"/>
          <a:cs typeface="+mn-cs"/>
        </a:defRPr>
      </a:lvl2pPr>
      <a:lvl3pPr marL="857250" indent="-171450" algn="l" defTabSz="685800" rtl="0" eaLnBrk="1" latinLnBrk="0" hangingPunct="1">
        <a:lnSpc>
          <a:spcPct val="120000"/>
        </a:lnSpc>
        <a:spcBef>
          <a:spcPts val="375"/>
        </a:spcBef>
        <a:buFont typeface="Arial" panose="020B0604020202020204" pitchFamily="34" charset="0"/>
        <a:buChar char="•"/>
        <a:defRPr sz="1800" kern="1200">
          <a:solidFill>
            <a:schemeClr val="tx1">
              <a:lumMod val="75000"/>
              <a:lumOff val="25000"/>
            </a:schemeClr>
          </a:solidFill>
          <a:latin typeface="+mn-lt"/>
          <a:ea typeface="+mn-ea"/>
          <a:cs typeface="+mn-cs"/>
        </a:defRPr>
      </a:lvl3pPr>
      <a:lvl4pPr marL="1200150" indent="-171450" algn="l" defTabSz="685800" rtl="0" eaLnBrk="1" latinLnBrk="0" hangingPunct="1">
        <a:lnSpc>
          <a:spcPct val="120000"/>
        </a:lnSpc>
        <a:spcBef>
          <a:spcPts val="375"/>
        </a:spcBef>
        <a:buFont typeface="Arial" panose="020B0604020202020204" pitchFamily="34" charset="0"/>
        <a:buChar char="•"/>
        <a:defRPr sz="1800" kern="1200">
          <a:solidFill>
            <a:schemeClr val="tx1">
              <a:lumMod val="75000"/>
              <a:lumOff val="25000"/>
            </a:schemeClr>
          </a:solidFill>
          <a:latin typeface="+mn-lt"/>
          <a:ea typeface="+mn-ea"/>
          <a:cs typeface="+mn-cs"/>
        </a:defRPr>
      </a:lvl4pPr>
      <a:lvl5pPr marL="1543050" indent="-171450" algn="l" defTabSz="685800" rtl="0" eaLnBrk="1" latinLnBrk="0" hangingPunct="1">
        <a:lnSpc>
          <a:spcPct val="120000"/>
        </a:lnSpc>
        <a:spcBef>
          <a:spcPts val="375"/>
        </a:spcBef>
        <a:buFont typeface="Arial" panose="020B0604020202020204" pitchFamily="34" charset="0"/>
        <a:buChar char="•"/>
        <a:defRPr sz="1800" kern="1200">
          <a:solidFill>
            <a:schemeClr val="tx1">
              <a:lumMod val="75000"/>
              <a:lumOff val="25000"/>
            </a:schemeClr>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zh-CN"/>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7" Type="http://schemas.openxmlformats.org/officeDocument/2006/relationships/notesSlide" Target="../notesSlides/notesSlide1.xml"/><Relationship Id="rId6" Type="http://schemas.openxmlformats.org/officeDocument/2006/relationships/slideLayout" Target="../slideLayouts/slideLayout1.xml"/><Relationship Id="rId5" Type="http://schemas.openxmlformats.org/officeDocument/2006/relationships/tags" Target="../tags/tag30.xml"/><Relationship Id="rId4" Type="http://schemas.openxmlformats.org/officeDocument/2006/relationships/image" Target="../media/image1.jpeg"/><Relationship Id="rId3" Type="http://schemas.openxmlformats.org/officeDocument/2006/relationships/tags" Target="../tags/tag29.xml"/><Relationship Id="rId2" Type="http://schemas.openxmlformats.org/officeDocument/2006/relationships/tags" Target="../tags/tag28.xml"/><Relationship Id="rId1" Type="http://schemas.openxmlformats.org/officeDocument/2006/relationships/tags" Target="../tags/tag27.xml"/></Relationships>
</file>

<file path=ppt/slides/_rels/slide2.xml.rels><?xml version="1.0" encoding="UTF-8" standalone="yes"?>
<Relationships xmlns="http://schemas.openxmlformats.org/package/2006/relationships"><Relationship Id="rId9" Type="http://schemas.openxmlformats.org/officeDocument/2006/relationships/tags" Target="../tags/tag39.xml"/><Relationship Id="rId8" Type="http://schemas.openxmlformats.org/officeDocument/2006/relationships/tags" Target="../tags/tag38.xml"/><Relationship Id="rId7" Type="http://schemas.openxmlformats.org/officeDocument/2006/relationships/tags" Target="../tags/tag37.xml"/><Relationship Id="rId6" Type="http://schemas.openxmlformats.org/officeDocument/2006/relationships/tags" Target="../tags/tag36.xml"/><Relationship Id="rId5" Type="http://schemas.openxmlformats.org/officeDocument/2006/relationships/tags" Target="../tags/tag35.xml"/><Relationship Id="rId4" Type="http://schemas.openxmlformats.org/officeDocument/2006/relationships/tags" Target="../tags/tag34.xml"/><Relationship Id="rId3" Type="http://schemas.openxmlformats.org/officeDocument/2006/relationships/tags" Target="../tags/tag33.xml"/><Relationship Id="rId23" Type="http://schemas.openxmlformats.org/officeDocument/2006/relationships/notesSlide" Target="../notesSlides/notesSlide2.xml"/><Relationship Id="rId22" Type="http://schemas.openxmlformats.org/officeDocument/2006/relationships/slideLayout" Target="../slideLayouts/slideLayout7.xml"/><Relationship Id="rId21" Type="http://schemas.openxmlformats.org/officeDocument/2006/relationships/tags" Target="../tags/tag50.xml"/><Relationship Id="rId20" Type="http://schemas.openxmlformats.org/officeDocument/2006/relationships/image" Target="../media/image1.jpeg"/><Relationship Id="rId2" Type="http://schemas.openxmlformats.org/officeDocument/2006/relationships/tags" Target="../tags/tag32.xml"/><Relationship Id="rId19" Type="http://schemas.openxmlformats.org/officeDocument/2006/relationships/tags" Target="../tags/tag49.xml"/><Relationship Id="rId18" Type="http://schemas.openxmlformats.org/officeDocument/2006/relationships/tags" Target="../tags/tag48.xml"/><Relationship Id="rId17" Type="http://schemas.openxmlformats.org/officeDocument/2006/relationships/tags" Target="../tags/tag47.xml"/><Relationship Id="rId16" Type="http://schemas.openxmlformats.org/officeDocument/2006/relationships/tags" Target="../tags/tag46.xml"/><Relationship Id="rId15" Type="http://schemas.openxmlformats.org/officeDocument/2006/relationships/tags" Target="../tags/tag45.xml"/><Relationship Id="rId14" Type="http://schemas.openxmlformats.org/officeDocument/2006/relationships/tags" Target="../tags/tag44.xml"/><Relationship Id="rId13" Type="http://schemas.openxmlformats.org/officeDocument/2006/relationships/tags" Target="../tags/tag43.xml"/><Relationship Id="rId12" Type="http://schemas.openxmlformats.org/officeDocument/2006/relationships/tags" Target="../tags/tag42.xml"/><Relationship Id="rId11" Type="http://schemas.openxmlformats.org/officeDocument/2006/relationships/tags" Target="../tags/tag41.xml"/><Relationship Id="rId10" Type="http://schemas.openxmlformats.org/officeDocument/2006/relationships/tags" Target="../tags/tag40.xml"/><Relationship Id="rId1" Type="http://schemas.openxmlformats.org/officeDocument/2006/relationships/tags" Target="../tags/tag31.xml"/></Relationships>
</file>

<file path=ppt/slides/_rels/slide3.xml.rels><?xml version="1.0" encoding="UTF-8" standalone="yes"?>
<Relationships xmlns="http://schemas.openxmlformats.org/package/2006/relationships"><Relationship Id="rId9" Type="http://schemas.openxmlformats.org/officeDocument/2006/relationships/notesSlide" Target="../notesSlides/notesSlide3.xml"/><Relationship Id="rId8" Type="http://schemas.openxmlformats.org/officeDocument/2006/relationships/slideLayout" Target="../slideLayouts/slideLayout18.xml"/><Relationship Id="rId7" Type="http://schemas.openxmlformats.org/officeDocument/2006/relationships/tags" Target="../tags/tag56.xml"/><Relationship Id="rId6" Type="http://schemas.openxmlformats.org/officeDocument/2006/relationships/image" Target="../media/image1.jpeg"/><Relationship Id="rId5" Type="http://schemas.openxmlformats.org/officeDocument/2006/relationships/tags" Target="../tags/tag55.xml"/><Relationship Id="rId4" Type="http://schemas.openxmlformats.org/officeDocument/2006/relationships/tags" Target="../tags/tag54.xml"/><Relationship Id="rId3" Type="http://schemas.openxmlformats.org/officeDocument/2006/relationships/tags" Target="../tags/tag53.xml"/><Relationship Id="rId2" Type="http://schemas.openxmlformats.org/officeDocument/2006/relationships/tags" Target="../tags/tag52.xml"/><Relationship Id="rId1" Type="http://schemas.openxmlformats.org/officeDocument/2006/relationships/tags" Target="../tags/tag51.xml"/></Relationships>
</file>

<file path=ppt/slides/_rels/slide4.xml.rels><?xml version="1.0" encoding="UTF-8" standalone="yes"?>
<Relationships xmlns="http://schemas.openxmlformats.org/package/2006/relationships"><Relationship Id="rId9" Type="http://schemas.openxmlformats.org/officeDocument/2006/relationships/tags" Target="../tags/tag65.xml"/><Relationship Id="rId8" Type="http://schemas.openxmlformats.org/officeDocument/2006/relationships/tags" Target="../tags/tag64.xml"/><Relationship Id="rId7" Type="http://schemas.openxmlformats.org/officeDocument/2006/relationships/tags" Target="../tags/tag63.xml"/><Relationship Id="rId6" Type="http://schemas.openxmlformats.org/officeDocument/2006/relationships/tags" Target="../tags/tag62.xml"/><Relationship Id="rId5" Type="http://schemas.openxmlformats.org/officeDocument/2006/relationships/tags" Target="../tags/tag61.xml"/><Relationship Id="rId4" Type="http://schemas.openxmlformats.org/officeDocument/2006/relationships/tags" Target="../tags/tag60.xml"/><Relationship Id="rId3" Type="http://schemas.openxmlformats.org/officeDocument/2006/relationships/tags" Target="../tags/tag59.xml"/><Relationship Id="rId20" Type="http://schemas.openxmlformats.org/officeDocument/2006/relationships/notesSlide" Target="../notesSlides/notesSlide4.xml"/><Relationship Id="rId2" Type="http://schemas.openxmlformats.org/officeDocument/2006/relationships/tags" Target="../tags/tag58.xml"/><Relationship Id="rId19" Type="http://schemas.openxmlformats.org/officeDocument/2006/relationships/slideLayout" Target="../slideLayouts/slideLayout18.xml"/><Relationship Id="rId18" Type="http://schemas.openxmlformats.org/officeDocument/2006/relationships/tags" Target="../tags/tag73.xml"/><Relationship Id="rId17" Type="http://schemas.openxmlformats.org/officeDocument/2006/relationships/image" Target="../media/image1.jpeg"/><Relationship Id="rId16" Type="http://schemas.openxmlformats.org/officeDocument/2006/relationships/tags" Target="../tags/tag72.xml"/><Relationship Id="rId15" Type="http://schemas.openxmlformats.org/officeDocument/2006/relationships/tags" Target="../tags/tag71.xml"/><Relationship Id="rId14" Type="http://schemas.openxmlformats.org/officeDocument/2006/relationships/tags" Target="../tags/tag70.xml"/><Relationship Id="rId13" Type="http://schemas.openxmlformats.org/officeDocument/2006/relationships/tags" Target="../tags/tag69.xml"/><Relationship Id="rId12" Type="http://schemas.openxmlformats.org/officeDocument/2006/relationships/tags" Target="../tags/tag68.xml"/><Relationship Id="rId11" Type="http://schemas.openxmlformats.org/officeDocument/2006/relationships/tags" Target="../tags/tag67.xml"/><Relationship Id="rId10" Type="http://schemas.openxmlformats.org/officeDocument/2006/relationships/tags" Target="../tags/tag66.xml"/><Relationship Id="rId1" Type="http://schemas.openxmlformats.org/officeDocument/2006/relationships/tags" Target="../tags/tag57.xml"/></Relationships>
</file>

<file path=ppt/slides/_rels/slide5.xml.rels><?xml version="1.0" encoding="UTF-8" standalone="yes"?>
<Relationships xmlns="http://schemas.openxmlformats.org/package/2006/relationships"><Relationship Id="rId8" Type="http://schemas.openxmlformats.org/officeDocument/2006/relationships/notesSlide" Target="../notesSlides/notesSlide5.xml"/><Relationship Id="rId7" Type="http://schemas.openxmlformats.org/officeDocument/2006/relationships/slideLayout" Target="../slideLayouts/slideLayout18.xml"/><Relationship Id="rId6" Type="http://schemas.openxmlformats.org/officeDocument/2006/relationships/tags" Target="../tags/tag78.xml"/><Relationship Id="rId5" Type="http://schemas.openxmlformats.org/officeDocument/2006/relationships/image" Target="../media/image1.jpeg"/><Relationship Id="rId4" Type="http://schemas.openxmlformats.org/officeDocument/2006/relationships/tags" Target="../tags/tag77.xml"/><Relationship Id="rId3" Type="http://schemas.openxmlformats.org/officeDocument/2006/relationships/tags" Target="../tags/tag76.xml"/><Relationship Id="rId2" Type="http://schemas.openxmlformats.org/officeDocument/2006/relationships/tags" Target="../tags/tag75.xml"/><Relationship Id="rId1" Type="http://schemas.openxmlformats.org/officeDocument/2006/relationships/tags" Target="../tags/tag74.xml"/></Relationships>
</file>

<file path=ppt/slides/_rels/slide6.xml.rels><?xml version="1.0" encoding="UTF-8" standalone="yes"?>
<Relationships xmlns="http://schemas.openxmlformats.org/package/2006/relationships"><Relationship Id="rId9" Type="http://schemas.openxmlformats.org/officeDocument/2006/relationships/tags" Target="../tags/tag86.xml"/><Relationship Id="rId8" Type="http://schemas.openxmlformats.org/officeDocument/2006/relationships/tags" Target="../tags/tag85.xml"/><Relationship Id="rId7" Type="http://schemas.openxmlformats.org/officeDocument/2006/relationships/tags" Target="../tags/tag84.xml"/><Relationship Id="rId6" Type="http://schemas.openxmlformats.org/officeDocument/2006/relationships/tags" Target="../tags/tag83.xml"/><Relationship Id="rId5" Type="http://schemas.openxmlformats.org/officeDocument/2006/relationships/image" Target="../media/image1.jpeg"/><Relationship Id="rId4" Type="http://schemas.openxmlformats.org/officeDocument/2006/relationships/tags" Target="../tags/tag82.xml"/><Relationship Id="rId3" Type="http://schemas.openxmlformats.org/officeDocument/2006/relationships/tags" Target="../tags/tag81.xml"/><Relationship Id="rId21" Type="http://schemas.openxmlformats.org/officeDocument/2006/relationships/notesSlide" Target="../notesSlides/notesSlide6.xml"/><Relationship Id="rId20" Type="http://schemas.openxmlformats.org/officeDocument/2006/relationships/slideLayout" Target="../slideLayouts/slideLayout18.xml"/><Relationship Id="rId2" Type="http://schemas.openxmlformats.org/officeDocument/2006/relationships/tags" Target="../tags/tag80.xml"/><Relationship Id="rId19" Type="http://schemas.openxmlformats.org/officeDocument/2006/relationships/tags" Target="../tags/tag96.xml"/><Relationship Id="rId18" Type="http://schemas.openxmlformats.org/officeDocument/2006/relationships/tags" Target="../tags/tag95.xml"/><Relationship Id="rId17" Type="http://schemas.openxmlformats.org/officeDocument/2006/relationships/tags" Target="../tags/tag94.xml"/><Relationship Id="rId16" Type="http://schemas.openxmlformats.org/officeDocument/2006/relationships/tags" Target="../tags/tag93.xml"/><Relationship Id="rId15" Type="http://schemas.openxmlformats.org/officeDocument/2006/relationships/tags" Target="../tags/tag92.xml"/><Relationship Id="rId14" Type="http://schemas.openxmlformats.org/officeDocument/2006/relationships/tags" Target="../tags/tag91.xml"/><Relationship Id="rId13" Type="http://schemas.openxmlformats.org/officeDocument/2006/relationships/tags" Target="../tags/tag90.xml"/><Relationship Id="rId12" Type="http://schemas.openxmlformats.org/officeDocument/2006/relationships/tags" Target="../tags/tag89.xml"/><Relationship Id="rId11" Type="http://schemas.openxmlformats.org/officeDocument/2006/relationships/tags" Target="../tags/tag88.xml"/><Relationship Id="rId10" Type="http://schemas.openxmlformats.org/officeDocument/2006/relationships/tags" Target="../tags/tag87.xml"/><Relationship Id="rId1" Type="http://schemas.openxmlformats.org/officeDocument/2006/relationships/tags" Target="../tags/tag79.xml"/></Relationships>
</file>

<file path=ppt/slides/_rels/slide7.xml.rels><?xml version="1.0" encoding="UTF-8" standalone="yes"?>
<Relationships xmlns="http://schemas.openxmlformats.org/package/2006/relationships"><Relationship Id="rId9" Type="http://schemas.openxmlformats.org/officeDocument/2006/relationships/tags" Target="../tags/tag104.xml"/><Relationship Id="rId8" Type="http://schemas.openxmlformats.org/officeDocument/2006/relationships/tags" Target="../tags/tag103.xml"/><Relationship Id="rId7" Type="http://schemas.openxmlformats.org/officeDocument/2006/relationships/tags" Target="../tags/tag102.xml"/><Relationship Id="rId6" Type="http://schemas.openxmlformats.org/officeDocument/2006/relationships/tags" Target="../tags/tag101.xml"/><Relationship Id="rId5" Type="http://schemas.openxmlformats.org/officeDocument/2006/relationships/image" Target="../media/image1.jpeg"/><Relationship Id="rId4" Type="http://schemas.openxmlformats.org/officeDocument/2006/relationships/tags" Target="../tags/tag100.xml"/><Relationship Id="rId33" Type="http://schemas.openxmlformats.org/officeDocument/2006/relationships/notesSlide" Target="../notesSlides/notesSlide7.xml"/><Relationship Id="rId32" Type="http://schemas.openxmlformats.org/officeDocument/2006/relationships/slideLayout" Target="../slideLayouts/slideLayout18.xml"/><Relationship Id="rId31" Type="http://schemas.openxmlformats.org/officeDocument/2006/relationships/tags" Target="../tags/tag126.xml"/><Relationship Id="rId30" Type="http://schemas.openxmlformats.org/officeDocument/2006/relationships/tags" Target="../tags/tag125.xml"/><Relationship Id="rId3" Type="http://schemas.openxmlformats.org/officeDocument/2006/relationships/tags" Target="../tags/tag99.xml"/><Relationship Id="rId29" Type="http://schemas.openxmlformats.org/officeDocument/2006/relationships/tags" Target="../tags/tag124.xml"/><Relationship Id="rId28" Type="http://schemas.openxmlformats.org/officeDocument/2006/relationships/tags" Target="../tags/tag123.xml"/><Relationship Id="rId27" Type="http://schemas.openxmlformats.org/officeDocument/2006/relationships/tags" Target="../tags/tag122.xml"/><Relationship Id="rId26" Type="http://schemas.openxmlformats.org/officeDocument/2006/relationships/tags" Target="../tags/tag121.xml"/><Relationship Id="rId25" Type="http://schemas.openxmlformats.org/officeDocument/2006/relationships/tags" Target="../tags/tag120.xml"/><Relationship Id="rId24" Type="http://schemas.openxmlformats.org/officeDocument/2006/relationships/tags" Target="../tags/tag119.xml"/><Relationship Id="rId23" Type="http://schemas.openxmlformats.org/officeDocument/2006/relationships/tags" Target="../tags/tag118.xml"/><Relationship Id="rId22" Type="http://schemas.openxmlformats.org/officeDocument/2006/relationships/tags" Target="../tags/tag117.xml"/><Relationship Id="rId21" Type="http://schemas.openxmlformats.org/officeDocument/2006/relationships/tags" Target="../tags/tag116.xml"/><Relationship Id="rId20" Type="http://schemas.openxmlformats.org/officeDocument/2006/relationships/tags" Target="../tags/tag115.xml"/><Relationship Id="rId2" Type="http://schemas.openxmlformats.org/officeDocument/2006/relationships/tags" Target="../tags/tag98.xml"/><Relationship Id="rId19" Type="http://schemas.openxmlformats.org/officeDocument/2006/relationships/tags" Target="../tags/tag114.xml"/><Relationship Id="rId18" Type="http://schemas.openxmlformats.org/officeDocument/2006/relationships/tags" Target="../tags/tag113.xml"/><Relationship Id="rId17" Type="http://schemas.openxmlformats.org/officeDocument/2006/relationships/tags" Target="../tags/tag112.xml"/><Relationship Id="rId16" Type="http://schemas.openxmlformats.org/officeDocument/2006/relationships/tags" Target="../tags/tag111.xml"/><Relationship Id="rId15" Type="http://schemas.openxmlformats.org/officeDocument/2006/relationships/tags" Target="../tags/tag110.xml"/><Relationship Id="rId14" Type="http://schemas.openxmlformats.org/officeDocument/2006/relationships/tags" Target="../tags/tag109.xml"/><Relationship Id="rId13" Type="http://schemas.openxmlformats.org/officeDocument/2006/relationships/tags" Target="../tags/tag108.xml"/><Relationship Id="rId12" Type="http://schemas.openxmlformats.org/officeDocument/2006/relationships/tags" Target="../tags/tag107.xml"/><Relationship Id="rId11" Type="http://schemas.openxmlformats.org/officeDocument/2006/relationships/tags" Target="../tags/tag106.xml"/><Relationship Id="rId10" Type="http://schemas.openxmlformats.org/officeDocument/2006/relationships/tags" Target="../tags/tag105.xml"/><Relationship Id="rId1" Type="http://schemas.openxmlformats.org/officeDocument/2006/relationships/tags" Target="../tags/tag97.xml"/></Relationships>
</file>

<file path=ppt/slides/_rels/slide8.xml.rels><?xml version="1.0" encoding="UTF-8" standalone="yes"?>
<Relationships xmlns="http://schemas.openxmlformats.org/package/2006/relationships"><Relationship Id="rId9" Type="http://schemas.openxmlformats.org/officeDocument/2006/relationships/tags" Target="../tags/tag134.xml"/><Relationship Id="rId8" Type="http://schemas.openxmlformats.org/officeDocument/2006/relationships/tags" Target="../tags/tag133.xml"/><Relationship Id="rId7" Type="http://schemas.openxmlformats.org/officeDocument/2006/relationships/tags" Target="../tags/tag132.xml"/><Relationship Id="rId6" Type="http://schemas.openxmlformats.org/officeDocument/2006/relationships/tags" Target="../tags/tag131.xml"/><Relationship Id="rId5" Type="http://schemas.openxmlformats.org/officeDocument/2006/relationships/image" Target="../media/image1.jpeg"/><Relationship Id="rId4" Type="http://schemas.openxmlformats.org/officeDocument/2006/relationships/tags" Target="../tags/tag130.xml"/><Relationship Id="rId3" Type="http://schemas.openxmlformats.org/officeDocument/2006/relationships/tags" Target="../tags/tag129.xml"/><Relationship Id="rId20" Type="http://schemas.openxmlformats.org/officeDocument/2006/relationships/notesSlide" Target="../notesSlides/notesSlide8.xml"/><Relationship Id="rId2" Type="http://schemas.openxmlformats.org/officeDocument/2006/relationships/tags" Target="../tags/tag128.xml"/><Relationship Id="rId19" Type="http://schemas.openxmlformats.org/officeDocument/2006/relationships/slideLayout" Target="../slideLayouts/slideLayout18.xml"/><Relationship Id="rId18" Type="http://schemas.openxmlformats.org/officeDocument/2006/relationships/tags" Target="../tags/tag143.xml"/><Relationship Id="rId17" Type="http://schemas.openxmlformats.org/officeDocument/2006/relationships/tags" Target="../tags/tag142.xml"/><Relationship Id="rId16" Type="http://schemas.openxmlformats.org/officeDocument/2006/relationships/tags" Target="../tags/tag141.xml"/><Relationship Id="rId15" Type="http://schemas.openxmlformats.org/officeDocument/2006/relationships/tags" Target="../tags/tag140.xml"/><Relationship Id="rId14" Type="http://schemas.openxmlformats.org/officeDocument/2006/relationships/tags" Target="../tags/tag139.xml"/><Relationship Id="rId13" Type="http://schemas.openxmlformats.org/officeDocument/2006/relationships/tags" Target="../tags/tag138.xml"/><Relationship Id="rId12" Type="http://schemas.openxmlformats.org/officeDocument/2006/relationships/tags" Target="../tags/tag137.xml"/><Relationship Id="rId11" Type="http://schemas.openxmlformats.org/officeDocument/2006/relationships/tags" Target="../tags/tag136.xml"/><Relationship Id="rId10" Type="http://schemas.openxmlformats.org/officeDocument/2006/relationships/tags" Target="../tags/tag135.xml"/><Relationship Id="rId1" Type="http://schemas.openxmlformats.org/officeDocument/2006/relationships/tags" Target="../tags/tag127.xml"/></Relationships>
</file>

<file path=ppt/slides/_rels/slide9.xml.rels><?xml version="1.0" encoding="UTF-8" standalone="yes"?>
<Relationships xmlns="http://schemas.openxmlformats.org/package/2006/relationships"><Relationship Id="rId8" Type="http://schemas.openxmlformats.org/officeDocument/2006/relationships/notesSlide" Target="../notesSlides/notesSlide9.xml"/><Relationship Id="rId7" Type="http://schemas.openxmlformats.org/officeDocument/2006/relationships/slideLayout" Target="../slideLayouts/slideLayout18.xml"/><Relationship Id="rId6" Type="http://schemas.openxmlformats.org/officeDocument/2006/relationships/tags" Target="../tags/tag148.xml"/><Relationship Id="rId5" Type="http://schemas.openxmlformats.org/officeDocument/2006/relationships/image" Target="../media/image1.jpeg"/><Relationship Id="rId4" Type="http://schemas.openxmlformats.org/officeDocument/2006/relationships/tags" Target="../tags/tag147.xml"/><Relationship Id="rId3" Type="http://schemas.openxmlformats.org/officeDocument/2006/relationships/tags" Target="../tags/tag146.xml"/><Relationship Id="rId2" Type="http://schemas.openxmlformats.org/officeDocument/2006/relationships/tags" Target="../tags/tag145.xml"/><Relationship Id="rId1" Type="http://schemas.openxmlformats.org/officeDocument/2006/relationships/tags" Target="../tags/tag144.xml"/></Relationships>
</file>

<file path=ppt/slides/_rels/slide10.xml.rels><?xml version="1.0" encoding="UTF-8" standalone="yes"?>
<Relationships xmlns="http://schemas.openxmlformats.org/package/2006/relationships"><Relationship Id="rId9" Type="http://schemas.openxmlformats.org/officeDocument/2006/relationships/notesSlide" Target="../notesSlides/notesSlide10.xml"/><Relationship Id="rId8" Type="http://schemas.openxmlformats.org/officeDocument/2006/relationships/slideLayout" Target="../slideLayouts/slideLayout18.xml"/><Relationship Id="rId7" Type="http://schemas.openxmlformats.org/officeDocument/2006/relationships/tags" Target="../tags/tag153.xml"/><Relationship Id="rId6" Type="http://schemas.openxmlformats.org/officeDocument/2006/relationships/image" Target="../media/image2.png"/><Relationship Id="rId5" Type="http://schemas.openxmlformats.org/officeDocument/2006/relationships/image" Target="../media/image1.jpeg"/><Relationship Id="rId4" Type="http://schemas.openxmlformats.org/officeDocument/2006/relationships/tags" Target="../tags/tag152.xml"/><Relationship Id="rId3" Type="http://schemas.openxmlformats.org/officeDocument/2006/relationships/tags" Target="../tags/tag151.xml"/><Relationship Id="rId2" Type="http://schemas.openxmlformats.org/officeDocument/2006/relationships/tags" Target="../tags/tag150.xml"/><Relationship Id="rId1" Type="http://schemas.openxmlformats.org/officeDocument/2006/relationships/tags" Target="../tags/tag149.xml"/></Relationships>
</file>

<file path=ppt/slides/_rels/slide11.xml.rels><?xml version="1.0" encoding="UTF-8" standalone="yes"?>
<Relationships xmlns="http://schemas.openxmlformats.org/package/2006/relationships"><Relationship Id="rId8" Type="http://schemas.openxmlformats.org/officeDocument/2006/relationships/notesSlide" Target="../notesSlides/notesSlide11.xml"/><Relationship Id="rId7" Type="http://schemas.openxmlformats.org/officeDocument/2006/relationships/slideLayout" Target="../slideLayouts/slideLayout18.xml"/><Relationship Id="rId6" Type="http://schemas.openxmlformats.org/officeDocument/2006/relationships/tags" Target="../tags/tag158.xml"/><Relationship Id="rId5" Type="http://schemas.openxmlformats.org/officeDocument/2006/relationships/image" Target="../media/image1.jpeg"/><Relationship Id="rId4" Type="http://schemas.openxmlformats.org/officeDocument/2006/relationships/tags" Target="../tags/tag157.xml"/><Relationship Id="rId3" Type="http://schemas.openxmlformats.org/officeDocument/2006/relationships/tags" Target="../tags/tag156.xml"/><Relationship Id="rId2" Type="http://schemas.openxmlformats.org/officeDocument/2006/relationships/tags" Target="../tags/tag155.xml"/><Relationship Id="rId1" Type="http://schemas.openxmlformats.org/officeDocument/2006/relationships/tags" Target="../tags/tag154.xml"/></Relationships>
</file>

<file path=ppt/slides/_rels/slide12.xml.rels><?xml version="1.0" encoding="UTF-8" standalone="yes"?>
<Relationships xmlns="http://schemas.openxmlformats.org/package/2006/relationships"><Relationship Id="rId9" Type="http://schemas.openxmlformats.org/officeDocument/2006/relationships/slideLayout" Target="../slideLayouts/slideLayout18.xml"/><Relationship Id="rId8" Type="http://schemas.openxmlformats.org/officeDocument/2006/relationships/tags" Target="../tags/tag163.xml"/><Relationship Id="rId7" Type="http://schemas.openxmlformats.org/officeDocument/2006/relationships/image" Target="../media/image4.png"/><Relationship Id="rId6" Type="http://schemas.openxmlformats.org/officeDocument/2006/relationships/image" Target="../media/image3.jpeg"/><Relationship Id="rId5" Type="http://schemas.openxmlformats.org/officeDocument/2006/relationships/image" Target="../media/image1.jpeg"/><Relationship Id="rId4" Type="http://schemas.openxmlformats.org/officeDocument/2006/relationships/tags" Target="../tags/tag162.xml"/><Relationship Id="rId3" Type="http://schemas.openxmlformats.org/officeDocument/2006/relationships/tags" Target="../tags/tag161.xml"/><Relationship Id="rId2" Type="http://schemas.openxmlformats.org/officeDocument/2006/relationships/tags" Target="../tags/tag160.xml"/><Relationship Id="rId10" Type="http://schemas.openxmlformats.org/officeDocument/2006/relationships/notesSlide" Target="../notesSlides/notesSlide12.xml"/><Relationship Id="rId1" Type="http://schemas.openxmlformats.org/officeDocument/2006/relationships/tags" Target="../tags/tag159.xml"/></Relationships>
</file>

<file path=ppt/slides/_rels/slide13.xml.rels><?xml version="1.0" encoding="UTF-8" standalone="yes"?>
<Relationships xmlns="http://schemas.openxmlformats.org/package/2006/relationships"><Relationship Id="rId9" Type="http://schemas.openxmlformats.org/officeDocument/2006/relationships/notesSlide" Target="../notesSlides/notesSlide13.xml"/><Relationship Id="rId8" Type="http://schemas.openxmlformats.org/officeDocument/2006/relationships/slideLayout" Target="../slideLayouts/slideLayout18.xml"/><Relationship Id="rId7" Type="http://schemas.openxmlformats.org/officeDocument/2006/relationships/tags" Target="../tags/tag168.xml"/><Relationship Id="rId6" Type="http://schemas.openxmlformats.org/officeDocument/2006/relationships/image" Target="../media/image5.png"/><Relationship Id="rId5" Type="http://schemas.openxmlformats.org/officeDocument/2006/relationships/image" Target="../media/image1.jpeg"/><Relationship Id="rId4" Type="http://schemas.openxmlformats.org/officeDocument/2006/relationships/tags" Target="../tags/tag167.xml"/><Relationship Id="rId3" Type="http://schemas.openxmlformats.org/officeDocument/2006/relationships/tags" Target="../tags/tag166.xml"/><Relationship Id="rId2" Type="http://schemas.openxmlformats.org/officeDocument/2006/relationships/tags" Target="../tags/tag165.xml"/><Relationship Id="rId1" Type="http://schemas.openxmlformats.org/officeDocument/2006/relationships/tags" Target="../tags/tag164.xml"/></Relationships>
</file>

<file path=ppt/slides/_rels/slide14.xml.rels><?xml version="1.0" encoding="UTF-8" standalone="yes"?>
<Relationships xmlns="http://schemas.openxmlformats.org/package/2006/relationships"><Relationship Id="rId8" Type="http://schemas.openxmlformats.org/officeDocument/2006/relationships/notesSlide" Target="../notesSlides/notesSlide14.xml"/><Relationship Id="rId7" Type="http://schemas.openxmlformats.org/officeDocument/2006/relationships/slideLayout" Target="../slideLayouts/slideLayout18.xml"/><Relationship Id="rId6" Type="http://schemas.openxmlformats.org/officeDocument/2006/relationships/tags" Target="../tags/tag173.xml"/><Relationship Id="rId5" Type="http://schemas.openxmlformats.org/officeDocument/2006/relationships/image" Target="../media/image1.jpeg"/><Relationship Id="rId4" Type="http://schemas.openxmlformats.org/officeDocument/2006/relationships/tags" Target="../tags/tag172.xml"/><Relationship Id="rId3" Type="http://schemas.openxmlformats.org/officeDocument/2006/relationships/tags" Target="../tags/tag171.xml"/><Relationship Id="rId2" Type="http://schemas.openxmlformats.org/officeDocument/2006/relationships/tags" Target="../tags/tag170.xml"/><Relationship Id="rId1" Type="http://schemas.openxmlformats.org/officeDocument/2006/relationships/tags" Target="../tags/tag169.xml"/></Relationships>
</file>

<file path=ppt/slides/_rels/slide15.xml.rels><?xml version="1.0" encoding="UTF-8" standalone="yes"?>
<Relationships xmlns="http://schemas.openxmlformats.org/package/2006/relationships"><Relationship Id="rId8" Type="http://schemas.openxmlformats.org/officeDocument/2006/relationships/notesSlide" Target="../notesSlides/notesSlide15.xml"/><Relationship Id="rId7" Type="http://schemas.openxmlformats.org/officeDocument/2006/relationships/slideLayout" Target="../slideLayouts/slideLayout18.xml"/><Relationship Id="rId6" Type="http://schemas.openxmlformats.org/officeDocument/2006/relationships/tags" Target="../tags/tag178.xml"/><Relationship Id="rId5" Type="http://schemas.openxmlformats.org/officeDocument/2006/relationships/image" Target="../media/image1.jpeg"/><Relationship Id="rId4" Type="http://schemas.openxmlformats.org/officeDocument/2006/relationships/tags" Target="../tags/tag177.xml"/><Relationship Id="rId3" Type="http://schemas.openxmlformats.org/officeDocument/2006/relationships/tags" Target="../tags/tag176.xml"/><Relationship Id="rId2" Type="http://schemas.openxmlformats.org/officeDocument/2006/relationships/tags" Target="../tags/tag175.xml"/><Relationship Id="rId1" Type="http://schemas.openxmlformats.org/officeDocument/2006/relationships/tags" Target="../tags/tag174.xml"/></Relationships>
</file>

<file path=ppt/slides/_rels/slide16.xml.rels><?xml version="1.0" encoding="UTF-8" standalone="yes"?>
<Relationships xmlns="http://schemas.openxmlformats.org/package/2006/relationships"><Relationship Id="rId6" Type="http://schemas.openxmlformats.org/officeDocument/2006/relationships/notesSlide" Target="../notesSlides/notesSlide16.xml"/><Relationship Id="rId5" Type="http://schemas.openxmlformats.org/officeDocument/2006/relationships/slideLayout" Target="../slideLayouts/slideLayout16.xml"/><Relationship Id="rId4" Type="http://schemas.openxmlformats.org/officeDocument/2006/relationships/tags" Target="../tags/tag181.xml"/><Relationship Id="rId3" Type="http://schemas.openxmlformats.org/officeDocument/2006/relationships/image" Target="../media/image1.jpeg"/><Relationship Id="rId2" Type="http://schemas.openxmlformats.org/officeDocument/2006/relationships/tags" Target="../tags/tag180.xml"/><Relationship Id="rId1" Type="http://schemas.openxmlformats.org/officeDocument/2006/relationships/tags" Target="../tags/tag179.xml"/></Relationships>
</file>

<file path=ppt/slides/_rels/slide17.xml.rels><?xml version="1.0" encoding="UTF-8" standalone="yes"?>
<Relationships xmlns="http://schemas.openxmlformats.org/package/2006/relationships"><Relationship Id="rId8" Type="http://schemas.openxmlformats.org/officeDocument/2006/relationships/notesSlide" Target="../notesSlides/notesSlide17.xml"/><Relationship Id="rId7" Type="http://schemas.openxmlformats.org/officeDocument/2006/relationships/slideLayout" Target="../slideLayouts/slideLayout18.xml"/><Relationship Id="rId6" Type="http://schemas.openxmlformats.org/officeDocument/2006/relationships/tags" Target="../tags/tag186.xml"/><Relationship Id="rId5" Type="http://schemas.openxmlformats.org/officeDocument/2006/relationships/image" Target="../media/image1.jpeg"/><Relationship Id="rId4" Type="http://schemas.openxmlformats.org/officeDocument/2006/relationships/tags" Target="../tags/tag185.xml"/><Relationship Id="rId3" Type="http://schemas.openxmlformats.org/officeDocument/2006/relationships/tags" Target="../tags/tag184.xml"/><Relationship Id="rId2" Type="http://schemas.openxmlformats.org/officeDocument/2006/relationships/tags" Target="../tags/tag183.xml"/><Relationship Id="rId1" Type="http://schemas.openxmlformats.org/officeDocument/2006/relationships/tags" Target="../tags/tag182.xml"/></Relationships>
</file>

<file path=ppt/slides/_rels/slide18.xml.rels><?xml version="1.0" encoding="UTF-8" standalone="yes"?>
<Relationships xmlns="http://schemas.openxmlformats.org/package/2006/relationships"><Relationship Id="rId9" Type="http://schemas.openxmlformats.org/officeDocument/2006/relationships/slideLayout" Target="../slideLayouts/slideLayout18.xml"/><Relationship Id="rId8" Type="http://schemas.openxmlformats.org/officeDocument/2006/relationships/tags" Target="../tags/tag191.xml"/><Relationship Id="rId7" Type="http://schemas.openxmlformats.org/officeDocument/2006/relationships/image" Target="../media/image7.png"/><Relationship Id="rId6" Type="http://schemas.openxmlformats.org/officeDocument/2006/relationships/image" Target="../media/image6.png"/><Relationship Id="rId5" Type="http://schemas.openxmlformats.org/officeDocument/2006/relationships/image" Target="../media/image1.jpeg"/><Relationship Id="rId4" Type="http://schemas.openxmlformats.org/officeDocument/2006/relationships/tags" Target="../tags/tag190.xml"/><Relationship Id="rId3" Type="http://schemas.openxmlformats.org/officeDocument/2006/relationships/tags" Target="../tags/tag189.xml"/><Relationship Id="rId2" Type="http://schemas.openxmlformats.org/officeDocument/2006/relationships/tags" Target="../tags/tag188.xml"/><Relationship Id="rId10" Type="http://schemas.openxmlformats.org/officeDocument/2006/relationships/notesSlide" Target="../notesSlides/notesSlide18.xml"/><Relationship Id="rId1" Type="http://schemas.openxmlformats.org/officeDocument/2006/relationships/tags" Target="../tags/tag18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3313" name="标题 1"/>
          <p:cNvSpPr>
            <a:spLocks noGrp="1"/>
          </p:cNvSpPr>
          <p:nvPr>
            <p:ph type="ctrTitle" hasCustomPrompt="1"/>
            <p:custDataLst>
              <p:tags r:id="rId1"/>
            </p:custDataLst>
          </p:nvPr>
        </p:nvSpPr>
        <p:spPr>
          <a:xfrm>
            <a:off x="1859915" y="2958465"/>
            <a:ext cx="8472805" cy="664210"/>
          </a:xfrm>
        </p:spPr>
        <p:txBody>
          <a:bodyPr vert="horz" wrap="square" lIns="90000" tIns="46800" rIns="90000" bIns="46800" anchor="ctr">
            <a:normAutofit fontScale="90000"/>
          </a:bodyPr>
          <a:p>
            <a:pPr algn="l" defTabSz="914400">
              <a:buNone/>
            </a:pPr>
            <a:r>
              <a:rPr lang="zh-CN" altLang="en-US" sz="3600" kern="1200">
                <a:solidFill>
                  <a:schemeClr val="tx1"/>
                </a:solidFill>
                <a:latin typeface="+mj-lt"/>
                <a:ea typeface="+mj-ea"/>
                <a:cs typeface="+mj-cs"/>
              </a:rPr>
              <a:t>能源勘探领域专用并行标记语言的设计与实现</a:t>
            </a:r>
            <a:endParaRPr lang="zh-CN" altLang="en-US" sz="3600" kern="1200">
              <a:solidFill>
                <a:schemeClr val="tx1"/>
              </a:solidFill>
              <a:latin typeface="+mj-lt"/>
              <a:ea typeface="+mj-ea"/>
              <a:cs typeface="+mj-cs"/>
            </a:endParaRPr>
          </a:p>
        </p:txBody>
      </p:sp>
      <p:sp>
        <p:nvSpPr>
          <p:cNvPr id="13314" name="副标题 2"/>
          <p:cNvSpPr>
            <a:spLocks noGrp="1"/>
          </p:cNvSpPr>
          <p:nvPr>
            <p:ph type="subTitle" idx="1"/>
            <p:custDataLst>
              <p:tags r:id="rId2"/>
            </p:custDataLst>
          </p:nvPr>
        </p:nvSpPr>
        <p:spPr>
          <a:xfrm>
            <a:off x="3069590" y="4001770"/>
            <a:ext cx="6052185" cy="425450"/>
          </a:xfrm>
        </p:spPr>
        <p:txBody>
          <a:bodyPr vert="horz" wrap="square" lIns="90000" tIns="46800" rIns="90000" bIns="46800" anchor="t">
            <a:normAutofit fontScale="90000"/>
          </a:bodyPr>
          <a:p>
            <a:pPr algn="ctr" defTabSz="685800">
              <a:lnSpc>
                <a:spcPct val="80000"/>
              </a:lnSpc>
            </a:pPr>
            <a:r>
              <a:rPr lang="zh-CN" altLang="zh-CN" kern="1200" baseline="0">
                <a:latin typeface="黑体" panose="02010609060101010101" charset="-122"/>
                <a:ea typeface="黑体" panose="02010609060101010101" charset="-122"/>
                <a:cs typeface="黑体" panose="02010609060101010101" charset="-122"/>
              </a:rPr>
              <a:t>开题人：王世领</a:t>
            </a:r>
            <a:r>
              <a:rPr lang="en-US" altLang="zh-CN" kern="1200" baseline="0">
                <a:latin typeface="黑体" panose="02010609060101010101" charset="-122"/>
                <a:ea typeface="黑体" panose="02010609060101010101" charset="-122"/>
                <a:cs typeface="黑体" panose="02010609060101010101" charset="-122"/>
              </a:rPr>
              <a:t>			</a:t>
            </a:r>
            <a:r>
              <a:rPr lang="zh-CN" altLang="en-US" kern="1200" baseline="0">
                <a:latin typeface="黑体" panose="02010609060101010101" charset="-122"/>
                <a:ea typeface="黑体" panose="02010609060101010101" charset="-122"/>
                <a:cs typeface="黑体" panose="02010609060101010101" charset="-122"/>
              </a:rPr>
              <a:t>指导教师：彭蔓蔓  吴强</a:t>
            </a:r>
            <a:endParaRPr lang="zh-CN" altLang="zh-CN" kern="1200" baseline="0">
              <a:latin typeface="黑体" panose="02010609060101010101" charset="-122"/>
              <a:ea typeface="黑体" panose="02010609060101010101" charset="-122"/>
              <a:cs typeface="黑体" panose="02010609060101010101" charset="-122"/>
            </a:endParaRPr>
          </a:p>
          <a:p>
            <a:pPr defTabSz="685800">
              <a:lnSpc>
                <a:spcPct val="80000"/>
              </a:lnSpc>
            </a:pPr>
            <a:endParaRPr lang="en-US" altLang="zh-CN" kern="1200" dirty="0">
              <a:latin typeface="黑体" panose="02010609060101010101" charset="-122"/>
              <a:ea typeface="黑体" panose="02010609060101010101" charset="-122"/>
              <a:cs typeface="黑体" panose="02010609060101010101" charset="-122"/>
            </a:endParaRPr>
          </a:p>
        </p:txBody>
      </p:sp>
      <p:sp>
        <p:nvSpPr>
          <p:cNvPr id="4" name="文本框 3"/>
          <p:cNvSpPr txBox="1"/>
          <p:nvPr>
            <p:custDataLst>
              <p:tags r:id="rId3"/>
            </p:custDataLst>
          </p:nvPr>
        </p:nvSpPr>
        <p:spPr>
          <a:xfrm>
            <a:off x="4670425" y="2075180"/>
            <a:ext cx="2898775" cy="504190"/>
          </a:xfrm>
          <a:prstGeom prst="rect">
            <a:avLst/>
          </a:prstGeom>
          <a:noFill/>
        </p:spPr>
        <p:txBody>
          <a:bodyPr wrap="square" lIns="90000" tIns="46800" rIns="90000" bIns="46800" rtlCol="0" anchor="ctr" anchorCtr="0">
            <a:normAutofit fontScale="80000"/>
          </a:bodyPr>
          <a:lstStyle>
            <a:defPPr>
              <a:defRPr lang="en-US"/>
            </a:defPPr>
            <a:lvl1pPr algn="dist">
              <a:defRPr sz="4000">
                <a:solidFill>
                  <a:schemeClr val="tx1">
                    <a:lumMod val="75000"/>
                    <a:lumOff val="25000"/>
                  </a:schemeClr>
                </a:solidFill>
              </a:defRPr>
            </a:lvl1pPr>
          </a:lstStyle>
          <a:p>
            <a:pPr fontAlgn="base"/>
            <a:r>
              <a:rPr lang="zh-CN" altLang="en-US" sz="2800" strike="noStrike" noProof="1" smtClean="0"/>
              <a:t>开题报告（</a:t>
            </a:r>
            <a:r>
              <a:rPr lang="en-US" altLang="zh-CN" sz="2800" strike="noStrike" noProof="1" smtClean="0"/>
              <a:t>2018.12</a:t>
            </a:r>
            <a:r>
              <a:rPr lang="zh-CN" altLang="en-US" sz="2800" strike="noStrike" noProof="1" smtClean="0"/>
              <a:t>）</a:t>
            </a:r>
            <a:endParaRPr lang="zh-CN" altLang="en-US" sz="2800" strike="noStrike" noProof="1" smtClean="0"/>
          </a:p>
        </p:txBody>
      </p:sp>
      <p:pic>
        <p:nvPicPr>
          <p:cNvPr id="6" name="图片 5" descr="timg"/>
          <p:cNvPicPr>
            <a:picLocks noChangeAspect="1"/>
          </p:cNvPicPr>
          <p:nvPr/>
        </p:nvPicPr>
        <p:blipFill>
          <a:blip r:embed="rId4"/>
          <a:stretch>
            <a:fillRect/>
          </a:stretch>
        </p:blipFill>
        <p:spPr>
          <a:xfrm>
            <a:off x="9907270" y="2540"/>
            <a:ext cx="2282190" cy="992505"/>
          </a:xfrm>
          <a:prstGeom prst="rect">
            <a:avLst/>
          </a:prstGeom>
        </p:spPr>
      </p:pic>
    </p:spTree>
    <p:custDataLst>
      <p:tags r:id="rId5"/>
    </p:custData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15372" name="组合 75"/>
          <p:cNvGrpSpPr/>
          <p:nvPr/>
        </p:nvGrpSpPr>
        <p:grpSpPr>
          <a:xfrm>
            <a:off x="3622479" y="3353024"/>
            <a:ext cx="5282286" cy="1229284"/>
            <a:chOff x="3508748" y="2504707"/>
            <a:chExt cx="4387021" cy="1019333"/>
          </a:xfrm>
        </p:grpSpPr>
        <p:cxnSp>
          <p:nvCxnSpPr>
            <p:cNvPr id="49" name="直接连接符 48"/>
            <p:cNvCxnSpPr/>
            <p:nvPr>
              <p:custDataLst>
                <p:tags r:id="rId1"/>
              </p:custDataLst>
            </p:nvPr>
          </p:nvCxnSpPr>
          <p:spPr>
            <a:xfrm flipH="1">
              <a:off x="3885645" y="2645609"/>
              <a:ext cx="693178" cy="650445"/>
            </a:xfrm>
            <a:prstGeom prst="line">
              <a:avLst/>
            </a:prstGeom>
            <a:ln w="1270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50" name="任意多边形 49"/>
            <p:cNvSpPr/>
            <p:nvPr>
              <p:custDataLst>
                <p:tags r:id="rId2"/>
              </p:custDataLst>
            </p:nvPr>
          </p:nvSpPr>
          <p:spPr>
            <a:xfrm>
              <a:off x="3525847" y="3026721"/>
              <a:ext cx="505039" cy="228766"/>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72000" rtlCol="0" anchor="ctr">
              <a:normAutofit fontScale="95000"/>
            </a:bodyPr>
            <a:lstStyle/>
            <a:p>
              <a:pPr algn="ctr" fontAlgn="base"/>
              <a:endParaRPr lang="zh-CN" altLang="en-US" sz="1400" strike="noStrike" noProof="1">
                <a:solidFill>
                  <a:schemeClr val="accent1">
                    <a:lumMod val="50000"/>
                  </a:schemeClr>
                </a:solidFill>
                <a:sym typeface="Arial" panose="020B0604020202020204" pitchFamily="34" charset="0"/>
              </a:endParaRPr>
            </a:p>
          </p:txBody>
        </p:sp>
        <p:sp>
          <p:nvSpPr>
            <p:cNvPr id="15375" name="文本框 50"/>
            <p:cNvSpPr txBox="1"/>
            <p:nvPr>
              <p:custDataLst>
                <p:tags r:id="rId3"/>
              </p:custDataLst>
            </p:nvPr>
          </p:nvSpPr>
          <p:spPr>
            <a:xfrm>
              <a:off x="4249914" y="2936909"/>
              <a:ext cx="3645855" cy="587131"/>
            </a:xfrm>
            <a:prstGeom prst="rect">
              <a:avLst/>
            </a:prstGeom>
            <a:noFill/>
            <a:ln w="9525">
              <a:noFill/>
            </a:ln>
          </p:spPr>
          <p:txBody>
            <a:bodyPr wrap="square" anchor="ctr"/>
            <a:p>
              <a:r>
                <a:rPr lang="zh-CN" altLang="en-US" sz="2400" dirty="0">
                  <a:solidFill>
                    <a:schemeClr val="accent1"/>
                  </a:solidFill>
                  <a:latin typeface="Arial" panose="020B0604020202020204" pitchFamily="34" charset="0"/>
                  <a:ea typeface="宋体" panose="02010600030101010101" pitchFamily="2" charset="-122"/>
                  <a:sym typeface="Arial" panose="020B0604020202020204" pitchFamily="34" charset="0"/>
                </a:rPr>
                <a:t>研究内容与方法</a:t>
              </a:r>
              <a:endParaRPr lang="zh-CN" altLang="en-US" sz="2400" dirty="0">
                <a:solidFill>
                  <a:schemeClr val="accent1"/>
                </a:solidFill>
                <a:latin typeface="Arial" panose="020B0604020202020204" pitchFamily="34" charset="0"/>
                <a:ea typeface="宋体" panose="02010600030101010101" pitchFamily="2" charset="-122"/>
                <a:sym typeface="Arial" panose="020B0604020202020204" pitchFamily="34" charset="0"/>
              </a:endParaRPr>
            </a:p>
          </p:txBody>
        </p:sp>
        <p:sp>
          <p:nvSpPr>
            <p:cNvPr id="15376" name="文本框 51"/>
            <p:cNvSpPr txBox="1"/>
            <p:nvPr>
              <p:custDataLst>
                <p:tags r:id="rId4"/>
              </p:custDataLst>
            </p:nvPr>
          </p:nvSpPr>
          <p:spPr>
            <a:xfrm>
              <a:off x="3508748" y="2504707"/>
              <a:ext cx="536523" cy="522014"/>
            </a:xfrm>
            <a:prstGeom prst="rect">
              <a:avLst/>
            </a:prstGeom>
            <a:noFill/>
            <a:ln w="9525">
              <a:noFill/>
            </a:ln>
          </p:spPr>
          <p:txBody>
            <a:bodyPr wrap="square" lIns="0" tIns="0" rIns="0" bIns="0" anchor="b"/>
            <a:p>
              <a:pPr algn="ctr"/>
              <a:r>
                <a:rPr lang="en-US" altLang="zh-CN" dirty="0">
                  <a:solidFill>
                    <a:srgbClr val="000000"/>
                  </a:solidFill>
                  <a:latin typeface="Arial" panose="020B0604020202020204" pitchFamily="34" charset="0"/>
                  <a:ea typeface="宋体" panose="02010600030101010101" pitchFamily="2" charset="-122"/>
                  <a:sym typeface="Arial" panose="020B0604020202020204" pitchFamily="34" charset="0"/>
                </a:rPr>
                <a:t>C</a:t>
              </a:r>
              <a:endParaRPr lang="zh-CN" altLang="en-US" dirty="0">
                <a:solidFill>
                  <a:srgbClr val="000000"/>
                </a:solidFill>
                <a:latin typeface="Arial" panose="020B0604020202020204" pitchFamily="34" charset="0"/>
                <a:ea typeface="宋体" panose="02010600030101010101" pitchFamily="2" charset="-122"/>
                <a:sym typeface="Arial" panose="020B0604020202020204" pitchFamily="34" charset="0"/>
              </a:endParaRPr>
            </a:p>
          </p:txBody>
        </p:sp>
      </p:grpSp>
      <p:grpSp>
        <p:nvGrpSpPr>
          <p:cNvPr id="15377" name="组合 70"/>
          <p:cNvGrpSpPr/>
          <p:nvPr/>
        </p:nvGrpSpPr>
        <p:grpSpPr>
          <a:xfrm>
            <a:off x="3622479" y="4547896"/>
            <a:ext cx="5282286" cy="1227372"/>
            <a:chOff x="3508748" y="3359586"/>
            <a:chExt cx="4387021" cy="1019333"/>
          </a:xfrm>
        </p:grpSpPr>
        <p:cxnSp>
          <p:nvCxnSpPr>
            <p:cNvPr id="54" name="直接连接符 53"/>
            <p:cNvCxnSpPr/>
            <p:nvPr>
              <p:custDataLst>
                <p:tags r:id="rId5"/>
              </p:custDataLst>
            </p:nvPr>
          </p:nvCxnSpPr>
          <p:spPr>
            <a:xfrm flipH="1">
              <a:off x="3885645" y="3500488"/>
              <a:ext cx="693178" cy="650445"/>
            </a:xfrm>
            <a:prstGeom prst="line">
              <a:avLst/>
            </a:prstGeom>
            <a:ln w="127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55" name="任意多边形 54"/>
            <p:cNvSpPr/>
            <p:nvPr>
              <p:custDataLst>
                <p:tags r:id="rId6"/>
              </p:custDataLst>
            </p:nvPr>
          </p:nvSpPr>
          <p:spPr>
            <a:xfrm>
              <a:off x="3525847" y="3881600"/>
              <a:ext cx="505039" cy="228766"/>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72000" rtlCol="0" anchor="ctr">
              <a:normAutofit fontScale="95000"/>
            </a:bodyPr>
            <a:lstStyle/>
            <a:p>
              <a:pPr algn="ctr" fontAlgn="base"/>
              <a:endParaRPr lang="zh-CN" altLang="en-US" sz="1400" strike="noStrike" noProof="1">
                <a:solidFill>
                  <a:schemeClr val="accent1">
                    <a:lumMod val="50000"/>
                  </a:schemeClr>
                </a:solidFill>
                <a:sym typeface="Arial" panose="020B0604020202020204" pitchFamily="34" charset="0"/>
              </a:endParaRPr>
            </a:p>
          </p:txBody>
        </p:sp>
        <p:sp>
          <p:nvSpPr>
            <p:cNvPr id="15380" name="文本框 55"/>
            <p:cNvSpPr txBox="1"/>
            <p:nvPr>
              <p:custDataLst>
                <p:tags r:id="rId7"/>
              </p:custDataLst>
            </p:nvPr>
          </p:nvSpPr>
          <p:spPr>
            <a:xfrm>
              <a:off x="4249914" y="3791788"/>
              <a:ext cx="3645855" cy="587131"/>
            </a:xfrm>
            <a:prstGeom prst="rect">
              <a:avLst/>
            </a:prstGeom>
            <a:noFill/>
            <a:ln w="9525">
              <a:noFill/>
            </a:ln>
          </p:spPr>
          <p:txBody>
            <a:bodyPr wrap="square" anchor="ctr"/>
            <a:p>
              <a:r>
                <a:rPr lang="zh-CN" altLang="en-US" sz="2400" dirty="0">
                  <a:solidFill>
                    <a:schemeClr val="accent2"/>
                  </a:solidFill>
                  <a:latin typeface="Arial" panose="020B0604020202020204" pitchFamily="34" charset="0"/>
                  <a:ea typeface="宋体" panose="02010600030101010101" pitchFamily="2" charset="-122"/>
                  <a:sym typeface="Arial" panose="020B0604020202020204" pitchFamily="34" charset="0"/>
                </a:rPr>
                <a:t>预期目标与计划</a:t>
              </a:r>
              <a:endParaRPr lang="zh-CN" altLang="en-US" sz="2400" dirty="0">
                <a:solidFill>
                  <a:schemeClr val="accent2"/>
                </a:solidFill>
                <a:latin typeface="Arial" panose="020B0604020202020204" pitchFamily="34" charset="0"/>
                <a:ea typeface="宋体" panose="02010600030101010101" pitchFamily="2" charset="-122"/>
                <a:sym typeface="Arial" panose="020B0604020202020204" pitchFamily="34" charset="0"/>
              </a:endParaRPr>
            </a:p>
          </p:txBody>
        </p:sp>
        <p:sp>
          <p:nvSpPr>
            <p:cNvPr id="15381" name="文本框 56"/>
            <p:cNvSpPr txBox="1"/>
            <p:nvPr>
              <p:custDataLst>
                <p:tags r:id="rId8"/>
              </p:custDataLst>
            </p:nvPr>
          </p:nvSpPr>
          <p:spPr>
            <a:xfrm>
              <a:off x="3508748" y="3359586"/>
              <a:ext cx="536523" cy="522014"/>
            </a:xfrm>
            <a:prstGeom prst="rect">
              <a:avLst/>
            </a:prstGeom>
            <a:noFill/>
            <a:ln w="9525">
              <a:noFill/>
            </a:ln>
          </p:spPr>
          <p:txBody>
            <a:bodyPr wrap="square" lIns="0" tIns="0" rIns="0" bIns="0" anchor="b"/>
            <a:p>
              <a:pPr algn="ctr"/>
              <a:r>
                <a:rPr lang="en-US" altLang="zh-CN" dirty="0">
                  <a:solidFill>
                    <a:srgbClr val="000000"/>
                  </a:solidFill>
                  <a:latin typeface="Arial" panose="020B0604020202020204" pitchFamily="34" charset="0"/>
                  <a:ea typeface="宋体" panose="02010600030101010101" pitchFamily="2" charset="-122"/>
                  <a:sym typeface="Arial" panose="020B0604020202020204" pitchFamily="34" charset="0"/>
                </a:rPr>
                <a:t>D</a:t>
              </a:r>
              <a:endParaRPr lang="zh-CN" altLang="en-US" dirty="0">
                <a:solidFill>
                  <a:srgbClr val="000000"/>
                </a:solidFill>
                <a:latin typeface="Arial" panose="020B0604020202020204" pitchFamily="34" charset="0"/>
                <a:ea typeface="宋体" panose="02010600030101010101" pitchFamily="2" charset="-122"/>
                <a:sym typeface="Arial" panose="020B0604020202020204" pitchFamily="34" charset="0"/>
              </a:endParaRPr>
            </a:p>
          </p:txBody>
        </p:sp>
      </p:grpSp>
      <p:grpSp>
        <p:nvGrpSpPr>
          <p:cNvPr id="14" name="组合 13"/>
          <p:cNvGrpSpPr/>
          <p:nvPr/>
        </p:nvGrpSpPr>
        <p:grpSpPr>
          <a:xfrm>
            <a:off x="997585" y="967105"/>
            <a:ext cx="8434835" cy="4808162"/>
            <a:chOff x="3975" y="2335"/>
            <a:chExt cx="11030" cy="6288"/>
          </a:xfrm>
        </p:grpSpPr>
        <p:sp>
          <p:nvSpPr>
            <p:cNvPr id="15361" name="文本框 8"/>
            <p:cNvSpPr txBox="1"/>
            <p:nvPr>
              <p:custDataLst>
                <p:tags r:id="rId9"/>
              </p:custDataLst>
            </p:nvPr>
          </p:nvSpPr>
          <p:spPr>
            <a:xfrm>
              <a:off x="3975" y="2573"/>
              <a:ext cx="2995" cy="6050"/>
            </a:xfrm>
            <a:prstGeom prst="rect">
              <a:avLst/>
            </a:prstGeom>
            <a:noFill/>
            <a:ln w="9525">
              <a:noFill/>
            </a:ln>
          </p:spPr>
          <p:txBody>
            <a:bodyPr wrap="square" anchor="ctr"/>
            <a:p>
              <a:pPr algn="ctr"/>
              <a:r>
                <a:rPr lang="zh-CN" altLang="en-US" sz="3200" b="1" dirty="0">
                  <a:solidFill>
                    <a:schemeClr val="accent1"/>
                  </a:solidFill>
                  <a:latin typeface="Arial" panose="020B0604020202020204" pitchFamily="34" charset="0"/>
                  <a:ea typeface="微软雅黑" panose="020B0503020204020204" charset="-122"/>
                  <a:sym typeface="Arial" panose="020B0604020202020204" pitchFamily="34" charset="0"/>
                </a:rPr>
                <a:t>目录</a:t>
              </a:r>
              <a:endParaRPr lang="zh-CN" altLang="en-US" sz="3200" b="1" dirty="0">
                <a:solidFill>
                  <a:schemeClr val="accent1"/>
                </a:solidFill>
                <a:latin typeface="Arial" panose="020B0604020202020204" pitchFamily="34" charset="0"/>
                <a:ea typeface="微软雅黑" panose="020B0503020204020204" charset="-122"/>
                <a:sym typeface="Arial" panose="020B0604020202020204" pitchFamily="34" charset="0"/>
              </a:endParaRPr>
            </a:p>
          </p:txBody>
        </p:sp>
        <p:grpSp>
          <p:nvGrpSpPr>
            <p:cNvPr id="15362" name="组合 67"/>
            <p:cNvGrpSpPr/>
            <p:nvPr/>
          </p:nvGrpSpPr>
          <p:grpSpPr>
            <a:xfrm>
              <a:off x="7408" y="2335"/>
              <a:ext cx="7597" cy="1605"/>
              <a:chOff x="3508748" y="794949"/>
              <a:chExt cx="4387021" cy="1019333"/>
            </a:xfrm>
          </p:grpSpPr>
          <p:cxnSp>
            <p:nvCxnSpPr>
              <p:cNvPr id="6" name="直接连接符 5"/>
              <p:cNvCxnSpPr/>
              <p:nvPr>
                <p:custDataLst>
                  <p:tags r:id="rId10"/>
                </p:custDataLst>
              </p:nvPr>
            </p:nvCxnSpPr>
            <p:spPr>
              <a:xfrm flipH="1">
                <a:off x="3885645" y="935851"/>
                <a:ext cx="693178" cy="650445"/>
              </a:xfrm>
              <a:prstGeom prst="line">
                <a:avLst/>
              </a:prstGeom>
              <a:ln w="1270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7" name="任意多边形 6"/>
              <p:cNvSpPr/>
              <p:nvPr>
                <p:custDataLst>
                  <p:tags r:id="rId11"/>
                </p:custDataLst>
              </p:nvPr>
            </p:nvSpPr>
            <p:spPr>
              <a:xfrm>
                <a:off x="3525847" y="1316963"/>
                <a:ext cx="505039" cy="228766"/>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72000" rtlCol="0" anchor="ctr">
                <a:normAutofit fontScale="95000"/>
              </a:bodyPr>
              <a:lstStyle/>
              <a:p>
                <a:pPr algn="ctr" fontAlgn="base"/>
                <a:endParaRPr lang="zh-CN" altLang="en-US" sz="1400" strike="noStrike" noProof="1">
                  <a:solidFill>
                    <a:schemeClr val="accent1">
                      <a:lumMod val="50000"/>
                    </a:schemeClr>
                  </a:solidFill>
                  <a:sym typeface="Arial" panose="020B0604020202020204" pitchFamily="34" charset="0"/>
                </a:endParaRPr>
              </a:p>
            </p:txBody>
          </p:sp>
          <p:sp>
            <p:nvSpPr>
              <p:cNvPr id="15365" name="文本框 7"/>
              <p:cNvSpPr txBox="1"/>
              <p:nvPr>
                <p:custDataLst>
                  <p:tags r:id="rId12"/>
                </p:custDataLst>
              </p:nvPr>
            </p:nvSpPr>
            <p:spPr>
              <a:xfrm>
                <a:off x="4249639" y="1115674"/>
                <a:ext cx="3646130" cy="698608"/>
              </a:xfrm>
              <a:prstGeom prst="rect">
                <a:avLst/>
              </a:prstGeom>
              <a:noFill/>
              <a:ln w="9525">
                <a:noFill/>
              </a:ln>
            </p:spPr>
            <p:txBody>
              <a:bodyPr wrap="square" anchor="ctr"/>
              <a:p>
                <a:r>
                  <a:rPr lang="zh-CN" altLang="zh-CN" sz="2400" dirty="0">
                    <a:solidFill>
                      <a:schemeClr val="accent1"/>
                    </a:solidFill>
                    <a:latin typeface="Arial" panose="020B0604020202020204" pitchFamily="34" charset="0"/>
                    <a:ea typeface="宋体" panose="02010600030101010101" pitchFamily="2" charset="-122"/>
                    <a:sym typeface="Arial" panose="020B0604020202020204" pitchFamily="34" charset="0"/>
                  </a:rPr>
                  <a:t>选题来源与意义</a:t>
                </a:r>
                <a:endParaRPr lang="zh-CN" altLang="zh-CN" sz="2400" dirty="0">
                  <a:solidFill>
                    <a:schemeClr val="accent1"/>
                  </a:solidFill>
                  <a:latin typeface="Arial" panose="020B0604020202020204" pitchFamily="34" charset="0"/>
                  <a:ea typeface="宋体" panose="02010600030101010101" pitchFamily="2" charset="-122"/>
                  <a:sym typeface="Arial" panose="020B0604020202020204" pitchFamily="34" charset="0"/>
                </a:endParaRPr>
              </a:p>
            </p:txBody>
          </p:sp>
          <p:sp>
            <p:nvSpPr>
              <p:cNvPr id="15366" name="文本框 13"/>
              <p:cNvSpPr txBox="1"/>
              <p:nvPr>
                <p:custDataLst>
                  <p:tags r:id="rId13"/>
                </p:custDataLst>
              </p:nvPr>
            </p:nvSpPr>
            <p:spPr>
              <a:xfrm>
                <a:off x="3508748" y="794949"/>
                <a:ext cx="536523" cy="522014"/>
              </a:xfrm>
              <a:prstGeom prst="rect">
                <a:avLst/>
              </a:prstGeom>
              <a:noFill/>
              <a:ln w="9525">
                <a:noFill/>
              </a:ln>
            </p:spPr>
            <p:txBody>
              <a:bodyPr wrap="square" lIns="0" tIns="0" rIns="0" bIns="0" anchor="b"/>
              <a:p>
                <a:pPr algn="ctr"/>
                <a:r>
                  <a:rPr lang="da-DK" altLang="zh-CN">
                    <a:solidFill>
                      <a:srgbClr val="000000"/>
                    </a:solidFill>
                    <a:latin typeface="Arial" panose="020B0604020202020204" pitchFamily="34" charset="0"/>
                    <a:ea typeface="宋体" panose="02010600030101010101" pitchFamily="2" charset="-122"/>
                    <a:sym typeface="Arial" panose="020B0604020202020204" pitchFamily="34" charset="0"/>
                  </a:rPr>
                  <a:t>A</a:t>
                </a:r>
                <a:endParaRPr lang="zh-CN" altLang="en-US">
                  <a:solidFill>
                    <a:srgbClr val="000000"/>
                  </a:solidFill>
                  <a:latin typeface="Arial" panose="020B0604020202020204" pitchFamily="34" charset="0"/>
                  <a:ea typeface="宋体" panose="02010600030101010101" pitchFamily="2" charset="-122"/>
                  <a:sym typeface="Arial" panose="020B0604020202020204" pitchFamily="34" charset="0"/>
                </a:endParaRPr>
              </a:p>
            </p:txBody>
          </p:sp>
        </p:grpSp>
        <p:grpSp>
          <p:nvGrpSpPr>
            <p:cNvPr id="15367" name="组合 68"/>
            <p:cNvGrpSpPr/>
            <p:nvPr/>
          </p:nvGrpSpPr>
          <p:grpSpPr>
            <a:xfrm>
              <a:off x="7408" y="3895"/>
              <a:ext cx="6907" cy="1605"/>
              <a:chOff x="3508748" y="1649828"/>
              <a:chExt cx="4387215" cy="1019810"/>
            </a:xfrm>
          </p:grpSpPr>
          <p:cxnSp>
            <p:nvCxnSpPr>
              <p:cNvPr id="44" name="直接连接符 43"/>
              <p:cNvCxnSpPr/>
              <p:nvPr>
                <p:custDataLst>
                  <p:tags r:id="rId14"/>
                </p:custDataLst>
              </p:nvPr>
            </p:nvCxnSpPr>
            <p:spPr>
              <a:xfrm flipH="1">
                <a:off x="3885645" y="1790730"/>
                <a:ext cx="693178" cy="650445"/>
              </a:xfrm>
              <a:prstGeom prst="line">
                <a:avLst/>
              </a:prstGeom>
              <a:ln w="127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45" name="任意多边形 44"/>
              <p:cNvSpPr/>
              <p:nvPr>
                <p:custDataLst>
                  <p:tags r:id="rId15"/>
                </p:custDataLst>
              </p:nvPr>
            </p:nvSpPr>
            <p:spPr>
              <a:xfrm>
                <a:off x="3525847" y="2171842"/>
                <a:ext cx="505039" cy="228766"/>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72000" rtlCol="0" anchor="ctr">
                <a:normAutofit fontScale="95000"/>
              </a:bodyPr>
              <a:lstStyle/>
              <a:p>
                <a:pPr algn="ctr" fontAlgn="base"/>
                <a:endParaRPr lang="zh-CN" altLang="en-US" sz="1400" strike="noStrike" noProof="1">
                  <a:solidFill>
                    <a:schemeClr val="accent1">
                      <a:lumMod val="50000"/>
                    </a:schemeClr>
                  </a:solidFill>
                  <a:sym typeface="Arial" panose="020B0604020202020204" pitchFamily="34" charset="0"/>
                </a:endParaRPr>
              </a:p>
            </p:txBody>
          </p:sp>
          <p:sp>
            <p:nvSpPr>
              <p:cNvPr id="15370" name="文本框 45"/>
              <p:cNvSpPr txBox="1"/>
              <p:nvPr>
                <p:custDataLst>
                  <p:tags r:id="rId16"/>
                </p:custDataLst>
              </p:nvPr>
            </p:nvSpPr>
            <p:spPr>
              <a:xfrm>
                <a:off x="4249793" y="1960978"/>
                <a:ext cx="3646170" cy="708660"/>
              </a:xfrm>
              <a:prstGeom prst="rect">
                <a:avLst/>
              </a:prstGeom>
              <a:noFill/>
              <a:ln w="9525">
                <a:noFill/>
              </a:ln>
            </p:spPr>
            <p:txBody>
              <a:bodyPr wrap="square" anchor="ctr"/>
              <a:p>
                <a:pPr>
                  <a:lnSpc>
                    <a:spcPct val="80000"/>
                  </a:lnSpc>
                </a:pPr>
                <a:r>
                  <a:rPr lang="zh-CN" altLang="en-US" sz="2400" dirty="0">
                    <a:solidFill>
                      <a:schemeClr val="accent2"/>
                    </a:solidFill>
                    <a:latin typeface="Arial" panose="020B0604020202020204" pitchFamily="34" charset="0"/>
                    <a:ea typeface="宋体" panose="02010600030101010101" pitchFamily="2" charset="-122"/>
                    <a:sym typeface="Arial" panose="020B0604020202020204" pitchFamily="34" charset="0"/>
                  </a:rPr>
                  <a:t>相关研究现状分析</a:t>
                </a:r>
                <a:endParaRPr lang="zh-CN" altLang="en-US" sz="2400" dirty="0">
                  <a:solidFill>
                    <a:schemeClr val="accent2"/>
                  </a:solidFill>
                  <a:latin typeface="Arial" panose="020B0604020202020204" pitchFamily="34" charset="0"/>
                  <a:ea typeface="宋体" panose="02010600030101010101" pitchFamily="2" charset="-122"/>
                  <a:sym typeface="Arial" panose="020B0604020202020204" pitchFamily="34" charset="0"/>
                </a:endParaRPr>
              </a:p>
            </p:txBody>
          </p:sp>
          <p:sp>
            <p:nvSpPr>
              <p:cNvPr id="15371" name="文本框 46"/>
              <p:cNvSpPr txBox="1"/>
              <p:nvPr>
                <p:custDataLst>
                  <p:tags r:id="rId17"/>
                </p:custDataLst>
              </p:nvPr>
            </p:nvSpPr>
            <p:spPr>
              <a:xfrm>
                <a:off x="3508748" y="1649828"/>
                <a:ext cx="536523" cy="522014"/>
              </a:xfrm>
              <a:prstGeom prst="rect">
                <a:avLst/>
              </a:prstGeom>
              <a:noFill/>
              <a:ln w="9525">
                <a:noFill/>
              </a:ln>
            </p:spPr>
            <p:txBody>
              <a:bodyPr wrap="square" lIns="0" tIns="0" rIns="0" bIns="0" anchor="b"/>
              <a:p>
                <a:pPr algn="ctr"/>
                <a:r>
                  <a:rPr lang="en-US" altLang="zh-CN">
                    <a:solidFill>
                      <a:srgbClr val="000000"/>
                    </a:solidFill>
                    <a:latin typeface="Arial" panose="020B0604020202020204" pitchFamily="34" charset="0"/>
                    <a:ea typeface="宋体" panose="02010600030101010101" pitchFamily="2" charset="-122"/>
                    <a:sym typeface="Arial" panose="020B0604020202020204" pitchFamily="34" charset="0"/>
                  </a:rPr>
                  <a:t>B</a:t>
                </a:r>
                <a:endParaRPr lang="zh-CN" altLang="en-US">
                  <a:solidFill>
                    <a:srgbClr val="000000"/>
                  </a:solidFill>
                  <a:latin typeface="Arial" panose="020B0604020202020204" pitchFamily="34" charset="0"/>
                  <a:ea typeface="宋体" panose="02010600030101010101" pitchFamily="2" charset="-122"/>
                  <a:sym typeface="Arial" panose="020B0604020202020204" pitchFamily="34" charset="0"/>
                </a:endParaRPr>
              </a:p>
            </p:txBody>
          </p:sp>
        </p:grpSp>
        <p:cxnSp>
          <p:nvCxnSpPr>
            <p:cNvPr id="3" name="直接连接符 2"/>
            <p:cNvCxnSpPr/>
            <p:nvPr>
              <p:custDataLst>
                <p:tags r:id="rId18"/>
              </p:custDataLst>
            </p:nvPr>
          </p:nvCxnSpPr>
          <p:spPr>
            <a:xfrm flipH="1">
              <a:off x="8001" y="5677"/>
              <a:ext cx="1091" cy="1026"/>
            </a:xfrm>
            <a:prstGeom prst="line">
              <a:avLst/>
            </a:prstGeom>
            <a:ln w="1270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10" name="直接连接符 9"/>
            <p:cNvCxnSpPr/>
            <p:nvPr>
              <p:custDataLst>
                <p:tags r:id="rId19"/>
              </p:custDataLst>
            </p:nvPr>
          </p:nvCxnSpPr>
          <p:spPr>
            <a:xfrm flipH="1">
              <a:off x="8001" y="7239"/>
              <a:ext cx="1091" cy="1024"/>
            </a:xfrm>
            <a:prstGeom prst="line">
              <a:avLst/>
            </a:prstGeom>
            <a:ln w="127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pic>
        <p:nvPicPr>
          <p:cNvPr id="15" name="图片 14" descr="timg"/>
          <p:cNvPicPr>
            <a:picLocks noChangeAspect="1"/>
          </p:cNvPicPr>
          <p:nvPr/>
        </p:nvPicPr>
        <p:blipFill>
          <a:blip r:embed="rId20"/>
          <a:stretch>
            <a:fillRect/>
          </a:stretch>
        </p:blipFill>
        <p:spPr>
          <a:xfrm>
            <a:off x="9907270" y="2540"/>
            <a:ext cx="2282190" cy="992505"/>
          </a:xfrm>
          <a:prstGeom prst="rect">
            <a:avLst/>
          </a:prstGeom>
        </p:spPr>
      </p:pic>
    </p:spTree>
    <p:custDataLst>
      <p:tags r:id="rId21"/>
    </p:custData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custDataLst>
              <p:tags r:id="rId1"/>
            </p:custDataLst>
          </p:nvPr>
        </p:nvSpPr>
        <p:spPr>
          <a:xfrm>
            <a:off x="641985" y="52070"/>
            <a:ext cx="2857500" cy="417830"/>
          </a:xfrm>
        </p:spPr>
        <p:txBody>
          <a:bodyPr lIns="0" tIns="0" rIns="0" bIns="0" anchor="ctr" anchorCtr="1">
            <a:normAutofit fontScale="90000"/>
          </a:bodyPr>
          <a:lstStyle/>
          <a:p>
            <a:r>
              <a:rPr lang="zh-CN" altLang="en-US" dirty="0">
                <a:solidFill>
                  <a:srgbClr val="C00000"/>
                </a:solidFill>
              </a:rPr>
              <a:t>选题来源与意义</a:t>
            </a:r>
            <a:endParaRPr lang="zh-CN" altLang="en-US" dirty="0">
              <a:solidFill>
                <a:srgbClr val="C00000"/>
              </a:solidFill>
            </a:endParaRPr>
          </a:p>
        </p:txBody>
      </p:sp>
      <p:sp>
        <p:nvSpPr>
          <p:cNvPr id="2" name="文本占位符 1"/>
          <p:cNvSpPr>
            <a:spLocks noGrp="1"/>
          </p:cNvSpPr>
          <p:nvPr>
            <p:ph type="body" sz="half" idx="2"/>
            <p:custDataLst>
              <p:tags r:id="rId2"/>
            </p:custDataLst>
          </p:nvPr>
        </p:nvSpPr>
        <p:spPr>
          <a:xfrm>
            <a:off x="299085" y="1608455"/>
            <a:ext cx="5202555" cy="4395470"/>
          </a:xfrm>
        </p:spPr>
        <p:txBody>
          <a:bodyPr/>
          <a:lstStyle/>
          <a:p>
            <a:r>
              <a:rPr lang="zh-CN" altLang="en-US" sz="1600" dirty="0">
                <a:latin typeface="宋体" panose="02010600030101010101" pitchFamily="2" charset="-122"/>
                <a:ea typeface="宋体" panose="02010600030101010101" pitchFamily="2" charset="-122"/>
                <a:cs typeface="宋体" panose="02010600030101010101" pitchFamily="2" charset="-122"/>
              </a:rPr>
              <a:t>地震勘探是高性能计算最重要的领域之一。其数据采集常以</a:t>
            </a:r>
            <a:r>
              <a:rPr lang="en-US" altLang="zh-CN" sz="1600" dirty="0">
                <a:latin typeface="宋体" panose="02010600030101010101" pitchFamily="2" charset="-122"/>
                <a:ea typeface="宋体" panose="02010600030101010101" pitchFamily="2" charset="-122"/>
                <a:cs typeface="宋体" panose="02010600030101010101" pitchFamily="2" charset="-122"/>
              </a:rPr>
              <a:t>PB</a:t>
            </a:r>
            <a:r>
              <a:rPr lang="zh-CN" altLang="en-US" sz="1600" dirty="0">
                <a:latin typeface="宋体" panose="02010600030101010101" pitchFamily="2" charset="-122"/>
                <a:ea typeface="宋体" panose="02010600030101010101" pitchFamily="2" charset="-122"/>
                <a:cs typeface="宋体" panose="02010600030101010101" pitchFamily="2" charset="-122"/>
              </a:rPr>
              <a:t>计量。且随着勘探技术的发展，数据量仍在进一步增加。</a:t>
            </a:r>
            <a:endParaRPr lang="zh-CN" altLang="en-US" dirty="0">
              <a:latin typeface="黑体" panose="02010609060101010101" charset="-122"/>
              <a:ea typeface="黑体" panose="02010609060101010101" charset="-122"/>
              <a:cs typeface="黑体" panose="02010609060101010101" charset="-122"/>
            </a:endParaRPr>
          </a:p>
          <a:p>
            <a:endParaRPr lang="zh-CN" altLang="en-US" dirty="0">
              <a:latin typeface="黑体" panose="02010609060101010101" charset="-122"/>
              <a:ea typeface="黑体" panose="02010609060101010101" charset="-122"/>
              <a:cs typeface="黑体" panose="02010609060101010101" charset="-122"/>
            </a:endParaRPr>
          </a:p>
          <a:p>
            <a:endParaRPr lang="zh-CN" altLang="en-US" dirty="0">
              <a:latin typeface="黑体" panose="02010609060101010101" charset="-122"/>
              <a:ea typeface="黑体" panose="02010609060101010101" charset="-122"/>
              <a:cs typeface="黑体" panose="02010609060101010101" charset="-122"/>
            </a:endParaRPr>
          </a:p>
          <a:p>
            <a:r>
              <a:rPr lang="zh-CN" altLang="en-US" sz="1600" dirty="0">
                <a:latin typeface="宋体" panose="02010600030101010101" pitchFamily="2" charset="-122"/>
                <a:ea typeface="宋体" panose="02010600030101010101" pitchFamily="2" charset="-122"/>
                <a:cs typeface="黑体" panose="02010609060101010101" charset="-122"/>
              </a:rPr>
              <a:t>短时间内进行出色的地下油藏描述和反演定位难度进一步加大。</a:t>
            </a:r>
            <a:endParaRPr lang="zh-CN" altLang="en-US" dirty="0">
              <a:latin typeface="黑体" panose="02010609060101010101" charset="-122"/>
              <a:ea typeface="黑体" panose="02010609060101010101" charset="-122"/>
              <a:cs typeface="黑体" panose="02010609060101010101" charset="-122"/>
            </a:endParaRPr>
          </a:p>
          <a:p>
            <a:endParaRPr lang="zh-CN" altLang="en-US" dirty="0">
              <a:latin typeface="黑体" panose="02010609060101010101" charset="-122"/>
              <a:ea typeface="黑体" panose="02010609060101010101" charset="-122"/>
              <a:cs typeface="黑体" panose="02010609060101010101" charset="-122"/>
            </a:endParaRPr>
          </a:p>
          <a:p>
            <a:endParaRPr lang="zh-CN" altLang="en-US" dirty="0">
              <a:latin typeface="黑体" panose="02010609060101010101" charset="-122"/>
              <a:ea typeface="黑体" panose="02010609060101010101" charset="-122"/>
              <a:cs typeface="黑体" panose="02010609060101010101" charset="-122"/>
            </a:endParaRPr>
          </a:p>
          <a:p>
            <a:r>
              <a:rPr lang="zh-CN" altLang="en-US" sz="1600" dirty="0">
                <a:latin typeface="宋体" panose="02010600030101010101" pitchFamily="2" charset="-122"/>
                <a:ea typeface="宋体" panose="02010600030101010101" pitchFamily="2" charset="-122"/>
                <a:cs typeface="宋体" panose="02010600030101010101" pitchFamily="2" charset="-122"/>
              </a:rPr>
              <a:t>需要研发面向 E 级计算的能源勘探行业的应用软件系统，提供缓解能源之痛的治本良方。</a:t>
            </a:r>
            <a:endParaRPr lang="zh-CN" altLang="en-US" sz="1600" dirty="0">
              <a:latin typeface="宋体" panose="02010600030101010101" pitchFamily="2" charset="-122"/>
              <a:ea typeface="宋体" panose="02010600030101010101" pitchFamily="2" charset="-122"/>
              <a:cs typeface="宋体" panose="02010600030101010101" pitchFamily="2" charset="-122"/>
            </a:endParaRPr>
          </a:p>
        </p:txBody>
      </p:sp>
      <p:grpSp>
        <p:nvGrpSpPr>
          <p:cNvPr id="21506" name="组合 7"/>
          <p:cNvGrpSpPr/>
          <p:nvPr/>
        </p:nvGrpSpPr>
        <p:grpSpPr>
          <a:xfrm>
            <a:off x="166370" y="208280"/>
            <a:ext cx="366395" cy="193040"/>
            <a:chOff x="1990725" y="838200"/>
            <a:chExt cx="295275" cy="142875"/>
          </a:xfrm>
        </p:grpSpPr>
        <p:cxnSp>
          <p:nvCxnSpPr>
            <p:cNvPr id="4" name="直接连接符 3"/>
            <p:cNvCxnSpPr/>
            <p:nvPr>
              <p:custDataLst>
                <p:tags r:id="rId3"/>
              </p:custDataLst>
            </p:nvPr>
          </p:nvCxnSpPr>
          <p:spPr>
            <a:xfrm>
              <a:off x="1990725" y="838200"/>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7" name="直接连接符 6"/>
            <p:cNvCxnSpPr/>
            <p:nvPr>
              <p:custDataLst>
                <p:tags r:id="rId4"/>
              </p:custDataLst>
            </p:nvPr>
          </p:nvCxnSpPr>
          <p:spPr>
            <a:xfrm>
              <a:off x="1990725" y="909637"/>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8" name="直接连接符 7"/>
            <p:cNvCxnSpPr/>
            <p:nvPr>
              <p:custDataLst>
                <p:tags r:id="rId5"/>
              </p:custDataLst>
            </p:nvPr>
          </p:nvCxnSpPr>
          <p:spPr>
            <a:xfrm>
              <a:off x="1990725" y="981075"/>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grpSp>
      <p:grpSp>
        <p:nvGrpSpPr>
          <p:cNvPr id="36" name="组合 35"/>
          <p:cNvGrpSpPr/>
          <p:nvPr/>
        </p:nvGrpSpPr>
        <p:grpSpPr>
          <a:xfrm>
            <a:off x="5478780" y="994410"/>
            <a:ext cx="6239510" cy="5823585"/>
            <a:chOff x="8664" y="740"/>
            <a:chExt cx="10161" cy="9764"/>
          </a:xfrm>
        </p:grpSpPr>
        <p:sp>
          <p:nvSpPr>
            <p:cNvPr id="13" name="竖卷形 12"/>
            <p:cNvSpPr/>
            <p:nvPr/>
          </p:nvSpPr>
          <p:spPr>
            <a:xfrm>
              <a:off x="8664" y="740"/>
              <a:ext cx="10161" cy="9764"/>
            </a:xfrm>
            <a:prstGeom prst="verticalScroll">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14" name="文本框 13"/>
            <p:cNvSpPr txBox="1"/>
            <p:nvPr/>
          </p:nvSpPr>
          <p:spPr>
            <a:xfrm>
              <a:off x="10564" y="1995"/>
              <a:ext cx="6356" cy="1907"/>
            </a:xfrm>
            <a:prstGeom prst="rect">
              <a:avLst/>
            </a:prstGeom>
            <a:noFill/>
          </p:spPr>
          <p:txBody>
            <a:bodyPr wrap="square" rtlCol="0">
              <a:spAutoFit/>
            </a:bodyPr>
            <a:p>
              <a:pPr algn="ctr"/>
              <a:r>
                <a:rPr lang="zh-CN" altLang="en-US" sz="2000" b="1">
                  <a:solidFill>
                    <a:srgbClr val="FF0000"/>
                  </a:solidFill>
                </a:rPr>
                <a:t>国家重点研发计划</a:t>
              </a:r>
              <a:endParaRPr lang="zh-CN" altLang="en-US" sz="1400" b="1">
                <a:solidFill>
                  <a:srgbClr val="FF0000"/>
                </a:solidFill>
              </a:endParaRPr>
            </a:p>
            <a:p>
              <a:pPr algn="ctr"/>
              <a:endParaRPr lang="zh-CN" altLang="en-US" sz="1600" b="1"/>
            </a:p>
            <a:p>
              <a:pPr algn="ctr"/>
              <a:r>
                <a:rPr lang="en-US" altLang="zh-CN" sz="1600" b="1">
                  <a:latin typeface="宋体" panose="02010600030101010101" pitchFamily="2" charset="-122"/>
                  <a:ea typeface="宋体" panose="02010600030101010101" pitchFamily="2" charset="-122"/>
                  <a:cs typeface="宋体" panose="02010600030101010101" pitchFamily="2" charset="-122"/>
                </a:rPr>
                <a:t>“面向 E 级计算的能源勘探高性能应用软件系统与示范”</a:t>
              </a:r>
              <a:endParaRPr lang="en-US" altLang="zh-CN" sz="1600" b="1">
                <a:latin typeface="宋体" panose="02010600030101010101" pitchFamily="2" charset="-122"/>
                <a:ea typeface="宋体" panose="02010600030101010101" pitchFamily="2" charset="-122"/>
                <a:cs typeface="宋体" panose="02010600030101010101" pitchFamily="2" charset="-122"/>
              </a:endParaRPr>
            </a:p>
          </p:txBody>
        </p:sp>
        <p:sp>
          <p:nvSpPr>
            <p:cNvPr id="15" name="文本框 14"/>
            <p:cNvSpPr txBox="1"/>
            <p:nvPr/>
          </p:nvSpPr>
          <p:spPr>
            <a:xfrm>
              <a:off x="9965" y="4013"/>
              <a:ext cx="6222" cy="514"/>
            </a:xfrm>
            <a:prstGeom prst="rect">
              <a:avLst/>
            </a:prstGeom>
            <a:noFill/>
          </p:spPr>
          <p:txBody>
            <a:bodyPr wrap="square" rtlCol="0">
              <a:spAutoFit/>
            </a:bodyPr>
            <a:p>
              <a:r>
                <a:rPr lang="zh-CN" altLang="en-US" sz="1400" b="1">
                  <a:latin typeface="宋体" panose="02010600030101010101" pitchFamily="2" charset="-122"/>
                  <a:ea typeface="宋体" panose="02010600030101010101" pitchFamily="2" charset="-122"/>
                  <a:cs typeface="宋体" panose="02010600030101010101" pitchFamily="2" charset="-122"/>
                </a:rPr>
                <a:t>课题一：面向</a:t>
              </a:r>
              <a:r>
                <a:rPr lang="en-US" altLang="zh-CN" sz="1400" b="1">
                  <a:latin typeface="宋体" panose="02010600030101010101" pitchFamily="2" charset="-122"/>
                  <a:ea typeface="宋体" panose="02010600030101010101" pitchFamily="2" charset="-122"/>
                  <a:cs typeface="宋体" panose="02010600030101010101" pitchFamily="2" charset="-122"/>
                </a:rPr>
                <a:t>E</a:t>
              </a:r>
              <a:r>
                <a:rPr lang="zh-CN" altLang="en-US" sz="1400" b="1">
                  <a:latin typeface="宋体" panose="02010600030101010101" pitchFamily="2" charset="-122"/>
                  <a:ea typeface="宋体" panose="02010600030101010101" pitchFamily="2" charset="-122"/>
                  <a:cs typeface="宋体" panose="02010600030101010101" pitchFamily="2" charset="-122"/>
                </a:rPr>
                <a:t>级计算的能源勘探软件架构</a:t>
              </a:r>
              <a:endParaRPr lang="zh-CN" altLang="en-US" sz="1400" b="1">
                <a:latin typeface="宋体" panose="02010600030101010101" pitchFamily="2" charset="-122"/>
                <a:ea typeface="宋体" panose="02010600030101010101" pitchFamily="2" charset="-122"/>
                <a:cs typeface="宋体" panose="02010600030101010101" pitchFamily="2" charset="-122"/>
              </a:endParaRPr>
            </a:p>
          </p:txBody>
        </p:sp>
        <p:grpSp>
          <p:nvGrpSpPr>
            <p:cNvPr id="23" name="组合 22"/>
            <p:cNvGrpSpPr/>
            <p:nvPr/>
          </p:nvGrpSpPr>
          <p:grpSpPr>
            <a:xfrm>
              <a:off x="10679" y="4856"/>
              <a:ext cx="5944" cy="938"/>
              <a:chOff x="11345" y="4280"/>
              <a:chExt cx="5944" cy="938"/>
            </a:xfrm>
          </p:grpSpPr>
          <p:cxnSp>
            <p:nvCxnSpPr>
              <p:cNvPr id="16" name="直接连接符 15"/>
              <p:cNvCxnSpPr/>
              <p:nvPr/>
            </p:nvCxnSpPr>
            <p:spPr>
              <a:xfrm>
                <a:off x="11345" y="4280"/>
                <a:ext cx="5906" cy="19"/>
              </a:xfrm>
              <a:prstGeom prst="line">
                <a:avLst/>
              </a:prstGeom>
              <a:ln w="19050">
                <a:solidFill>
                  <a:schemeClr val="accent6">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1383" y="4893"/>
                <a:ext cx="5906" cy="19"/>
              </a:xfrm>
              <a:prstGeom prst="line">
                <a:avLst/>
              </a:prstGeom>
              <a:ln w="19050">
                <a:solidFill>
                  <a:schemeClr val="accent6">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21" name="直接连接符 20"/>
              <p:cNvCxnSpPr/>
              <p:nvPr/>
            </p:nvCxnSpPr>
            <p:spPr>
              <a:xfrm>
                <a:off x="11402" y="5184"/>
                <a:ext cx="5850" cy="34"/>
              </a:xfrm>
              <a:prstGeom prst="line">
                <a:avLst/>
              </a:prstGeom>
              <a:ln w="19050">
                <a:solidFill>
                  <a:schemeClr val="accent6">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p:nvCxnSpPr>
            <p:spPr>
              <a:xfrm flipV="1">
                <a:off x="11364" y="4595"/>
                <a:ext cx="4239" cy="3"/>
              </a:xfrm>
              <a:prstGeom prst="line">
                <a:avLst/>
              </a:prstGeom>
              <a:ln w="19050">
                <a:solidFill>
                  <a:schemeClr val="accent6">
                    <a:lumMod val="50000"/>
                  </a:schemeClr>
                </a:solidFill>
                <a:prstDash val="dash"/>
              </a:ln>
            </p:spPr>
            <p:style>
              <a:lnRef idx="1">
                <a:schemeClr val="accent1"/>
              </a:lnRef>
              <a:fillRef idx="0">
                <a:schemeClr val="accent1"/>
              </a:fillRef>
              <a:effectRef idx="0">
                <a:schemeClr val="accent1"/>
              </a:effectRef>
              <a:fontRef idx="minor">
                <a:schemeClr val="tx1"/>
              </a:fontRef>
            </p:style>
          </p:cxnSp>
        </p:grpSp>
        <p:grpSp>
          <p:nvGrpSpPr>
            <p:cNvPr id="24" name="组合 23"/>
            <p:cNvGrpSpPr/>
            <p:nvPr/>
          </p:nvGrpSpPr>
          <p:grpSpPr>
            <a:xfrm>
              <a:off x="10679" y="8991"/>
              <a:ext cx="5963" cy="938"/>
              <a:chOff x="11345" y="4280"/>
              <a:chExt cx="5963" cy="938"/>
            </a:xfrm>
          </p:grpSpPr>
          <p:cxnSp>
            <p:nvCxnSpPr>
              <p:cNvPr id="25" name="直接连接符 24"/>
              <p:cNvCxnSpPr/>
              <p:nvPr/>
            </p:nvCxnSpPr>
            <p:spPr>
              <a:xfrm>
                <a:off x="11402" y="4280"/>
                <a:ext cx="5906" cy="19"/>
              </a:xfrm>
              <a:prstGeom prst="line">
                <a:avLst/>
              </a:prstGeom>
              <a:ln w="19050">
                <a:solidFill>
                  <a:schemeClr val="accent6">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11364" y="4893"/>
                <a:ext cx="5906" cy="19"/>
              </a:xfrm>
              <a:prstGeom prst="line">
                <a:avLst/>
              </a:prstGeom>
              <a:ln w="19050">
                <a:solidFill>
                  <a:schemeClr val="accent6">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11345" y="5184"/>
                <a:ext cx="5850" cy="34"/>
              </a:xfrm>
              <a:prstGeom prst="line">
                <a:avLst/>
              </a:prstGeom>
              <a:ln w="19050">
                <a:solidFill>
                  <a:schemeClr val="accent6">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V="1">
                <a:off x="11383" y="4595"/>
                <a:ext cx="4239" cy="3"/>
              </a:xfrm>
              <a:prstGeom prst="line">
                <a:avLst/>
              </a:prstGeom>
              <a:ln w="19050">
                <a:solidFill>
                  <a:schemeClr val="accent6">
                    <a:lumMod val="50000"/>
                  </a:schemeClr>
                </a:solidFill>
                <a:prstDash val="dash"/>
              </a:ln>
            </p:spPr>
            <p:style>
              <a:lnRef idx="1">
                <a:schemeClr val="accent1"/>
              </a:lnRef>
              <a:fillRef idx="0">
                <a:schemeClr val="accent1"/>
              </a:fillRef>
              <a:effectRef idx="0">
                <a:schemeClr val="accent1"/>
              </a:effectRef>
              <a:fontRef idx="minor">
                <a:schemeClr val="tx1"/>
              </a:fontRef>
            </p:style>
          </p:cxnSp>
        </p:grpSp>
        <p:sp>
          <p:nvSpPr>
            <p:cNvPr id="29" name="文本框 28"/>
            <p:cNvSpPr txBox="1"/>
            <p:nvPr/>
          </p:nvSpPr>
          <p:spPr>
            <a:xfrm>
              <a:off x="10599" y="5993"/>
              <a:ext cx="6114" cy="462"/>
            </a:xfrm>
            <a:prstGeom prst="rect">
              <a:avLst/>
            </a:prstGeom>
            <a:noFill/>
          </p:spPr>
          <p:txBody>
            <a:bodyPr wrap="square" rtlCol="0">
              <a:spAutoFit/>
            </a:bodyPr>
            <a:p>
              <a:r>
                <a:rPr lang="zh-CN" altLang="en-US" sz="1200" b="1">
                  <a:latin typeface="微软雅黑" panose="020B0503020204020204" charset="-122"/>
                  <a:ea typeface="微软雅黑" panose="020B0503020204020204" charset="-122"/>
                  <a:cs typeface="微软雅黑" panose="020B0503020204020204" charset="-122"/>
                </a:rPr>
                <a:t>任务</a:t>
              </a:r>
              <a:r>
                <a:rPr lang="en-US" altLang="zh-CN" sz="1200" b="1">
                  <a:latin typeface="微软雅黑" panose="020B0503020204020204" charset="-122"/>
                  <a:ea typeface="微软雅黑" panose="020B0503020204020204" charset="-122"/>
                  <a:cs typeface="微软雅黑" panose="020B0503020204020204" charset="-122"/>
                </a:rPr>
                <a:t>3</a:t>
              </a:r>
              <a:r>
                <a:rPr lang="zh-CN" altLang="en-US" sz="1200" b="1">
                  <a:latin typeface="微软雅黑" panose="020B0503020204020204" charset="-122"/>
                  <a:ea typeface="微软雅黑" panose="020B0503020204020204" charset="-122"/>
                  <a:cs typeface="微软雅黑" panose="020B0503020204020204" charset="-122"/>
                </a:rPr>
                <a:t>：</a:t>
              </a:r>
              <a:r>
                <a:rPr lang="zh-CN" altLang="en-US" sz="1200" b="1">
                  <a:latin typeface="微软雅黑" panose="020B0503020204020204" charset="-122"/>
                  <a:ea typeface="微软雅黑" panose="020B0503020204020204" charset="-122"/>
                  <a:cs typeface="微软雅黑" panose="020B0503020204020204" charset="-122"/>
                  <a:sym typeface="+mn-ea"/>
                </a:rPr>
                <a:t>面向</a:t>
              </a:r>
              <a:r>
                <a:rPr lang="en-US" altLang="zh-CN" sz="1200" b="1">
                  <a:latin typeface="微软雅黑" panose="020B0503020204020204" charset="-122"/>
                  <a:ea typeface="微软雅黑" panose="020B0503020204020204" charset="-122"/>
                  <a:cs typeface="微软雅黑" panose="020B0503020204020204" charset="-122"/>
                  <a:sym typeface="+mn-ea"/>
                </a:rPr>
                <a:t>E</a:t>
              </a:r>
              <a:r>
                <a:rPr lang="zh-CN" altLang="en-US" sz="1200" b="1">
                  <a:latin typeface="微软雅黑" panose="020B0503020204020204" charset="-122"/>
                  <a:ea typeface="微软雅黑" panose="020B0503020204020204" charset="-122"/>
                  <a:cs typeface="微软雅黑" panose="020B0503020204020204" charset="-122"/>
                  <a:sym typeface="+mn-ea"/>
                </a:rPr>
                <a:t>级计算的能源勘探应用软件并行化策略</a:t>
              </a:r>
              <a:endParaRPr lang="zh-CN" altLang="en-US" sz="1200">
                <a:latin typeface="微软雅黑" panose="020B0503020204020204" charset="-122"/>
                <a:ea typeface="微软雅黑" panose="020B0503020204020204" charset="-122"/>
                <a:cs typeface="微软雅黑" panose="020B0503020204020204" charset="-122"/>
              </a:endParaRPr>
            </a:p>
          </p:txBody>
        </p:sp>
        <p:sp>
          <p:nvSpPr>
            <p:cNvPr id="30" name="文本框 29"/>
            <p:cNvSpPr txBox="1"/>
            <p:nvPr/>
          </p:nvSpPr>
          <p:spPr>
            <a:xfrm>
              <a:off x="10778" y="6455"/>
              <a:ext cx="6192" cy="2320"/>
            </a:xfrm>
            <a:prstGeom prst="rect">
              <a:avLst/>
            </a:prstGeom>
            <a:noFill/>
          </p:spPr>
          <p:txBody>
            <a:bodyPr wrap="square" rtlCol="0">
              <a:spAutoFit/>
            </a:bodyPr>
            <a:p>
              <a:pPr algn="l">
                <a:lnSpc>
                  <a:spcPct val="150000"/>
                </a:lnSpc>
              </a:pPr>
              <a:r>
                <a:rPr lang="zh-CN" altLang="en-US" sz="1400">
                  <a:latin typeface="宋体" panose="02010600030101010101" pitchFamily="2" charset="-122"/>
                  <a:ea typeface="宋体" panose="02010600030101010101" pitchFamily="2" charset="-122"/>
                  <a:cs typeface="宋体" panose="02010600030101010101" pitchFamily="2" charset="-122"/>
                </a:rPr>
                <a:t>研究一种适合能源勘探领域专用的并行化标记语言和代码生成工具，建立标记语言与并行混合编程模型之间的映射，实现能源勘探程序到E级计算平台上并行程序的自动生成。</a:t>
              </a:r>
              <a:endParaRPr lang="zh-CN" altLang="en-US" sz="1400">
                <a:latin typeface="宋体" panose="02010600030101010101" pitchFamily="2" charset="-122"/>
                <a:ea typeface="宋体" panose="02010600030101010101" pitchFamily="2" charset="-122"/>
                <a:cs typeface="宋体" panose="02010600030101010101" pitchFamily="2" charset="-122"/>
              </a:endParaRPr>
            </a:p>
          </p:txBody>
        </p:sp>
      </p:grpSp>
      <p:grpSp>
        <p:nvGrpSpPr>
          <p:cNvPr id="42" name="组合 41"/>
          <p:cNvGrpSpPr/>
          <p:nvPr/>
        </p:nvGrpSpPr>
        <p:grpSpPr>
          <a:xfrm>
            <a:off x="2392680" y="2534920"/>
            <a:ext cx="830580" cy="2045970"/>
            <a:chOff x="3768" y="3074"/>
            <a:chExt cx="1308" cy="3989"/>
          </a:xfrm>
        </p:grpSpPr>
        <p:sp>
          <p:nvSpPr>
            <p:cNvPr id="135" name=" 135"/>
            <p:cNvSpPr/>
            <p:nvPr/>
          </p:nvSpPr>
          <p:spPr>
            <a:xfrm rot="5400000">
              <a:off x="3243" y="3599"/>
              <a:ext cx="1350" cy="300"/>
            </a:xfrm>
            <a:custGeom>
              <a:avLst/>
              <a:gdLst>
                <a:gd name="connsiteX0" fmla="*/ 4381875 w 6516714"/>
                <a:gd name="connsiteY0" fmla="*/ 0 h 2476413"/>
                <a:gd name="connsiteX1" fmla="*/ 6516714 w 6516714"/>
                <a:gd name="connsiteY1" fmla="*/ 1238208 h 2476413"/>
                <a:gd name="connsiteX2" fmla="*/ 4381875 w 6516714"/>
                <a:gd name="connsiteY2" fmla="*/ 2476413 h 2476413"/>
                <a:gd name="connsiteX3" fmla="*/ 4381875 w 6516714"/>
                <a:gd name="connsiteY3" fmla="*/ 2456682 h 2476413"/>
                <a:gd name="connsiteX4" fmla="*/ 4855462 w 6516714"/>
                <a:gd name="connsiteY4" fmla="*/ 1644997 h 2476413"/>
                <a:gd name="connsiteX5" fmla="*/ 0 w 6516714"/>
                <a:gd name="connsiteY5" fmla="*/ 1238206 h 2476413"/>
                <a:gd name="connsiteX6" fmla="*/ 4855461 w 6516714"/>
                <a:gd name="connsiteY6" fmla="*/ 831415 h 2476413"/>
                <a:gd name="connsiteX7" fmla="*/ 4381875 w 6516714"/>
                <a:gd name="connsiteY7" fmla="*/ 19731 h 24764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516714" h="2476413">
                  <a:moveTo>
                    <a:pt x="4381875" y="0"/>
                  </a:moveTo>
                  <a:lnTo>
                    <a:pt x="6516714" y="1238208"/>
                  </a:lnTo>
                  <a:lnTo>
                    <a:pt x="4381875" y="2476413"/>
                  </a:lnTo>
                  <a:lnTo>
                    <a:pt x="4381875" y="2456682"/>
                  </a:lnTo>
                  <a:lnTo>
                    <a:pt x="4855462" y="1644997"/>
                  </a:lnTo>
                  <a:lnTo>
                    <a:pt x="0" y="1238206"/>
                  </a:lnTo>
                  <a:lnTo>
                    <a:pt x="4855461" y="831415"/>
                  </a:lnTo>
                  <a:lnTo>
                    <a:pt x="4381875" y="1973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32" name=" 135"/>
            <p:cNvSpPr/>
            <p:nvPr/>
          </p:nvSpPr>
          <p:spPr>
            <a:xfrm rot="5400000">
              <a:off x="3243" y="6238"/>
              <a:ext cx="1350" cy="300"/>
            </a:xfrm>
            <a:custGeom>
              <a:avLst/>
              <a:gdLst>
                <a:gd name="connsiteX0" fmla="*/ 4381875 w 6516714"/>
                <a:gd name="connsiteY0" fmla="*/ 0 h 2476413"/>
                <a:gd name="connsiteX1" fmla="*/ 6516714 w 6516714"/>
                <a:gd name="connsiteY1" fmla="*/ 1238208 h 2476413"/>
                <a:gd name="connsiteX2" fmla="*/ 4381875 w 6516714"/>
                <a:gd name="connsiteY2" fmla="*/ 2476413 h 2476413"/>
                <a:gd name="connsiteX3" fmla="*/ 4381875 w 6516714"/>
                <a:gd name="connsiteY3" fmla="*/ 2456682 h 2476413"/>
                <a:gd name="connsiteX4" fmla="*/ 4855462 w 6516714"/>
                <a:gd name="connsiteY4" fmla="*/ 1644997 h 2476413"/>
                <a:gd name="connsiteX5" fmla="*/ 0 w 6516714"/>
                <a:gd name="connsiteY5" fmla="*/ 1238206 h 2476413"/>
                <a:gd name="connsiteX6" fmla="*/ 4855461 w 6516714"/>
                <a:gd name="connsiteY6" fmla="*/ 831415 h 2476413"/>
                <a:gd name="connsiteX7" fmla="*/ 4381875 w 6516714"/>
                <a:gd name="connsiteY7" fmla="*/ 19731 h 24764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516714" h="2476413">
                  <a:moveTo>
                    <a:pt x="4381875" y="0"/>
                  </a:moveTo>
                  <a:lnTo>
                    <a:pt x="6516714" y="1238208"/>
                  </a:lnTo>
                  <a:lnTo>
                    <a:pt x="4381875" y="2476413"/>
                  </a:lnTo>
                  <a:lnTo>
                    <a:pt x="4381875" y="2456682"/>
                  </a:lnTo>
                  <a:lnTo>
                    <a:pt x="4855462" y="1644997"/>
                  </a:lnTo>
                  <a:lnTo>
                    <a:pt x="0" y="1238206"/>
                  </a:lnTo>
                  <a:lnTo>
                    <a:pt x="4855461" y="831415"/>
                  </a:lnTo>
                  <a:lnTo>
                    <a:pt x="4381875" y="1973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33" name="文本框 32"/>
            <p:cNvSpPr txBox="1"/>
            <p:nvPr/>
          </p:nvSpPr>
          <p:spPr>
            <a:xfrm>
              <a:off x="4068" y="3459"/>
              <a:ext cx="1008" cy="718"/>
            </a:xfrm>
            <a:prstGeom prst="rect">
              <a:avLst/>
            </a:prstGeom>
            <a:noFill/>
          </p:spPr>
          <p:txBody>
            <a:bodyPr wrap="square" rtlCol="0">
              <a:spAutoFit/>
            </a:bodyPr>
            <a:p>
              <a:r>
                <a:rPr lang="zh-CN" altLang="en-US"/>
                <a:t>导致</a:t>
              </a:r>
              <a:endParaRPr lang="zh-CN" altLang="en-US"/>
            </a:p>
          </p:txBody>
        </p:sp>
        <p:sp>
          <p:nvSpPr>
            <p:cNvPr id="34" name="文本框 33"/>
            <p:cNvSpPr txBox="1"/>
            <p:nvPr/>
          </p:nvSpPr>
          <p:spPr>
            <a:xfrm>
              <a:off x="4068" y="6098"/>
              <a:ext cx="1008" cy="718"/>
            </a:xfrm>
            <a:prstGeom prst="rect">
              <a:avLst/>
            </a:prstGeom>
            <a:noFill/>
          </p:spPr>
          <p:txBody>
            <a:bodyPr wrap="square" rtlCol="0">
              <a:spAutoFit/>
            </a:bodyPr>
            <a:p>
              <a:r>
                <a:rPr lang="zh-CN" altLang="en-US"/>
                <a:t>因此</a:t>
              </a:r>
              <a:endParaRPr lang="zh-CN" altLang="en-US"/>
            </a:p>
          </p:txBody>
        </p:sp>
      </p:grpSp>
      <p:pic>
        <p:nvPicPr>
          <p:cNvPr id="87" name="图片 86" descr="timg"/>
          <p:cNvPicPr>
            <a:picLocks noChangeAspect="1"/>
          </p:cNvPicPr>
          <p:nvPr/>
        </p:nvPicPr>
        <p:blipFill>
          <a:blip r:embed="rId6"/>
          <a:stretch>
            <a:fillRect/>
          </a:stretch>
        </p:blipFill>
        <p:spPr>
          <a:xfrm>
            <a:off x="9907270" y="2540"/>
            <a:ext cx="2282190" cy="992505"/>
          </a:xfrm>
          <a:prstGeom prst="rect">
            <a:avLst/>
          </a:prstGeom>
        </p:spPr>
      </p:pic>
    </p:spTree>
    <p:custDataLst>
      <p:tags r:id="rId7"/>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custDataLst>
              <p:tags r:id="rId1"/>
            </p:custDataLst>
          </p:nvPr>
        </p:nvSpPr>
        <p:spPr>
          <a:xfrm>
            <a:off x="641985" y="52070"/>
            <a:ext cx="2857500" cy="417830"/>
          </a:xfrm>
        </p:spPr>
        <p:txBody>
          <a:bodyPr lIns="0" tIns="0" rIns="0" bIns="0" anchor="ctr" anchorCtr="1">
            <a:normAutofit fontScale="90000"/>
          </a:bodyPr>
          <a:lstStyle/>
          <a:p>
            <a:r>
              <a:rPr lang="zh-CN" altLang="en-US" dirty="0">
                <a:solidFill>
                  <a:srgbClr val="C00000"/>
                </a:solidFill>
              </a:rPr>
              <a:t>选题来源与意义</a:t>
            </a:r>
            <a:endParaRPr lang="zh-CN" altLang="en-US" dirty="0">
              <a:solidFill>
                <a:srgbClr val="C00000"/>
              </a:solidFill>
            </a:endParaRPr>
          </a:p>
        </p:txBody>
      </p:sp>
      <p:grpSp>
        <p:nvGrpSpPr>
          <p:cNvPr id="21506" name="组合 7"/>
          <p:cNvGrpSpPr/>
          <p:nvPr/>
        </p:nvGrpSpPr>
        <p:grpSpPr>
          <a:xfrm>
            <a:off x="166370" y="208280"/>
            <a:ext cx="366395" cy="193040"/>
            <a:chOff x="1990725" y="838200"/>
            <a:chExt cx="295275" cy="142875"/>
          </a:xfrm>
        </p:grpSpPr>
        <p:cxnSp>
          <p:nvCxnSpPr>
            <p:cNvPr id="4" name="直接连接符 3"/>
            <p:cNvCxnSpPr/>
            <p:nvPr>
              <p:custDataLst>
                <p:tags r:id="rId2"/>
              </p:custDataLst>
            </p:nvPr>
          </p:nvCxnSpPr>
          <p:spPr>
            <a:xfrm>
              <a:off x="1990725" y="838200"/>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7" name="直接连接符 6"/>
            <p:cNvCxnSpPr/>
            <p:nvPr>
              <p:custDataLst>
                <p:tags r:id="rId3"/>
              </p:custDataLst>
            </p:nvPr>
          </p:nvCxnSpPr>
          <p:spPr>
            <a:xfrm>
              <a:off x="1990725" y="909637"/>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8" name="直接连接符 7"/>
            <p:cNvCxnSpPr/>
            <p:nvPr>
              <p:custDataLst>
                <p:tags r:id="rId4"/>
              </p:custDataLst>
            </p:nvPr>
          </p:nvCxnSpPr>
          <p:spPr>
            <a:xfrm>
              <a:off x="1990725" y="981075"/>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grpSp>
      <p:grpSp>
        <p:nvGrpSpPr>
          <p:cNvPr id="81" name="组合 80"/>
          <p:cNvGrpSpPr/>
          <p:nvPr/>
        </p:nvGrpSpPr>
        <p:grpSpPr>
          <a:xfrm>
            <a:off x="854393" y="1089343"/>
            <a:ext cx="8709342" cy="5148897"/>
            <a:chOff x="3915" y="1735"/>
            <a:chExt cx="13715" cy="8108"/>
          </a:xfrm>
        </p:grpSpPr>
        <p:grpSp>
          <p:nvGrpSpPr>
            <p:cNvPr id="41" name="组合 40"/>
            <p:cNvGrpSpPr/>
            <p:nvPr/>
          </p:nvGrpSpPr>
          <p:grpSpPr>
            <a:xfrm>
              <a:off x="3915" y="1735"/>
              <a:ext cx="13715" cy="5276"/>
              <a:chOff x="298" y="1359"/>
              <a:chExt cx="13715" cy="5276"/>
            </a:xfrm>
          </p:grpSpPr>
          <p:grpSp>
            <p:nvGrpSpPr>
              <p:cNvPr id="39942" name="组合 18"/>
              <p:cNvGrpSpPr/>
              <p:nvPr/>
            </p:nvGrpSpPr>
            <p:grpSpPr>
              <a:xfrm>
                <a:off x="298" y="1359"/>
                <a:ext cx="3537" cy="2331"/>
                <a:chOff x="1304924" y="3171825"/>
                <a:chExt cx="2647951" cy="1745305"/>
              </a:xfrm>
            </p:grpSpPr>
            <p:cxnSp>
              <p:nvCxnSpPr>
                <p:cNvPr id="6" name="直接连接符 5"/>
                <p:cNvCxnSpPr/>
                <p:nvPr>
                  <p:custDataLst>
                    <p:tags r:id="rId5"/>
                  </p:custDataLst>
                </p:nvPr>
              </p:nvCxnSpPr>
              <p:spPr>
                <a:xfrm>
                  <a:off x="1390650" y="4791075"/>
                  <a:ext cx="1866900" cy="0"/>
                </a:xfrm>
                <a:prstGeom prst="line">
                  <a:avLst/>
                </a:prstGeom>
                <a:ln>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cxnSp>
              <p:nvCxnSpPr>
                <p:cNvPr id="9" name="直接连接符 8"/>
                <p:cNvCxnSpPr/>
                <p:nvPr>
                  <p:custDataLst>
                    <p:tags r:id="rId6"/>
                  </p:custDataLst>
                </p:nvPr>
              </p:nvCxnSpPr>
              <p:spPr>
                <a:xfrm>
                  <a:off x="1304924" y="4907605"/>
                  <a:ext cx="2505076" cy="0"/>
                </a:xfrm>
                <a:prstGeom prst="line">
                  <a:avLst/>
                </a:prstGeom>
                <a:ln>
                  <a:solidFill>
                    <a:schemeClr val="accent6">
                      <a:lumMod val="50000"/>
                    </a:schemeClr>
                  </a:solidFill>
                  <a:tailEnd type="oval"/>
                </a:ln>
              </p:spPr>
              <p:style>
                <a:lnRef idx="1">
                  <a:schemeClr val="accent1"/>
                </a:lnRef>
                <a:fillRef idx="0">
                  <a:schemeClr val="accent1"/>
                </a:fillRef>
                <a:effectRef idx="0">
                  <a:schemeClr val="accent1"/>
                </a:effectRef>
                <a:fontRef idx="minor">
                  <a:schemeClr val="tx1"/>
                </a:fontRef>
              </p:style>
            </p:cxnSp>
            <p:sp>
              <p:nvSpPr>
                <p:cNvPr id="10" name="任意多边形 9"/>
                <p:cNvSpPr/>
                <p:nvPr>
                  <p:custDataLst>
                    <p:tags r:id="rId7"/>
                  </p:custDataLst>
                </p:nvPr>
              </p:nvSpPr>
              <p:spPr>
                <a:xfrm>
                  <a:off x="1304924" y="3171825"/>
                  <a:ext cx="2647951" cy="1745305"/>
                </a:xfrm>
                <a:custGeom>
                  <a:avLst/>
                  <a:gdLst>
                    <a:gd name="connsiteX0" fmla="*/ 1 w 2647951"/>
                    <a:gd name="connsiteY0" fmla="*/ 0 h 1743075"/>
                    <a:gd name="connsiteX1" fmla="*/ 2647951 w 2647951"/>
                    <a:gd name="connsiteY1" fmla="*/ 0 h 1743075"/>
                    <a:gd name="connsiteX2" fmla="*/ 2647951 w 2647951"/>
                    <a:gd name="connsiteY2" fmla="*/ 1266825 h 1743075"/>
                    <a:gd name="connsiteX3" fmla="*/ 297057 w 2647951"/>
                    <a:gd name="connsiteY3" fmla="*/ 1266825 h 1743075"/>
                    <a:gd name="connsiteX4" fmla="*/ 233437 w 2647951"/>
                    <a:gd name="connsiteY4" fmla="*/ 1329240 h 1743075"/>
                    <a:gd name="connsiteX5" fmla="*/ 0 w 2647951"/>
                    <a:gd name="connsiteY5" fmla="*/ 1743075 h 1743075"/>
                    <a:gd name="connsiteX6" fmla="*/ 0 w 2647951"/>
                    <a:gd name="connsiteY6" fmla="*/ 1114425 h 1743075"/>
                    <a:gd name="connsiteX7" fmla="*/ 1 w 2647951"/>
                    <a:gd name="connsiteY7" fmla="*/ 1114425 h 1743075"/>
                    <a:gd name="connsiteX0-1" fmla="*/ 1 w 2647951"/>
                    <a:gd name="connsiteY0-2" fmla="*/ 0 h 1743075"/>
                    <a:gd name="connsiteX1-3" fmla="*/ 2647951 w 2647951"/>
                    <a:gd name="connsiteY1-4" fmla="*/ 0 h 1743075"/>
                    <a:gd name="connsiteX2-5" fmla="*/ 2647951 w 2647951"/>
                    <a:gd name="connsiteY2-6" fmla="*/ 1266825 h 1743075"/>
                    <a:gd name="connsiteX3-7" fmla="*/ 297057 w 2647951"/>
                    <a:gd name="connsiteY3-8" fmla="*/ 1266825 h 1743075"/>
                    <a:gd name="connsiteX4-9" fmla="*/ 233437 w 2647951"/>
                    <a:gd name="connsiteY4-10" fmla="*/ 1329240 h 1743075"/>
                    <a:gd name="connsiteX5-11" fmla="*/ 0 w 2647951"/>
                    <a:gd name="connsiteY5-12" fmla="*/ 1743075 h 1743075"/>
                    <a:gd name="connsiteX6-13" fmla="*/ 0 w 2647951"/>
                    <a:gd name="connsiteY6-14" fmla="*/ 1114425 h 1743075"/>
                    <a:gd name="connsiteX7-15" fmla="*/ 1 w 2647951"/>
                    <a:gd name="connsiteY7-16" fmla="*/ 1114425 h 1743075"/>
                    <a:gd name="connsiteX8" fmla="*/ 1 w 2647951"/>
                    <a:gd name="connsiteY8" fmla="*/ 0 h 1743075"/>
                    <a:gd name="connsiteX0-17" fmla="*/ 1 w 2647951"/>
                    <a:gd name="connsiteY0-18" fmla="*/ 0 h 1743075"/>
                    <a:gd name="connsiteX1-19" fmla="*/ 2647951 w 2647951"/>
                    <a:gd name="connsiteY1-20" fmla="*/ 0 h 1743075"/>
                    <a:gd name="connsiteX2-21" fmla="*/ 2647951 w 2647951"/>
                    <a:gd name="connsiteY2-22" fmla="*/ 1266825 h 1743075"/>
                    <a:gd name="connsiteX3-23" fmla="*/ 516132 w 2647951"/>
                    <a:gd name="connsiteY3-24" fmla="*/ 1323975 h 1743075"/>
                    <a:gd name="connsiteX4-25" fmla="*/ 233437 w 2647951"/>
                    <a:gd name="connsiteY4-26" fmla="*/ 1329240 h 1743075"/>
                    <a:gd name="connsiteX5-27" fmla="*/ 0 w 2647951"/>
                    <a:gd name="connsiteY5-28" fmla="*/ 1743075 h 1743075"/>
                    <a:gd name="connsiteX6-29" fmla="*/ 0 w 2647951"/>
                    <a:gd name="connsiteY6-30" fmla="*/ 1114425 h 1743075"/>
                    <a:gd name="connsiteX7-31" fmla="*/ 1 w 2647951"/>
                    <a:gd name="connsiteY7-32" fmla="*/ 1114425 h 1743075"/>
                    <a:gd name="connsiteX8-33" fmla="*/ 1 w 2647951"/>
                    <a:gd name="connsiteY8-34" fmla="*/ 0 h 1743075"/>
                    <a:gd name="connsiteX0-35" fmla="*/ 1 w 2647951"/>
                    <a:gd name="connsiteY0-36" fmla="*/ 0 h 1743075"/>
                    <a:gd name="connsiteX1-37" fmla="*/ 2647951 w 2647951"/>
                    <a:gd name="connsiteY1-38" fmla="*/ 0 h 1743075"/>
                    <a:gd name="connsiteX2-39" fmla="*/ 2647951 w 2647951"/>
                    <a:gd name="connsiteY2-40" fmla="*/ 1266825 h 1743075"/>
                    <a:gd name="connsiteX3-41" fmla="*/ 516132 w 2647951"/>
                    <a:gd name="connsiteY3-42" fmla="*/ 1323975 h 1743075"/>
                    <a:gd name="connsiteX4-43" fmla="*/ 233437 w 2647951"/>
                    <a:gd name="connsiteY4-44" fmla="*/ 1329240 h 1743075"/>
                    <a:gd name="connsiteX5-45" fmla="*/ 0 w 2647951"/>
                    <a:gd name="connsiteY5-46" fmla="*/ 1743075 h 1743075"/>
                    <a:gd name="connsiteX6-47" fmla="*/ 0 w 2647951"/>
                    <a:gd name="connsiteY6-48" fmla="*/ 1114425 h 1743075"/>
                    <a:gd name="connsiteX7-49" fmla="*/ 1 w 2647951"/>
                    <a:gd name="connsiteY7-50" fmla="*/ 1114425 h 1743075"/>
                    <a:gd name="connsiteX8-51" fmla="*/ 1 w 2647951"/>
                    <a:gd name="connsiteY8-52" fmla="*/ 0 h 1743075"/>
                    <a:gd name="connsiteX0-53" fmla="*/ 1 w 2647951"/>
                    <a:gd name="connsiteY0-54" fmla="*/ 0 h 1745366"/>
                    <a:gd name="connsiteX1-55" fmla="*/ 2647951 w 2647951"/>
                    <a:gd name="connsiteY1-56" fmla="*/ 0 h 1745366"/>
                    <a:gd name="connsiteX2-57" fmla="*/ 2647951 w 2647951"/>
                    <a:gd name="connsiteY2-58" fmla="*/ 1266825 h 1745366"/>
                    <a:gd name="connsiteX3-59" fmla="*/ 516132 w 2647951"/>
                    <a:gd name="connsiteY3-60" fmla="*/ 1323975 h 1745366"/>
                    <a:gd name="connsiteX4-61" fmla="*/ 0 w 2647951"/>
                    <a:gd name="connsiteY4-62" fmla="*/ 1743075 h 1745366"/>
                    <a:gd name="connsiteX5-63" fmla="*/ 0 w 2647951"/>
                    <a:gd name="connsiteY5-64" fmla="*/ 1114425 h 1745366"/>
                    <a:gd name="connsiteX6-65" fmla="*/ 1 w 2647951"/>
                    <a:gd name="connsiteY6-66" fmla="*/ 1114425 h 1745366"/>
                    <a:gd name="connsiteX7-67" fmla="*/ 1 w 2647951"/>
                    <a:gd name="connsiteY7-68" fmla="*/ 0 h 1745366"/>
                    <a:gd name="connsiteX0-69" fmla="*/ 1 w 2647951"/>
                    <a:gd name="connsiteY0-70" fmla="*/ 0 h 1745305"/>
                    <a:gd name="connsiteX1-71" fmla="*/ 2647951 w 2647951"/>
                    <a:gd name="connsiteY1-72" fmla="*/ 0 h 1745305"/>
                    <a:gd name="connsiteX2-73" fmla="*/ 2638426 w 2647951"/>
                    <a:gd name="connsiteY2-74" fmla="*/ 1333500 h 1745305"/>
                    <a:gd name="connsiteX3-75" fmla="*/ 516132 w 2647951"/>
                    <a:gd name="connsiteY3-76" fmla="*/ 1323975 h 1745305"/>
                    <a:gd name="connsiteX4-77" fmla="*/ 0 w 2647951"/>
                    <a:gd name="connsiteY4-78" fmla="*/ 1743075 h 1745305"/>
                    <a:gd name="connsiteX5-79" fmla="*/ 0 w 2647951"/>
                    <a:gd name="connsiteY5-80" fmla="*/ 1114425 h 1745305"/>
                    <a:gd name="connsiteX6-81" fmla="*/ 1 w 2647951"/>
                    <a:gd name="connsiteY6-82" fmla="*/ 1114425 h 1745305"/>
                    <a:gd name="connsiteX7-83" fmla="*/ 1 w 2647951"/>
                    <a:gd name="connsiteY7-84" fmla="*/ 0 h 1745305"/>
                  </a:gdLst>
                  <a:ahLst/>
                  <a:cxnLst>
                    <a:cxn ang="0">
                      <a:pos x="connsiteX0-69" y="connsiteY0-70"/>
                    </a:cxn>
                    <a:cxn ang="0">
                      <a:pos x="connsiteX1-71" y="connsiteY1-72"/>
                    </a:cxn>
                    <a:cxn ang="0">
                      <a:pos x="connsiteX2-73" y="connsiteY2-74"/>
                    </a:cxn>
                    <a:cxn ang="0">
                      <a:pos x="connsiteX3-75" y="connsiteY3-76"/>
                    </a:cxn>
                    <a:cxn ang="0">
                      <a:pos x="connsiteX4-77" y="connsiteY4-78"/>
                    </a:cxn>
                    <a:cxn ang="0">
                      <a:pos x="connsiteX5-79" y="connsiteY5-80"/>
                    </a:cxn>
                    <a:cxn ang="0">
                      <a:pos x="connsiteX6-81" y="connsiteY6-82"/>
                    </a:cxn>
                    <a:cxn ang="0">
                      <a:pos x="connsiteX7-83" y="connsiteY7-84"/>
                    </a:cxn>
                  </a:cxnLst>
                  <a:rect l="l" t="t" r="r" b="b"/>
                  <a:pathLst>
                    <a:path w="2647951" h="1745305">
                      <a:moveTo>
                        <a:pt x="1" y="0"/>
                      </a:moveTo>
                      <a:lnTo>
                        <a:pt x="2647951" y="0"/>
                      </a:lnTo>
                      <a:lnTo>
                        <a:pt x="2638426" y="1333500"/>
                      </a:lnTo>
                      <a:cubicBezTo>
                        <a:pt x="2246610" y="1544638"/>
                        <a:pt x="955870" y="1255713"/>
                        <a:pt x="516132" y="1323975"/>
                      </a:cubicBezTo>
                      <a:cubicBezTo>
                        <a:pt x="76394" y="1392237"/>
                        <a:pt x="86022" y="1778000"/>
                        <a:pt x="0" y="1743075"/>
                      </a:cubicBezTo>
                      <a:lnTo>
                        <a:pt x="0" y="1114425"/>
                      </a:lnTo>
                      <a:lnTo>
                        <a:pt x="1" y="1114425"/>
                      </a:lnTo>
                      <a:lnTo>
                        <a:pt x="1" y="0"/>
                      </a:lnTo>
                      <a:close/>
                    </a:path>
                  </a:pathLst>
                </a:cu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bIns="378000" rtlCol="0" anchor="ctr">
                  <a:normAutofit/>
                </a:bodyPr>
                <a:p>
                  <a:pPr algn="ctr" fontAlgn="base">
                    <a:lnSpc>
                      <a:spcPct val="150000"/>
                    </a:lnSpc>
                  </a:pPr>
                  <a:r>
                    <a:rPr lang="zh-CN" altLang="en-US" sz="1800" strike="noStrike" noProof="1" dirty="0">
                      <a:solidFill>
                        <a:schemeClr val="bg1"/>
                      </a:solidFill>
                    </a:rPr>
                    <a:t>项目书</a:t>
                  </a:r>
                  <a:endParaRPr lang="zh-CN" altLang="en-US" sz="1800" strike="noStrike" noProof="1" dirty="0">
                    <a:solidFill>
                      <a:schemeClr val="bg1"/>
                    </a:solidFill>
                  </a:endParaRPr>
                </a:p>
              </p:txBody>
            </p:sp>
            <p:sp>
              <p:nvSpPr>
                <p:cNvPr id="11" name="文本框 10"/>
                <p:cNvSpPr txBox="1"/>
                <p:nvPr>
                  <p:custDataLst>
                    <p:tags r:id="rId8"/>
                  </p:custDataLst>
                </p:nvPr>
              </p:nvSpPr>
              <p:spPr>
                <a:xfrm>
                  <a:off x="3295650" y="4539734"/>
                  <a:ext cx="476250" cy="369332"/>
                </a:xfrm>
                <a:prstGeom prst="rect">
                  <a:avLst/>
                </a:prstGeom>
                <a:noFill/>
              </p:spPr>
              <p:txBody>
                <a:bodyPr wrap="square" rtlCol="0" anchor="ctr">
                  <a:normAutofit fontScale="72500"/>
                </a:bodyPr>
                <a:p>
                  <a:pPr algn="ctr"/>
                  <a:r>
                    <a:rPr lang="en-US" altLang="zh-CN" noProof="1" dirty="0">
                      <a:solidFill>
                        <a:schemeClr val="tx1">
                          <a:lumMod val="75000"/>
                          <a:lumOff val="25000"/>
                        </a:schemeClr>
                      </a:solidFill>
                    </a:rPr>
                    <a:t>A</a:t>
                  </a:r>
                  <a:endParaRPr lang="en-US" altLang="zh-CN" noProof="1" dirty="0">
                    <a:solidFill>
                      <a:schemeClr val="tx1">
                        <a:lumMod val="75000"/>
                        <a:lumOff val="25000"/>
                      </a:schemeClr>
                    </a:solidFill>
                  </a:endParaRPr>
                </a:p>
              </p:txBody>
            </p:sp>
          </p:grpSp>
          <p:sp>
            <p:nvSpPr>
              <p:cNvPr id="39957" name="文本框 1"/>
              <p:cNvSpPr txBox="1"/>
              <p:nvPr/>
            </p:nvSpPr>
            <p:spPr>
              <a:xfrm>
                <a:off x="4123" y="1580"/>
                <a:ext cx="9890" cy="1888"/>
              </a:xfrm>
              <a:prstGeom prst="rect">
                <a:avLst/>
              </a:prstGeom>
              <a:noFill/>
              <a:ln w="9525" cap="flat" cmpd="sng">
                <a:solidFill>
                  <a:schemeClr val="tx1"/>
                </a:solidFill>
                <a:prstDash val="solid"/>
                <a:round/>
                <a:headEnd type="none" w="med" len="med"/>
                <a:tailEnd type="none" w="med" len="med"/>
              </a:ln>
            </p:spPr>
            <p:txBody>
              <a:bodyPr wrap="square" anchor="t">
                <a:spAutoFit/>
              </a:bodyPr>
              <a:p>
                <a:pPr>
                  <a:lnSpc>
                    <a:spcPct val="150000"/>
                  </a:lnSpc>
                </a:pPr>
                <a:r>
                  <a:rPr lang="en-US" altLang="zh-CN" sz="1600">
                    <a:latin typeface="黑体" panose="02010609060101010101" charset="-122"/>
                    <a:ea typeface="黑体" panose="02010609060101010101" charset="-122"/>
                    <a:cs typeface="黑体" panose="02010609060101010101" charset="-122"/>
                  </a:rPr>
                  <a:t>1.</a:t>
                </a:r>
                <a:r>
                  <a:rPr lang="zh-CN" altLang="en-US" sz="1600">
                    <a:latin typeface="黑体" panose="02010609060101010101" charset="-122"/>
                    <a:ea typeface="黑体" panose="02010609060101010101" charset="-122"/>
                    <a:cs typeface="黑体" panose="02010609060101010101" charset="-122"/>
                  </a:rPr>
                  <a:t>研究一种类似于键值对映射的标记方法</a:t>
                </a:r>
                <a:endParaRPr lang="zh-CN" altLang="en-US" sz="1600">
                  <a:latin typeface="黑体" panose="02010609060101010101" charset="-122"/>
                  <a:ea typeface="黑体" panose="02010609060101010101" charset="-122"/>
                  <a:cs typeface="黑体" panose="02010609060101010101" charset="-122"/>
                </a:endParaRPr>
              </a:p>
              <a:p>
                <a:pPr>
                  <a:lnSpc>
                    <a:spcPct val="150000"/>
                  </a:lnSpc>
                </a:pPr>
                <a:r>
                  <a:rPr lang="en-US" altLang="zh-CN" sz="1600">
                    <a:latin typeface="黑体" panose="02010609060101010101" charset="-122"/>
                    <a:ea typeface="黑体" panose="02010609060101010101" charset="-122"/>
                    <a:cs typeface="黑体" panose="02010609060101010101" charset="-122"/>
                  </a:rPr>
                  <a:t>2.</a:t>
                </a:r>
                <a:r>
                  <a:rPr lang="zh-CN" altLang="en-US" sz="1600">
                    <a:latin typeface="黑体" panose="02010609060101010101" charset="-122"/>
                    <a:ea typeface="黑体" panose="02010609060101010101" charset="-122"/>
                    <a:cs typeface="黑体" panose="02010609060101010101" charset="-122"/>
                  </a:rPr>
                  <a:t>将上述方法包装为类似于</a:t>
                </a:r>
                <a:r>
                  <a:rPr lang="en-US" altLang="zh-CN" sz="1600">
                    <a:latin typeface="黑体" panose="02010609060101010101" charset="-122"/>
                    <a:ea typeface="黑体" panose="02010609060101010101" charset="-122"/>
                    <a:cs typeface="黑体" panose="02010609060101010101" charset="-122"/>
                  </a:rPr>
                  <a:t>OpenMP</a:t>
                </a:r>
                <a:r>
                  <a:rPr lang="zh-CN" altLang="en-US" sz="1600">
                    <a:latin typeface="黑体" panose="02010609060101010101" charset="-122"/>
                    <a:ea typeface="黑体" panose="02010609060101010101" charset="-122"/>
                    <a:cs typeface="黑体" panose="02010609060101010101" charset="-122"/>
                  </a:rPr>
                  <a:t>、</a:t>
                </a:r>
                <a:r>
                  <a:rPr lang="en-US" altLang="zh-CN" sz="1600">
                    <a:latin typeface="黑体" panose="02010609060101010101" charset="-122"/>
                    <a:ea typeface="黑体" panose="02010609060101010101" charset="-122"/>
                    <a:cs typeface="黑体" panose="02010609060101010101" charset="-122"/>
                  </a:rPr>
                  <a:t>MPI</a:t>
                </a:r>
                <a:r>
                  <a:rPr lang="zh-CN" altLang="en-US" sz="1600">
                    <a:latin typeface="黑体" panose="02010609060101010101" charset="-122"/>
                    <a:ea typeface="黑体" panose="02010609060101010101" charset="-122"/>
                    <a:cs typeface="黑体" panose="02010609060101010101" charset="-122"/>
                  </a:rPr>
                  <a:t>的标记语言</a:t>
                </a:r>
                <a:endParaRPr lang="zh-CN" altLang="en-US" sz="1600">
                  <a:latin typeface="黑体" panose="02010609060101010101" charset="-122"/>
                  <a:ea typeface="黑体" panose="02010609060101010101" charset="-122"/>
                  <a:cs typeface="黑体" panose="02010609060101010101" charset="-122"/>
                </a:endParaRPr>
              </a:p>
              <a:p>
                <a:pPr>
                  <a:lnSpc>
                    <a:spcPct val="150000"/>
                  </a:lnSpc>
                </a:pPr>
                <a:r>
                  <a:rPr lang="en-US" altLang="zh-CN" sz="1600">
                    <a:solidFill>
                      <a:srgbClr val="C00000"/>
                    </a:solidFill>
                    <a:latin typeface="黑体" panose="02010609060101010101" charset="-122"/>
                    <a:ea typeface="黑体" panose="02010609060101010101" charset="-122"/>
                    <a:cs typeface="黑体" panose="02010609060101010101" charset="-122"/>
                  </a:rPr>
                  <a:t>3.</a:t>
                </a:r>
                <a:r>
                  <a:rPr lang="zh-CN" altLang="en-US" sz="1600">
                    <a:solidFill>
                      <a:srgbClr val="C00000"/>
                    </a:solidFill>
                    <a:latin typeface="黑体" panose="02010609060101010101" charset="-122"/>
                    <a:ea typeface="黑体" panose="02010609060101010101" charset="-122"/>
                    <a:cs typeface="黑体" panose="02010609060101010101" charset="-122"/>
                  </a:rPr>
                  <a:t>实现标记后的串行代码到并行代码的转换（代码生成）</a:t>
                </a:r>
                <a:endParaRPr lang="zh-CN" altLang="en-US" sz="1600">
                  <a:solidFill>
                    <a:srgbClr val="C00000"/>
                  </a:solidFill>
                  <a:latin typeface="黑体" panose="02010609060101010101" charset="-122"/>
                  <a:ea typeface="黑体" panose="02010609060101010101" charset="-122"/>
                  <a:cs typeface="黑体" panose="02010609060101010101" charset="-122"/>
                </a:endParaRPr>
              </a:p>
            </p:txBody>
          </p:sp>
          <p:grpSp>
            <p:nvGrpSpPr>
              <p:cNvPr id="35" name="组合 18"/>
              <p:cNvGrpSpPr/>
              <p:nvPr/>
            </p:nvGrpSpPr>
            <p:grpSpPr>
              <a:xfrm>
                <a:off x="298" y="4221"/>
                <a:ext cx="3537" cy="2334"/>
                <a:chOff x="1304924" y="3162094"/>
                <a:chExt cx="2647951" cy="1746972"/>
              </a:xfrm>
            </p:grpSpPr>
            <p:cxnSp>
              <p:nvCxnSpPr>
                <p:cNvPr id="36" name="直接连接符 35"/>
                <p:cNvCxnSpPr/>
                <p:nvPr>
                  <p:custDataLst>
                    <p:tags r:id="rId9"/>
                  </p:custDataLst>
                </p:nvPr>
              </p:nvCxnSpPr>
              <p:spPr>
                <a:xfrm>
                  <a:off x="1390650" y="4791075"/>
                  <a:ext cx="1866900" cy="0"/>
                </a:xfrm>
                <a:prstGeom prst="line">
                  <a:avLst/>
                </a:prstGeom>
                <a:ln>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custDataLst>
                    <p:tags r:id="rId10"/>
                  </p:custDataLst>
                </p:nvPr>
              </p:nvCxnSpPr>
              <p:spPr>
                <a:xfrm>
                  <a:off x="1304924" y="4907605"/>
                  <a:ext cx="2505076" cy="0"/>
                </a:xfrm>
                <a:prstGeom prst="line">
                  <a:avLst/>
                </a:prstGeom>
                <a:ln>
                  <a:solidFill>
                    <a:schemeClr val="accent6">
                      <a:lumMod val="50000"/>
                    </a:schemeClr>
                  </a:solidFill>
                  <a:tailEnd type="oval"/>
                </a:ln>
              </p:spPr>
              <p:style>
                <a:lnRef idx="1">
                  <a:schemeClr val="accent1"/>
                </a:lnRef>
                <a:fillRef idx="0">
                  <a:schemeClr val="accent1"/>
                </a:fillRef>
                <a:effectRef idx="0">
                  <a:schemeClr val="accent1"/>
                </a:effectRef>
                <a:fontRef idx="minor">
                  <a:schemeClr val="tx1"/>
                </a:fontRef>
              </p:style>
            </p:cxnSp>
            <p:sp>
              <p:nvSpPr>
                <p:cNvPr id="38" name="任意多边形 37"/>
                <p:cNvSpPr/>
                <p:nvPr>
                  <p:custDataLst>
                    <p:tags r:id="rId11"/>
                  </p:custDataLst>
                </p:nvPr>
              </p:nvSpPr>
              <p:spPr>
                <a:xfrm>
                  <a:off x="1304924" y="3162094"/>
                  <a:ext cx="2647951" cy="1745305"/>
                </a:xfrm>
                <a:custGeom>
                  <a:avLst/>
                  <a:gdLst>
                    <a:gd name="connsiteX0" fmla="*/ 1 w 2647951"/>
                    <a:gd name="connsiteY0" fmla="*/ 0 h 1743075"/>
                    <a:gd name="connsiteX1" fmla="*/ 2647951 w 2647951"/>
                    <a:gd name="connsiteY1" fmla="*/ 0 h 1743075"/>
                    <a:gd name="connsiteX2" fmla="*/ 2647951 w 2647951"/>
                    <a:gd name="connsiteY2" fmla="*/ 1266825 h 1743075"/>
                    <a:gd name="connsiteX3" fmla="*/ 297057 w 2647951"/>
                    <a:gd name="connsiteY3" fmla="*/ 1266825 h 1743075"/>
                    <a:gd name="connsiteX4" fmla="*/ 233437 w 2647951"/>
                    <a:gd name="connsiteY4" fmla="*/ 1329240 h 1743075"/>
                    <a:gd name="connsiteX5" fmla="*/ 0 w 2647951"/>
                    <a:gd name="connsiteY5" fmla="*/ 1743075 h 1743075"/>
                    <a:gd name="connsiteX6" fmla="*/ 0 w 2647951"/>
                    <a:gd name="connsiteY6" fmla="*/ 1114425 h 1743075"/>
                    <a:gd name="connsiteX7" fmla="*/ 1 w 2647951"/>
                    <a:gd name="connsiteY7" fmla="*/ 1114425 h 1743075"/>
                    <a:gd name="connsiteX0-1" fmla="*/ 1 w 2647951"/>
                    <a:gd name="connsiteY0-2" fmla="*/ 0 h 1743075"/>
                    <a:gd name="connsiteX1-3" fmla="*/ 2647951 w 2647951"/>
                    <a:gd name="connsiteY1-4" fmla="*/ 0 h 1743075"/>
                    <a:gd name="connsiteX2-5" fmla="*/ 2647951 w 2647951"/>
                    <a:gd name="connsiteY2-6" fmla="*/ 1266825 h 1743075"/>
                    <a:gd name="connsiteX3-7" fmla="*/ 297057 w 2647951"/>
                    <a:gd name="connsiteY3-8" fmla="*/ 1266825 h 1743075"/>
                    <a:gd name="connsiteX4-9" fmla="*/ 233437 w 2647951"/>
                    <a:gd name="connsiteY4-10" fmla="*/ 1329240 h 1743075"/>
                    <a:gd name="connsiteX5-11" fmla="*/ 0 w 2647951"/>
                    <a:gd name="connsiteY5-12" fmla="*/ 1743075 h 1743075"/>
                    <a:gd name="connsiteX6-13" fmla="*/ 0 w 2647951"/>
                    <a:gd name="connsiteY6-14" fmla="*/ 1114425 h 1743075"/>
                    <a:gd name="connsiteX7-15" fmla="*/ 1 w 2647951"/>
                    <a:gd name="connsiteY7-16" fmla="*/ 1114425 h 1743075"/>
                    <a:gd name="connsiteX8" fmla="*/ 1 w 2647951"/>
                    <a:gd name="connsiteY8" fmla="*/ 0 h 1743075"/>
                    <a:gd name="connsiteX0-17" fmla="*/ 1 w 2647951"/>
                    <a:gd name="connsiteY0-18" fmla="*/ 0 h 1743075"/>
                    <a:gd name="connsiteX1-19" fmla="*/ 2647951 w 2647951"/>
                    <a:gd name="connsiteY1-20" fmla="*/ 0 h 1743075"/>
                    <a:gd name="connsiteX2-21" fmla="*/ 2647951 w 2647951"/>
                    <a:gd name="connsiteY2-22" fmla="*/ 1266825 h 1743075"/>
                    <a:gd name="connsiteX3-23" fmla="*/ 516132 w 2647951"/>
                    <a:gd name="connsiteY3-24" fmla="*/ 1323975 h 1743075"/>
                    <a:gd name="connsiteX4-25" fmla="*/ 233437 w 2647951"/>
                    <a:gd name="connsiteY4-26" fmla="*/ 1329240 h 1743075"/>
                    <a:gd name="connsiteX5-27" fmla="*/ 0 w 2647951"/>
                    <a:gd name="connsiteY5-28" fmla="*/ 1743075 h 1743075"/>
                    <a:gd name="connsiteX6-29" fmla="*/ 0 w 2647951"/>
                    <a:gd name="connsiteY6-30" fmla="*/ 1114425 h 1743075"/>
                    <a:gd name="connsiteX7-31" fmla="*/ 1 w 2647951"/>
                    <a:gd name="connsiteY7-32" fmla="*/ 1114425 h 1743075"/>
                    <a:gd name="connsiteX8-33" fmla="*/ 1 w 2647951"/>
                    <a:gd name="connsiteY8-34" fmla="*/ 0 h 1743075"/>
                    <a:gd name="connsiteX0-35" fmla="*/ 1 w 2647951"/>
                    <a:gd name="connsiteY0-36" fmla="*/ 0 h 1743075"/>
                    <a:gd name="connsiteX1-37" fmla="*/ 2647951 w 2647951"/>
                    <a:gd name="connsiteY1-38" fmla="*/ 0 h 1743075"/>
                    <a:gd name="connsiteX2-39" fmla="*/ 2647951 w 2647951"/>
                    <a:gd name="connsiteY2-40" fmla="*/ 1266825 h 1743075"/>
                    <a:gd name="connsiteX3-41" fmla="*/ 516132 w 2647951"/>
                    <a:gd name="connsiteY3-42" fmla="*/ 1323975 h 1743075"/>
                    <a:gd name="connsiteX4-43" fmla="*/ 233437 w 2647951"/>
                    <a:gd name="connsiteY4-44" fmla="*/ 1329240 h 1743075"/>
                    <a:gd name="connsiteX5-45" fmla="*/ 0 w 2647951"/>
                    <a:gd name="connsiteY5-46" fmla="*/ 1743075 h 1743075"/>
                    <a:gd name="connsiteX6-47" fmla="*/ 0 w 2647951"/>
                    <a:gd name="connsiteY6-48" fmla="*/ 1114425 h 1743075"/>
                    <a:gd name="connsiteX7-49" fmla="*/ 1 w 2647951"/>
                    <a:gd name="connsiteY7-50" fmla="*/ 1114425 h 1743075"/>
                    <a:gd name="connsiteX8-51" fmla="*/ 1 w 2647951"/>
                    <a:gd name="connsiteY8-52" fmla="*/ 0 h 1743075"/>
                    <a:gd name="connsiteX0-53" fmla="*/ 1 w 2647951"/>
                    <a:gd name="connsiteY0-54" fmla="*/ 0 h 1745366"/>
                    <a:gd name="connsiteX1-55" fmla="*/ 2647951 w 2647951"/>
                    <a:gd name="connsiteY1-56" fmla="*/ 0 h 1745366"/>
                    <a:gd name="connsiteX2-57" fmla="*/ 2647951 w 2647951"/>
                    <a:gd name="connsiteY2-58" fmla="*/ 1266825 h 1745366"/>
                    <a:gd name="connsiteX3-59" fmla="*/ 516132 w 2647951"/>
                    <a:gd name="connsiteY3-60" fmla="*/ 1323975 h 1745366"/>
                    <a:gd name="connsiteX4-61" fmla="*/ 0 w 2647951"/>
                    <a:gd name="connsiteY4-62" fmla="*/ 1743075 h 1745366"/>
                    <a:gd name="connsiteX5-63" fmla="*/ 0 w 2647951"/>
                    <a:gd name="connsiteY5-64" fmla="*/ 1114425 h 1745366"/>
                    <a:gd name="connsiteX6-65" fmla="*/ 1 w 2647951"/>
                    <a:gd name="connsiteY6-66" fmla="*/ 1114425 h 1745366"/>
                    <a:gd name="connsiteX7-67" fmla="*/ 1 w 2647951"/>
                    <a:gd name="connsiteY7-68" fmla="*/ 0 h 1745366"/>
                    <a:gd name="connsiteX0-69" fmla="*/ 1 w 2647951"/>
                    <a:gd name="connsiteY0-70" fmla="*/ 0 h 1745305"/>
                    <a:gd name="connsiteX1-71" fmla="*/ 2647951 w 2647951"/>
                    <a:gd name="connsiteY1-72" fmla="*/ 0 h 1745305"/>
                    <a:gd name="connsiteX2-73" fmla="*/ 2638426 w 2647951"/>
                    <a:gd name="connsiteY2-74" fmla="*/ 1333500 h 1745305"/>
                    <a:gd name="connsiteX3-75" fmla="*/ 516132 w 2647951"/>
                    <a:gd name="connsiteY3-76" fmla="*/ 1323975 h 1745305"/>
                    <a:gd name="connsiteX4-77" fmla="*/ 0 w 2647951"/>
                    <a:gd name="connsiteY4-78" fmla="*/ 1743075 h 1745305"/>
                    <a:gd name="connsiteX5-79" fmla="*/ 0 w 2647951"/>
                    <a:gd name="connsiteY5-80" fmla="*/ 1114425 h 1745305"/>
                    <a:gd name="connsiteX6-81" fmla="*/ 1 w 2647951"/>
                    <a:gd name="connsiteY6-82" fmla="*/ 1114425 h 1745305"/>
                    <a:gd name="connsiteX7-83" fmla="*/ 1 w 2647951"/>
                    <a:gd name="connsiteY7-84" fmla="*/ 0 h 1745305"/>
                  </a:gdLst>
                  <a:ahLst/>
                  <a:cxnLst>
                    <a:cxn ang="0">
                      <a:pos x="connsiteX0-69" y="connsiteY0-70"/>
                    </a:cxn>
                    <a:cxn ang="0">
                      <a:pos x="connsiteX1-71" y="connsiteY1-72"/>
                    </a:cxn>
                    <a:cxn ang="0">
                      <a:pos x="connsiteX2-73" y="connsiteY2-74"/>
                    </a:cxn>
                    <a:cxn ang="0">
                      <a:pos x="connsiteX3-75" y="connsiteY3-76"/>
                    </a:cxn>
                    <a:cxn ang="0">
                      <a:pos x="connsiteX4-77" y="connsiteY4-78"/>
                    </a:cxn>
                    <a:cxn ang="0">
                      <a:pos x="connsiteX5-79" y="connsiteY5-80"/>
                    </a:cxn>
                    <a:cxn ang="0">
                      <a:pos x="connsiteX6-81" y="connsiteY6-82"/>
                    </a:cxn>
                    <a:cxn ang="0">
                      <a:pos x="connsiteX7-83" y="connsiteY7-84"/>
                    </a:cxn>
                  </a:cxnLst>
                  <a:rect l="l" t="t" r="r" b="b"/>
                  <a:pathLst>
                    <a:path w="2647951" h="1745305">
                      <a:moveTo>
                        <a:pt x="1" y="0"/>
                      </a:moveTo>
                      <a:lnTo>
                        <a:pt x="2647951" y="0"/>
                      </a:lnTo>
                      <a:lnTo>
                        <a:pt x="2638426" y="1333500"/>
                      </a:lnTo>
                      <a:cubicBezTo>
                        <a:pt x="2246610" y="1544638"/>
                        <a:pt x="955870" y="1255713"/>
                        <a:pt x="516132" y="1323975"/>
                      </a:cubicBezTo>
                      <a:cubicBezTo>
                        <a:pt x="76394" y="1392237"/>
                        <a:pt x="86022" y="1778000"/>
                        <a:pt x="0" y="1743075"/>
                      </a:cubicBezTo>
                      <a:lnTo>
                        <a:pt x="0" y="1114425"/>
                      </a:lnTo>
                      <a:lnTo>
                        <a:pt x="1" y="1114425"/>
                      </a:lnTo>
                      <a:lnTo>
                        <a:pt x="1" y="0"/>
                      </a:lnTo>
                      <a:close/>
                    </a:path>
                  </a:pathLst>
                </a:cu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bIns="378000" rtlCol="0" anchor="ctr">
                  <a:normAutofit/>
                </a:bodyPr>
                <a:p>
                  <a:pPr algn="ctr" fontAlgn="base">
                    <a:lnSpc>
                      <a:spcPct val="150000"/>
                    </a:lnSpc>
                  </a:pPr>
                  <a:r>
                    <a:rPr lang="zh-CN" altLang="en-US" sz="1800" strike="noStrike" noProof="1" dirty="0">
                      <a:solidFill>
                        <a:schemeClr val="bg1"/>
                      </a:solidFill>
                    </a:rPr>
                    <a:t>企业调研</a:t>
                  </a:r>
                  <a:endParaRPr lang="zh-CN" altLang="en-US" sz="1800" strike="noStrike" noProof="1" dirty="0">
                    <a:solidFill>
                      <a:schemeClr val="bg1"/>
                    </a:solidFill>
                  </a:endParaRPr>
                </a:p>
                <a:p>
                  <a:pPr algn="ctr" fontAlgn="base">
                    <a:lnSpc>
                      <a:spcPct val="150000"/>
                    </a:lnSpc>
                  </a:pPr>
                  <a:r>
                    <a:rPr lang="zh-CN" altLang="en-US" sz="1400" strike="noStrike" noProof="1" dirty="0">
                      <a:solidFill>
                        <a:schemeClr val="bg1"/>
                      </a:solidFill>
                    </a:rPr>
                    <a:t>（东方物探）</a:t>
                  </a:r>
                  <a:endParaRPr lang="zh-CN" altLang="en-US" sz="1400" strike="noStrike" noProof="1" dirty="0">
                    <a:solidFill>
                      <a:schemeClr val="bg1"/>
                    </a:solidFill>
                  </a:endParaRPr>
                </a:p>
              </p:txBody>
            </p:sp>
            <p:sp>
              <p:nvSpPr>
                <p:cNvPr id="39" name="文本框 38"/>
                <p:cNvSpPr txBox="1"/>
                <p:nvPr>
                  <p:custDataLst>
                    <p:tags r:id="rId12"/>
                  </p:custDataLst>
                </p:nvPr>
              </p:nvSpPr>
              <p:spPr>
                <a:xfrm>
                  <a:off x="3295650" y="4539734"/>
                  <a:ext cx="476250" cy="369332"/>
                </a:xfrm>
                <a:prstGeom prst="rect">
                  <a:avLst/>
                </a:prstGeom>
                <a:noFill/>
              </p:spPr>
              <p:txBody>
                <a:bodyPr wrap="square" rtlCol="0" anchor="ctr">
                  <a:normAutofit fontScale="72500"/>
                </a:bodyPr>
                <a:p>
                  <a:pPr algn="ctr"/>
                  <a:r>
                    <a:rPr lang="en-US" altLang="zh-CN" noProof="1" dirty="0">
                      <a:solidFill>
                        <a:schemeClr val="tx1">
                          <a:lumMod val="75000"/>
                          <a:lumOff val="25000"/>
                        </a:schemeClr>
                      </a:solidFill>
                      <a:latin typeface="Arial" panose="020B0604020202020204" pitchFamily="34" charset="0"/>
                      <a:ea typeface="宋体" panose="02010600030101010101" pitchFamily="2" charset="-122"/>
                      <a:cs typeface="+mn-cs"/>
                    </a:rPr>
                    <a:t>B</a:t>
                  </a:r>
                  <a:endParaRPr lang="zh-CN" altLang="en-US" noProof="1" dirty="0">
                    <a:solidFill>
                      <a:schemeClr val="tx1">
                        <a:lumMod val="75000"/>
                        <a:lumOff val="25000"/>
                      </a:schemeClr>
                    </a:solidFill>
                  </a:endParaRPr>
                </a:p>
              </p:txBody>
            </p:sp>
          </p:grpSp>
          <p:sp>
            <p:nvSpPr>
              <p:cNvPr id="40" name="文本框 1"/>
              <p:cNvSpPr txBox="1"/>
              <p:nvPr/>
            </p:nvSpPr>
            <p:spPr>
              <a:xfrm>
                <a:off x="4123" y="4165"/>
                <a:ext cx="9889" cy="2470"/>
              </a:xfrm>
              <a:prstGeom prst="rect">
                <a:avLst/>
              </a:prstGeom>
              <a:noFill/>
              <a:ln w="9525" cap="flat" cmpd="sng">
                <a:solidFill>
                  <a:schemeClr val="tx1"/>
                </a:solidFill>
                <a:prstDash val="solid"/>
                <a:round/>
                <a:headEnd type="none" w="med" len="med"/>
                <a:tailEnd type="none" w="med" len="med"/>
              </a:ln>
            </p:spPr>
            <p:txBody>
              <a:bodyPr wrap="square" anchor="t">
                <a:spAutoFit/>
              </a:bodyPr>
              <a:p>
                <a:pPr>
                  <a:lnSpc>
                    <a:spcPct val="150000"/>
                  </a:lnSpc>
                </a:pPr>
                <a:r>
                  <a:rPr lang="en-US" altLang="zh-CN" sz="1600">
                    <a:latin typeface="黑体" panose="02010609060101010101" charset="-122"/>
                    <a:ea typeface="黑体" panose="02010609060101010101" charset="-122"/>
                    <a:cs typeface="黑体" panose="02010609060101010101" charset="-122"/>
                  </a:rPr>
                  <a:t>1.</a:t>
                </a:r>
                <a:r>
                  <a:rPr lang="zh-CN" altLang="en-US" sz="1600">
                    <a:latin typeface="黑体" panose="02010609060101010101" charset="-122"/>
                    <a:ea typeface="黑体" panose="02010609060101010101" charset="-122"/>
                    <a:cs typeface="黑体" panose="02010609060101010101" charset="-122"/>
                  </a:rPr>
                  <a:t>已经开始应用并行化技术提高数据的处理与解释效率</a:t>
                </a:r>
                <a:endParaRPr lang="zh-CN" altLang="en-US" sz="1600">
                  <a:latin typeface="黑体" panose="02010609060101010101" charset="-122"/>
                  <a:ea typeface="黑体" panose="02010609060101010101" charset="-122"/>
                  <a:cs typeface="黑体" panose="02010609060101010101" charset="-122"/>
                </a:endParaRPr>
              </a:p>
              <a:p>
                <a:pPr>
                  <a:lnSpc>
                    <a:spcPct val="150000"/>
                  </a:lnSpc>
                </a:pPr>
                <a:r>
                  <a:rPr lang="en-US" altLang="zh-CN" sz="1600">
                    <a:latin typeface="黑体" panose="02010609060101010101" charset="-122"/>
                    <a:ea typeface="黑体" panose="02010609060101010101" charset="-122"/>
                    <a:cs typeface="黑体" panose="02010609060101010101" charset="-122"/>
                  </a:rPr>
                  <a:t>2.</a:t>
                </a:r>
                <a:r>
                  <a:rPr lang="zh-CN" altLang="en-US" sz="1600">
                    <a:latin typeface="黑体" panose="02010609060101010101" charset="-122"/>
                    <a:ea typeface="黑体" panose="02010609060101010101" charset="-122"/>
                    <a:cs typeface="黑体" panose="02010609060101010101" charset="-122"/>
                  </a:rPr>
                  <a:t>数据处理算法庞大且复杂，从业</a:t>
                </a:r>
                <a:r>
                  <a:rPr lang="zh-CN" altLang="en-US" sz="1600">
                    <a:latin typeface="黑体" panose="02010609060101010101" charset="-122"/>
                    <a:ea typeface="黑体" panose="02010609060101010101" charset="-122"/>
                    <a:cs typeface="黑体" panose="02010609060101010101" charset="-122"/>
                    <a:sym typeface="+mn-ea"/>
                  </a:rPr>
                  <a:t>人员计算机硬件知识储备不足，对代码可并行性掌握不准确，迫切需要更加方便快捷的并行编程方式</a:t>
                </a:r>
                <a:endParaRPr lang="zh-CN" altLang="en-US" sz="1600">
                  <a:latin typeface="黑体" panose="02010609060101010101" charset="-122"/>
                  <a:ea typeface="黑体" panose="02010609060101010101" charset="-122"/>
                  <a:cs typeface="黑体" panose="02010609060101010101" charset="-122"/>
                </a:endParaRPr>
              </a:p>
              <a:p>
                <a:pPr>
                  <a:lnSpc>
                    <a:spcPct val="150000"/>
                  </a:lnSpc>
                </a:pPr>
                <a:r>
                  <a:rPr lang="en-US" altLang="zh-CN" sz="1600">
                    <a:solidFill>
                      <a:srgbClr val="C00000"/>
                    </a:solidFill>
                    <a:latin typeface="黑体" panose="02010609060101010101" charset="-122"/>
                    <a:ea typeface="黑体" panose="02010609060101010101" charset="-122"/>
                    <a:cs typeface="黑体" panose="02010609060101010101" charset="-122"/>
                  </a:rPr>
                  <a:t>3.</a:t>
                </a:r>
                <a:r>
                  <a:rPr lang="zh-CN" altLang="en-US" sz="1600">
                    <a:solidFill>
                      <a:srgbClr val="C00000"/>
                    </a:solidFill>
                    <a:latin typeface="黑体" panose="02010609060101010101" charset="-122"/>
                    <a:ea typeface="黑体" panose="02010609060101010101" charset="-122"/>
                    <a:cs typeface="黑体" panose="02010609060101010101" charset="-122"/>
                  </a:rPr>
                  <a:t>建议标记语言舍弃函数调用而采用标签化结构</a:t>
                </a:r>
                <a:endParaRPr lang="zh-CN" altLang="en-US" sz="1600">
                  <a:solidFill>
                    <a:srgbClr val="C00000"/>
                  </a:solidFill>
                  <a:latin typeface="黑体" panose="02010609060101010101" charset="-122"/>
                  <a:ea typeface="黑体" panose="02010609060101010101" charset="-122"/>
                  <a:cs typeface="黑体" panose="02010609060101010101" charset="-122"/>
                </a:endParaRPr>
              </a:p>
            </p:txBody>
          </p:sp>
        </p:grpSp>
        <p:grpSp>
          <p:nvGrpSpPr>
            <p:cNvPr id="49" name="组合 18"/>
            <p:cNvGrpSpPr/>
            <p:nvPr/>
          </p:nvGrpSpPr>
          <p:grpSpPr>
            <a:xfrm>
              <a:off x="3915" y="7479"/>
              <a:ext cx="3425" cy="2257"/>
              <a:chOff x="1304924" y="3171825"/>
              <a:chExt cx="2647951" cy="1745305"/>
            </a:xfrm>
          </p:grpSpPr>
          <p:cxnSp>
            <p:nvCxnSpPr>
              <p:cNvPr id="50" name="直接连接符 49"/>
              <p:cNvCxnSpPr/>
              <p:nvPr>
                <p:custDataLst>
                  <p:tags r:id="rId13"/>
                </p:custDataLst>
              </p:nvPr>
            </p:nvCxnSpPr>
            <p:spPr>
              <a:xfrm>
                <a:off x="1390650" y="4791075"/>
                <a:ext cx="1866900" cy="0"/>
              </a:xfrm>
              <a:prstGeom prst="line">
                <a:avLst/>
              </a:prstGeom>
              <a:ln>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p:cNvCxnSpPr/>
              <p:nvPr>
                <p:custDataLst>
                  <p:tags r:id="rId14"/>
                </p:custDataLst>
              </p:nvPr>
            </p:nvCxnSpPr>
            <p:spPr>
              <a:xfrm>
                <a:off x="1304924" y="4907605"/>
                <a:ext cx="2505076" cy="0"/>
              </a:xfrm>
              <a:prstGeom prst="line">
                <a:avLst/>
              </a:prstGeom>
              <a:ln>
                <a:solidFill>
                  <a:schemeClr val="accent6">
                    <a:lumMod val="50000"/>
                  </a:schemeClr>
                </a:solidFill>
                <a:tailEnd type="oval"/>
              </a:ln>
            </p:spPr>
            <p:style>
              <a:lnRef idx="1">
                <a:schemeClr val="accent1"/>
              </a:lnRef>
              <a:fillRef idx="0">
                <a:schemeClr val="accent1"/>
              </a:fillRef>
              <a:effectRef idx="0">
                <a:schemeClr val="accent1"/>
              </a:effectRef>
              <a:fontRef idx="minor">
                <a:schemeClr val="tx1"/>
              </a:fontRef>
            </p:style>
          </p:cxnSp>
          <p:sp>
            <p:nvSpPr>
              <p:cNvPr id="52" name="任意多边形 51"/>
              <p:cNvSpPr/>
              <p:nvPr>
                <p:custDataLst>
                  <p:tags r:id="rId15"/>
                </p:custDataLst>
              </p:nvPr>
            </p:nvSpPr>
            <p:spPr>
              <a:xfrm>
                <a:off x="1304924" y="3171825"/>
                <a:ext cx="2647951" cy="1745305"/>
              </a:xfrm>
              <a:custGeom>
                <a:avLst/>
                <a:gdLst>
                  <a:gd name="connsiteX0" fmla="*/ 1 w 2647951"/>
                  <a:gd name="connsiteY0" fmla="*/ 0 h 1743075"/>
                  <a:gd name="connsiteX1" fmla="*/ 2647951 w 2647951"/>
                  <a:gd name="connsiteY1" fmla="*/ 0 h 1743075"/>
                  <a:gd name="connsiteX2" fmla="*/ 2647951 w 2647951"/>
                  <a:gd name="connsiteY2" fmla="*/ 1266825 h 1743075"/>
                  <a:gd name="connsiteX3" fmla="*/ 297057 w 2647951"/>
                  <a:gd name="connsiteY3" fmla="*/ 1266825 h 1743075"/>
                  <a:gd name="connsiteX4" fmla="*/ 233437 w 2647951"/>
                  <a:gd name="connsiteY4" fmla="*/ 1329240 h 1743075"/>
                  <a:gd name="connsiteX5" fmla="*/ 0 w 2647951"/>
                  <a:gd name="connsiteY5" fmla="*/ 1743075 h 1743075"/>
                  <a:gd name="connsiteX6" fmla="*/ 0 w 2647951"/>
                  <a:gd name="connsiteY6" fmla="*/ 1114425 h 1743075"/>
                  <a:gd name="connsiteX7" fmla="*/ 1 w 2647951"/>
                  <a:gd name="connsiteY7" fmla="*/ 1114425 h 1743075"/>
                  <a:gd name="connsiteX0-1" fmla="*/ 1 w 2647951"/>
                  <a:gd name="connsiteY0-2" fmla="*/ 0 h 1743075"/>
                  <a:gd name="connsiteX1-3" fmla="*/ 2647951 w 2647951"/>
                  <a:gd name="connsiteY1-4" fmla="*/ 0 h 1743075"/>
                  <a:gd name="connsiteX2-5" fmla="*/ 2647951 w 2647951"/>
                  <a:gd name="connsiteY2-6" fmla="*/ 1266825 h 1743075"/>
                  <a:gd name="connsiteX3-7" fmla="*/ 297057 w 2647951"/>
                  <a:gd name="connsiteY3-8" fmla="*/ 1266825 h 1743075"/>
                  <a:gd name="connsiteX4-9" fmla="*/ 233437 w 2647951"/>
                  <a:gd name="connsiteY4-10" fmla="*/ 1329240 h 1743075"/>
                  <a:gd name="connsiteX5-11" fmla="*/ 0 w 2647951"/>
                  <a:gd name="connsiteY5-12" fmla="*/ 1743075 h 1743075"/>
                  <a:gd name="connsiteX6-13" fmla="*/ 0 w 2647951"/>
                  <a:gd name="connsiteY6-14" fmla="*/ 1114425 h 1743075"/>
                  <a:gd name="connsiteX7-15" fmla="*/ 1 w 2647951"/>
                  <a:gd name="connsiteY7-16" fmla="*/ 1114425 h 1743075"/>
                  <a:gd name="connsiteX8" fmla="*/ 1 w 2647951"/>
                  <a:gd name="connsiteY8" fmla="*/ 0 h 1743075"/>
                  <a:gd name="connsiteX0-17" fmla="*/ 1 w 2647951"/>
                  <a:gd name="connsiteY0-18" fmla="*/ 0 h 1743075"/>
                  <a:gd name="connsiteX1-19" fmla="*/ 2647951 w 2647951"/>
                  <a:gd name="connsiteY1-20" fmla="*/ 0 h 1743075"/>
                  <a:gd name="connsiteX2-21" fmla="*/ 2647951 w 2647951"/>
                  <a:gd name="connsiteY2-22" fmla="*/ 1266825 h 1743075"/>
                  <a:gd name="connsiteX3-23" fmla="*/ 516132 w 2647951"/>
                  <a:gd name="connsiteY3-24" fmla="*/ 1323975 h 1743075"/>
                  <a:gd name="connsiteX4-25" fmla="*/ 233437 w 2647951"/>
                  <a:gd name="connsiteY4-26" fmla="*/ 1329240 h 1743075"/>
                  <a:gd name="connsiteX5-27" fmla="*/ 0 w 2647951"/>
                  <a:gd name="connsiteY5-28" fmla="*/ 1743075 h 1743075"/>
                  <a:gd name="connsiteX6-29" fmla="*/ 0 w 2647951"/>
                  <a:gd name="connsiteY6-30" fmla="*/ 1114425 h 1743075"/>
                  <a:gd name="connsiteX7-31" fmla="*/ 1 w 2647951"/>
                  <a:gd name="connsiteY7-32" fmla="*/ 1114425 h 1743075"/>
                  <a:gd name="connsiteX8-33" fmla="*/ 1 w 2647951"/>
                  <a:gd name="connsiteY8-34" fmla="*/ 0 h 1743075"/>
                  <a:gd name="connsiteX0-35" fmla="*/ 1 w 2647951"/>
                  <a:gd name="connsiteY0-36" fmla="*/ 0 h 1743075"/>
                  <a:gd name="connsiteX1-37" fmla="*/ 2647951 w 2647951"/>
                  <a:gd name="connsiteY1-38" fmla="*/ 0 h 1743075"/>
                  <a:gd name="connsiteX2-39" fmla="*/ 2647951 w 2647951"/>
                  <a:gd name="connsiteY2-40" fmla="*/ 1266825 h 1743075"/>
                  <a:gd name="connsiteX3-41" fmla="*/ 516132 w 2647951"/>
                  <a:gd name="connsiteY3-42" fmla="*/ 1323975 h 1743075"/>
                  <a:gd name="connsiteX4-43" fmla="*/ 233437 w 2647951"/>
                  <a:gd name="connsiteY4-44" fmla="*/ 1329240 h 1743075"/>
                  <a:gd name="connsiteX5-45" fmla="*/ 0 w 2647951"/>
                  <a:gd name="connsiteY5-46" fmla="*/ 1743075 h 1743075"/>
                  <a:gd name="connsiteX6-47" fmla="*/ 0 w 2647951"/>
                  <a:gd name="connsiteY6-48" fmla="*/ 1114425 h 1743075"/>
                  <a:gd name="connsiteX7-49" fmla="*/ 1 w 2647951"/>
                  <a:gd name="connsiteY7-50" fmla="*/ 1114425 h 1743075"/>
                  <a:gd name="connsiteX8-51" fmla="*/ 1 w 2647951"/>
                  <a:gd name="connsiteY8-52" fmla="*/ 0 h 1743075"/>
                  <a:gd name="connsiteX0-53" fmla="*/ 1 w 2647951"/>
                  <a:gd name="connsiteY0-54" fmla="*/ 0 h 1745366"/>
                  <a:gd name="connsiteX1-55" fmla="*/ 2647951 w 2647951"/>
                  <a:gd name="connsiteY1-56" fmla="*/ 0 h 1745366"/>
                  <a:gd name="connsiteX2-57" fmla="*/ 2647951 w 2647951"/>
                  <a:gd name="connsiteY2-58" fmla="*/ 1266825 h 1745366"/>
                  <a:gd name="connsiteX3-59" fmla="*/ 516132 w 2647951"/>
                  <a:gd name="connsiteY3-60" fmla="*/ 1323975 h 1745366"/>
                  <a:gd name="connsiteX4-61" fmla="*/ 0 w 2647951"/>
                  <a:gd name="connsiteY4-62" fmla="*/ 1743075 h 1745366"/>
                  <a:gd name="connsiteX5-63" fmla="*/ 0 w 2647951"/>
                  <a:gd name="connsiteY5-64" fmla="*/ 1114425 h 1745366"/>
                  <a:gd name="connsiteX6-65" fmla="*/ 1 w 2647951"/>
                  <a:gd name="connsiteY6-66" fmla="*/ 1114425 h 1745366"/>
                  <a:gd name="connsiteX7-67" fmla="*/ 1 w 2647951"/>
                  <a:gd name="connsiteY7-68" fmla="*/ 0 h 1745366"/>
                  <a:gd name="connsiteX0-69" fmla="*/ 1 w 2647951"/>
                  <a:gd name="connsiteY0-70" fmla="*/ 0 h 1745305"/>
                  <a:gd name="connsiteX1-71" fmla="*/ 2647951 w 2647951"/>
                  <a:gd name="connsiteY1-72" fmla="*/ 0 h 1745305"/>
                  <a:gd name="connsiteX2-73" fmla="*/ 2638426 w 2647951"/>
                  <a:gd name="connsiteY2-74" fmla="*/ 1333500 h 1745305"/>
                  <a:gd name="connsiteX3-75" fmla="*/ 516132 w 2647951"/>
                  <a:gd name="connsiteY3-76" fmla="*/ 1323975 h 1745305"/>
                  <a:gd name="connsiteX4-77" fmla="*/ 0 w 2647951"/>
                  <a:gd name="connsiteY4-78" fmla="*/ 1743075 h 1745305"/>
                  <a:gd name="connsiteX5-79" fmla="*/ 0 w 2647951"/>
                  <a:gd name="connsiteY5-80" fmla="*/ 1114425 h 1745305"/>
                  <a:gd name="connsiteX6-81" fmla="*/ 1 w 2647951"/>
                  <a:gd name="connsiteY6-82" fmla="*/ 1114425 h 1745305"/>
                  <a:gd name="connsiteX7-83" fmla="*/ 1 w 2647951"/>
                  <a:gd name="connsiteY7-84" fmla="*/ 0 h 1745305"/>
                </a:gdLst>
                <a:ahLst/>
                <a:cxnLst>
                  <a:cxn ang="0">
                    <a:pos x="connsiteX0-69" y="connsiteY0-70"/>
                  </a:cxn>
                  <a:cxn ang="0">
                    <a:pos x="connsiteX1-71" y="connsiteY1-72"/>
                  </a:cxn>
                  <a:cxn ang="0">
                    <a:pos x="connsiteX2-73" y="connsiteY2-74"/>
                  </a:cxn>
                  <a:cxn ang="0">
                    <a:pos x="connsiteX3-75" y="connsiteY3-76"/>
                  </a:cxn>
                  <a:cxn ang="0">
                    <a:pos x="connsiteX4-77" y="connsiteY4-78"/>
                  </a:cxn>
                  <a:cxn ang="0">
                    <a:pos x="connsiteX5-79" y="connsiteY5-80"/>
                  </a:cxn>
                  <a:cxn ang="0">
                    <a:pos x="connsiteX6-81" y="connsiteY6-82"/>
                  </a:cxn>
                  <a:cxn ang="0">
                    <a:pos x="connsiteX7-83" y="connsiteY7-84"/>
                  </a:cxn>
                </a:cxnLst>
                <a:rect l="l" t="t" r="r" b="b"/>
                <a:pathLst>
                  <a:path w="2647951" h="1745305">
                    <a:moveTo>
                      <a:pt x="1" y="0"/>
                    </a:moveTo>
                    <a:lnTo>
                      <a:pt x="2647951" y="0"/>
                    </a:lnTo>
                    <a:lnTo>
                      <a:pt x="2638426" y="1333500"/>
                    </a:lnTo>
                    <a:cubicBezTo>
                      <a:pt x="2246610" y="1544638"/>
                      <a:pt x="955870" y="1255713"/>
                      <a:pt x="516132" y="1323975"/>
                    </a:cubicBezTo>
                    <a:cubicBezTo>
                      <a:pt x="76394" y="1392237"/>
                      <a:pt x="86022" y="1778000"/>
                      <a:pt x="0" y="1743075"/>
                    </a:cubicBezTo>
                    <a:lnTo>
                      <a:pt x="0" y="1114425"/>
                    </a:lnTo>
                    <a:lnTo>
                      <a:pt x="1" y="1114425"/>
                    </a:lnTo>
                    <a:lnTo>
                      <a:pt x="1" y="0"/>
                    </a:lnTo>
                    <a:close/>
                  </a:path>
                </a:pathLst>
              </a:cu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bIns="378000" rtlCol="0" anchor="ctr">
                <a:normAutofit/>
              </a:bodyPr>
              <a:p>
                <a:pPr algn="ctr" fontAlgn="base">
                  <a:lnSpc>
                    <a:spcPct val="150000"/>
                  </a:lnSpc>
                </a:pPr>
                <a:r>
                  <a:rPr lang="zh-CN" altLang="en-US" sz="1800" strike="noStrike" noProof="1" dirty="0">
                    <a:solidFill>
                      <a:schemeClr val="bg1"/>
                    </a:solidFill>
                  </a:rPr>
                  <a:t>实用性</a:t>
                </a:r>
                <a:endParaRPr lang="zh-CN" altLang="en-US" sz="1800" strike="noStrike" noProof="1" dirty="0">
                  <a:solidFill>
                    <a:schemeClr val="bg1"/>
                  </a:solidFill>
                </a:endParaRPr>
              </a:p>
            </p:txBody>
          </p:sp>
          <p:sp>
            <p:nvSpPr>
              <p:cNvPr id="53" name="文本框 52"/>
              <p:cNvSpPr txBox="1"/>
              <p:nvPr>
                <p:custDataLst>
                  <p:tags r:id="rId16"/>
                </p:custDataLst>
              </p:nvPr>
            </p:nvSpPr>
            <p:spPr>
              <a:xfrm>
                <a:off x="3295650" y="4539734"/>
                <a:ext cx="476250" cy="369332"/>
              </a:xfrm>
              <a:prstGeom prst="rect">
                <a:avLst/>
              </a:prstGeom>
              <a:noFill/>
            </p:spPr>
            <p:txBody>
              <a:bodyPr wrap="square" rtlCol="0" anchor="ctr">
                <a:normAutofit fontScale="72500"/>
              </a:bodyPr>
              <a:p>
                <a:pPr algn="ctr"/>
                <a:r>
                  <a:rPr lang="en-US" altLang="zh-CN" noProof="1" dirty="0">
                    <a:solidFill>
                      <a:schemeClr val="tx1">
                        <a:lumMod val="75000"/>
                        <a:lumOff val="25000"/>
                      </a:schemeClr>
                    </a:solidFill>
                    <a:latin typeface="Arial" panose="020B0604020202020204" pitchFamily="34" charset="0"/>
                    <a:ea typeface="宋体" panose="02010600030101010101" pitchFamily="2" charset="-122"/>
                    <a:cs typeface="+mn-cs"/>
                  </a:rPr>
                  <a:t>B</a:t>
                </a:r>
                <a:endParaRPr lang="zh-CN" altLang="en-US" noProof="1" dirty="0">
                  <a:solidFill>
                    <a:schemeClr val="tx1">
                      <a:lumMod val="75000"/>
                      <a:lumOff val="25000"/>
                    </a:schemeClr>
                  </a:solidFill>
                </a:endParaRPr>
              </a:p>
            </p:txBody>
          </p:sp>
        </p:grpSp>
        <p:sp>
          <p:nvSpPr>
            <p:cNvPr id="54" name="文本框 1"/>
            <p:cNvSpPr txBox="1"/>
            <p:nvPr/>
          </p:nvSpPr>
          <p:spPr>
            <a:xfrm>
              <a:off x="7741" y="7373"/>
              <a:ext cx="9889" cy="2470"/>
            </a:xfrm>
            <a:prstGeom prst="rect">
              <a:avLst/>
            </a:prstGeom>
            <a:noFill/>
            <a:ln w="9525" cap="flat" cmpd="sng">
              <a:solidFill>
                <a:schemeClr val="tx1"/>
              </a:solidFill>
              <a:prstDash val="solid"/>
              <a:round/>
              <a:headEnd type="none" w="med" len="med"/>
              <a:tailEnd type="none" w="med" len="med"/>
            </a:ln>
          </p:spPr>
          <p:txBody>
            <a:bodyPr wrap="square" anchor="t">
              <a:spAutoFit/>
            </a:bodyPr>
            <a:p>
              <a:pPr>
                <a:lnSpc>
                  <a:spcPct val="150000"/>
                </a:lnSpc>
              </a:pPr>
              <a:r>
                <a:rPr lang="en-US" altLang="zh-CN" sz="1600">
                  <a:latin typeface="黑体" panose="02010609060101010101" charset="-122"/>
                  <a:ea typeface="黑体" panose="02010609060101010101" charset="-122"/>
                  <a:cs typeface="黑体" panose="02010609060101010101" charset="-122"/>
                </a:rPr>
                <a:t>1.</a:t>
              </a:r>
              <a:r>
                <a:rPr lang="zh-CN" altLang="en-US" sz="1600">
                  <a:latin typeface="黑体" panose="02010609060101010101" charset="-122"/>
                  <a:ea typeface="黑体" panose="02010609060101010101" charset="-122"/>
                  <a:cs typeface="黑体" panose="02010609060101010101" charset="-122"/>
                </a:rPr>
                <a:t>简化并行编程接口，降低并行编程技术门槛</a:t>
              </a:r>
              <a:endParaRPr lang="zh-CN" altLang="en-US" sz="1600">
                <a:latin typeface="黑体" panose="02010609060101010101" charset="-122"/>
                <a:ea typeface="黑体" panose="02010609060101010101" charset="-122"/>
                <a:cs typeface="黑体" panose="02010609060101010101" charset="-122"/>
              </a:endParaRPr>
            </a:p>
            <a:p>
              <a:pPr>
                <a:lnSpc>
                  <a:spcPct val="150000"/>
                </a:lnSpc>
              </a:pPr>
              <a:r>
                <a:rPr lang="en-US" altLang="zh-CN" sz="1600">
                  <a:latin typeface="黑体" panose="02010609060101010101" charset="-122"/>
                  <a:ea typeface="黑体" panose="02010609060101010101" charset="-122"/>
                  <a:cs typeface="黑体" panose="02010609060101010101" charset="-122"/>
                </a:rPr>
                <a:t>2.</a:t>
              </a:r>
              <a:r>
                <a:rPr lang="zh-CN" altLang="en-US" sz="1600">
                  <a:latin typeface="黑体" panose="02010609060101010101" charset="-122"/>
                  <a:ea typeface="黑体" panose="02010609060101010101" charset="-122"/>
                  <a:cs typeface="黑体" panose="02010609060101010101" charset="-122"/>
                </a:rPr>
                <a:t>对接从业人员能力短板，提供易懂易用、方便快捷的并行编程方式</a:t>
              </a:r>
              <a:endParaRPr lang="en-US" altLang="zh-CN" sz="1600">
                <a:latin typeface="黑体" panose="02010609060101010101" charset="-122"/>
                <a:ea typeface="黑体" panose="02010609060101010101" charset="-122"/>
                <a:cs typeface="黑体" panose="02010609060101010101" charset="-122"/>
              </a:endParaRPr>
            </a:p>
            <a:p>
              <a:pPr>
                <a:lnSpc>
                  <a:spcPct val="150000"/>
                </a:lnSpc>
              </a:pPr>
              <a:r>
                <a:rPr lang="zh-CN" altLang="en-US" sz="1600">
                  <a:latin typeface="黑体" panose="02010609060101010101" charset="-122"/>
                  <a:ea typeface="黑体" panose="02010609060101010101" charset="-122"/>
                  <a:cs typeface="黑体" panose="02010609060101010101" charset="-122"/>
                </a:rPr>
                <a:t>3.</a:t>
              </a:r>
              <a:r>
                <a:rPr lang="zh-CN" altLang="en-US" sz="1600">
                  <a:latin typeface="黑体" panose="02010609060101010101" charset="-122"/>
                  <a:ea typeface="黑体" panose="02010609060101010101" charset="-122"/>
                  <a:cs typeface="黑体" panose="02010609060101010101" charset="-122"/>
                  <a:sym typeface="+mn-ea"/>
                </a:rPr>
                <a:t>在并行编程方面最大限度地平衡数据处理需求和实际处理效率之间的不平衡关系</a:t>
              </a:r>
              <a:endParaRPr lang="zh-CN" altLang="en-US" sz="1600">
                <a:latin typeface="黑体" panose="02010609060101010101" charset="-122"/>
                <a:ea typeface="黑体" panose="02010609060101010101" charset="-122"/>
                <a:cs typeface="黑体" panose="02010609060101010101" charset="-122"/>
              </a:endParaRPr>
            </a:p>
          </p:txBody>
        </p:sp>
      </p:grpSp>
      <p:sp>
        <p:nvSpPr>
          <p:cNvPr id="82" name="右大括号 81"/>
          <p:cNvSpPr/>
          <p:nvPr/>
        </p:nvSpPr>
        <p:spPr>
          <a:xfrm>
            <a:off x="9703435" y="1581785"/>
            <a:ext cx="665480" cy="253619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p>
            <a:pPr algn="ctr"/>
            <a:endParaRPr lang="zh-CN" altLang="en-US"/>
          </a:p>
        </p:txBody>
      </p:sp>
      <p:sp>
        <p:nvSpPr>
          <p:cNvPr id="83" name="文本框 82"/>
          <p:cNvSpPr txBox="1"/>
          <p:nvPr/>
        </p:nvSpPr>
        <p:spPr>
          <a:xfrm>
            <a:off x="10512425" y="2665730"/>
            <a:ext cx="868680" cy="368300"/>
          </a:xfrm>
          <a:prstGeom prst="rect">
            <a:avLst/>
          </a:prstGeom>
          <a:noFill/>
        </p:spPr>
        <p:txBody>
          <a:bodyPr wrap="none" rtlCol="0">
            <a:spAutoFit/>
          </a:bodyPr>
          <a:p>
            <a:r>
              <a:rPr lang="zh-CN" altLang="en-US" b="1">
                <a:solidFill>
                  <a:srgbClr val="FF0000"/>
                </a:solidFill>
              </a:rPr>
              <a:t>有需求</a:t>
            </a:r>
            <a:endParaRPr lang="zh-CN" altLang="en-US" b="1">
              <a:solidFill>
                <a:srgbClr val="FF0000"/>
              </a:solidFill>
            </a:endParaRPr>
          </a:p>
        </p:txBody>
      </p:sp>
      <p:sp>
        <p:nvSpPr>
          <p:cNvPr id="85" name="右大括号 84"/>
          <p:cNvSpPr/>
          <p:nvPr/>
        </p:nvSpPr>
        <p:spPr>
          <a:xfrm>
            <a:off x="9703435" y="4669155"/>
            <a:ext cx="665480" cy="1569085"/>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p>
            <a:pPr algn="ctr"/>
            <a:endParaRPr lang="zh-CN" altLang="en-US"/>
          </a:p>
        </p:txBody>
      </p:sp>
      <p:sp>
        <p:nvSpPr>
          <p:cNvPr id="86" name="文本框 85"/>
          <p:cNvSpPr txBox="1"/>
          <p:nvPr/>
        </p:nvSpPr>
        <p:spPr>
          <a:xfrm>
            <a:off x="10512425" y="5269230"/>
            <a:ext cx="868680" cy="368300"/>
          </a:xfrm>
          <a:prstGeom prst="rect">
            <a:avLst/>
          </a:prstGeom>
          <a:noFill/>
        </p:spPr>
        <p:txBody>
          <a:bodyPr wrap="none" rtlCol="0">
            <a:spAutoFit/>
          </a:bodyPr>
          <a:p>
            <a:r>
              <a:rPr lang="zh-CN" altLang="en-US" b="1">
                <a:solidFill>
                  <a:srgbClr val="FF0000"/>
                </a:solidFill>
              </a:rPr>
              <a:t>有意义</a:t>
            </a:r>
            <a:endParaRPr lang="zh-CN" altLang="en-US" b="1">
              <a:solidFill>
                <a:srgbClr val="FF0000"/>
              </a:solidFill>
            </a:endParaRPr>
          </a:p>
        </p:txBody>
      </p:sp>
      <p:pic>
        <p:nvPicPr>
          <p:cNvPr id="87" name="图片 86" descr="timg"/>
          <p:cNvPicPr>
            <a:picLocks noChangeAspect="1"/>
          </p:cNvPicPr>
          <p:nvPr/>
        </p:nvPicPr>
        <p:blipFill>
          <a:blip r:embed="rId17"/>
          <a:stretch>
            <a:fillRect/>
          </a:stretch>
        </p:blipFill>
        <p:spPr>
          <a:xfrm>
            <a:off x="9907270" y="2540"/>
            <a:ext cx="2282190" cy="992505"/>
          </a:xfrm>
          <a:prstGeom prst="rect">
            <a:avLst/>
          </a:prstGeom>
        </p:spPr>
      </p:pic>
    </p:spTree>
    <p:custDataLst>
      <p:tags r:id="rId18"/>
    </p:custData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custDataLst>
              <p:tags r:id="rId1"/>
            </p:custDataLst>
          </p:nvPr>
        </p:nvSpPr>
        <p:spPr>
          <a:xfrm>
            <a:off x="641985" y="52070"/>
            <a:ext cx="2964815" cy="417830"/>
          </a:xfrm>
        </p:spPr>
        <p:txBody>
          <a:bodyPr lIns="0" tIns="0" rIns="0" bIns="0" anchor="ctr" anchorCtr="1">
            <a:normAutofit fontScale="90000"/>
          </a:bodyPr>
          <a:lstStyle/>
          <a:p>
            <a:r>
              <a:rPr lang="zh-CN" altLang="en-US" dirty="0">
                <a:solidFill>
                  <a:srgbClr val="C00000"/>
                </a:solidFill>
              </a:rPr>
              <a:t>相关研究现状分析</a:t>
            </a:r>
            <a:endParaRPr lang="zh-CN" altLang="en-US" dirty="0">
              <a:solidFill>
                <a:srgbClr val="C00000"/>
              </a:solidFill>
            </a:endParaRPr>
          </a:p>
        </p:txBody>
      </p:sp>
      <p:grpSp>
        <p:nvGrpSpPr>
          <p:cNvPr id="21506" name="组合 7"/>
          <p:cNvGrpSpPr/>
          <p:nvPr/>
        </p:nvGrpSpPr>
        <p:grpSpPr>
          <a:xfrm>
            <a:off x="166370" y="208280"/>
            <a:ext cx="366395" cy="193040"/>
            <a:chOff x="1990725" y="838200"/>
            <a:chExt cx="295275" cy="142875"/>
          </a:xfrm>
        </p:grpSpPr>
        <p:cxnSp>
          <p:nvCxnSpPr>
            <p:cNvPr id="4" name="直接连接符 3"/>
            <p:cNvCxnSpPr/>
            <p:nvPr>
              <p:custDataLst>
                <p:tags r:id="rId2"/>
              </p:custDataLst>
            </p:nvPr>
          </p:nvCxnSpPr>
          <p:spPr>
            <a:xfrm>
              <a:off x="1990725" y="838200"/>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7" name="直接连接符 6"/>
            <p:cNvCxnSpPr/>
            <p:nvPr>
              <p:custDataLst>
                <p:tags r:id="rId3"/>
              </p:custDataLst>
            </p:nvPr>
          </p:nvCxnSpPr>
          <p:spPr>
            <a:xfrm>
              <a:off x="1990725" y="909637"/>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8" name="直接连接符 7"/>
            <p:cNvCxnSpPr/>
            <p:nvPr>
              <p:custDataLst>
                <p:tags r:id="rId4"/>
              </p:custDataLst>
            </p:nvPr>
          </p:nvCxnSpPr>
          <p:spPr>
            <a:xfrm>
              <a:off x="1990725" y="981075"/>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grpSp>
      <p:pic>
        <p:nvPicPr>
          <p:cNvPr id="87" name="图片 86" descr="timg"/>
          <p:cNvPicPr>
            <a:picLocks noChangeAspect="1"/>
          </p:cNvPicPr>
          <p:nvPr/>
        </p:nvPicPr>
        <p:blipFill>
          <a:blip r:embed="rId5"/>
          <a:stretch>
            <a:fillRect/>
          </a:stretch>
        </p:blipFill>
        <p:spPr>
          <a:xfrm>
            <a:off x="9907270" y="2540"/>
            <a:ext cx="2282190" cy="992505"/>
          </a:xfrm>
          <a:prstGeom prst="rect">
            <a:avLst/>
          </a:prstGeom>
        </p:spPr>
      </p:pic>
      <p:graphicFrame>
        <p:nvGraphicFramePr>
          <p:cNvPr id="18" name="表格 17"/>
          <p:cNvGraphicFramePr/>
          <p:nvPr/>
        </p:nvGraphicFramePr>
        <p:xfrm>
          <a:off x="166370" y="1848485"/>
          <a:ext cx="11656695" cy="2875280"/>
        </p:xfrm>
        <a:graphic>
          <a:graphicData uri="http://schemas.openxmlformats.org/drawingml/2006/table">
            <a:tbl>
              <a:tblPr firstRow="1" firstCol="1">
                <a:tableStyleId>{5940675A-B579-460E-94D1-54222C63F5DA}</a:tableStyleId>
              </a:tblPr>
              <a:tblGrid>
                <a:gridCol w="2710180"/>
                <a:gridCol w="1605915"/>
                <a:gridCol w="1605280"/>
                <a:gridCol w="1394460"/>
                <a:gridCol w="1488440"/>
                <a:gridCol w="1513840"/>
                <a:gridCol w="1338580"/>
              </a:tblGrid>
              <a:tr h="783590">
                <a:tc>
                  <a:txBody>
                    <a:bodyPr/>
                    <a:p>
                      <a:pPr algn="ctr">
                        <a:buNone/>
                      </a:pPr>
                      <a:endParaRPr lang="zh-CN" altLang="en-US" sz="1600">
                        <a:latin typeface="黑体" panose="02010609060101010101" charset="-122"/>
                        <a:ea typeface="黑体" panose="02010609060101010101" charset="-122"/>
                      </a:endParaRPr>
                    </a:p>
                  </a:txBody>
                  <a:tcPr anchor="ctr" anchorCtr="0">
                    <a:solidFill>
                      <a:srgbClr val="BC4042"/>
                    </a:solidFill>
                  </a:tcPr>
                </a:tc>
                <a:tc>
                  <a:txBody>
                    <a:bodyPr/>
                    <a:p>
                      <a:pPr algn="ctr">
                        <a:buNone/>
                      </a:pPr>
                      <a:r>
                        <a:rPr lang="zh-CN" altLang="en-US" sz="1600">
                          <a:solidFill>
                            <a:schemeClr val="bg1"/>
                          </a:solidFill>
                          <a:latin typeface="黑体" panose="02010609060101010101" charset="-122"/>
                          <a:ea typeface="黑体" panose="02010609060101010101" charset="-122"/>
                          <a:cs typeface="宋体" panose="02010600030101010101" pitchFamily="2" charset="-122"/>
                          <a:sym typeface="+mn-ea"/>
                        </a:rPr>
                        <a:t>业务应用集成</a:t>
                      </a:r>
                      <a:endParaRPr lang="zh-CN" altLang="en-US" sz="1600">
                        <a:solidFill>
                          <a:schemeClr val="bg1"/>
                        </a:solidFill>
                        <a:latin typeface="黑体" panose="02010609060101010101" charset="-122"/>
                        <a:ea typeface="黑体" panose="02010609060101010101" charset="-122"/>
                        <a:cs typeface="宋体" panose="02010600030101010101" pitchFamily="2" charset="-122"/>
                        <a:sym typeface="+mn-ea"/>
                      </a:endParaRPr>
                    </a:p>
                  </a:txBody>
                  <a:tcPr anchor="ctr" anchorCtr="0">
                    <a:solidFill>
                      <a:srgbClr val="BC4042"/>
                    </a:solidFill>
                  </a:tcPr>
                </a:tc>
                <a:tc>
                  <a:txBody>
                    <a:bodyPr/>
                    <a:p>
                      <a:pPr algn="ctr">
                        <a:buNone/>
                      </a:pPr>
                      <a:r>
                        <a:rPr lang="zh-CN" altLang="en-US" sz="1600">
                          <a:solidFill>
                            <a:schemeClr val="bg1"/>
                          </a:solidFill>
                          <a:latin typeface="黑体" panose="02010609060101010101" charset="-122"/>
                          <a:ea typeface="黑体" panose="02010609060101010101" charset="-122"/>
                        </a:rPr>
                        <a:t>处理算法覆盖</a:t>
                      </a:r>
                      <a:endParaRPr lang="zh-CN" altLang="en-US" sz="1600">
                        <a:solidFill>
                          <a:schemeClr val="bg1"/>
                        </a:solidFill>
                        <a:latin typeface="黑体" panose="02010609060101010101" charset="-122"/>
                        <a:ea typeface="黑体" panose="02010609060101010101" charset="-122"/>
                      </a:endParaRPr>
                    </a:p>
                  </a:txBody>
                  <a:tcPr anchor="ctr" anchorCtr="0">
                    <a:solidFill>
                      <a:srgbClr val="BC4042"/>
                    </a:solidFill>
                  </a:tcPr>
                </a:tc>
                <a:tc>
                  <a:txBody>
                    <a:bodyPr/>
                    <a:p>
                      <a:pPr algn="ctr">
                        <a:buNone/>
                      </a:pPr>
                      <a:r>
                        <a:rPr lang="zh-CN" altLang="en-US" sz="1600">
                          <a:solidFill>
                            <a:schemeClr val="bg1"/>
                          </a:solidFill>
                          <a:latin typeface="黑体" panose="02010609060101010101" charset="-122"/>
                          <a:ea typeface="黑体" panose="02010609060101010101" charset="-122"/>
                          <a:cs typeface="宋体" panose="02010600030101010101" pitchFamily="2" charset="-122"/>
                          <a:sym typeface="+mn-ea"/>
                        </a:rPr>
                        <a:t>数据管理</a:t>
                      </a:r>
                      <a:endParaRPr lang="zh-CN" altLang="en-US" sz="1600">
                        <a:solidFill>
                          <a:schemeClr val="bg1"/>
                        </a:solidFill>
                        <a:latin typeface="黑体" panose="02010609060101010101" charset="-122"/>
                        <a:ea typeface="黑体" panose="02010609060101010101" charset="-122"/>
                        <a:cs typeface="宋体" panose="02010600030101010101" pitchFamily="2" charset="-122"/>
                        <a:sym typeface="+mn-ea"/>
                      </a:endParaRPr>
                    </a:p>
                  </a:txBody>
                  <a:tcPr anchor="ctr" anchorCtr="0">
                    <a:solidFill>
                      <a:srgbClr val="BC4042"/>
                    </a:solidFill>
                  </a:tcPr>
                </a:tc>
                <a:tc>
                  <a:txBody>
                    <a:bodyPr/>
                    <a:p>
                      <a:pPr algn="ctr">
                        <a:buNone/>
                      </a:pPr>
                      <a:r>
                        <a:rPr lang="zh-CN" altLang="en-US" sz="1600">
                          <a:solidFill>
                            <a:schemeClr val="bg1"/>
                          </a:solidFill>
                          <a:latin typeface="黑体" panose="02010609060101010101" charset="-122"/>
                          <a:ea typeface="黑体" panose="02010609060101010101" charset="-122"/>
                          <a:cs typeface="宋体" panose="02010600030101010101" pitchFamily="2" charset="-122"/>
                          <a:sym typeface="+mn-ea"/>
                        </a:rPr>
                        <a:t>作业调度管理</a:t>
                      </a:r>
                      <a:endParaRPr lang="zh-CN" altLang="en-US" sz="1600">
                        <a:solidFill>
                          <a:schemeClr val="bg1"/>
                        </a:solidFill>
                        <a:latin typeface="黑体" panose="02010609060101010101" charset="-122"/>
                        <a:ea typeface="黑体" panose="02010609060101010101" charset="-122"/>
                        <a:cs typeface="宋体" panose="02010600030101010101" pitchFamily="2" charset="-122"/>
                        <a:sym typeface="+mn-ea"/>
                      </a:endParaRPr>
                    </a:p>
                  </a:txBody>
                  <a:tcPr anchor="ctr" anchorCtr="0">
                    <a:solidFill>
                      <a:srgbClr val="BC4042"/>
                    </a:solidFill>
                  </a:tcPr>
                </a:tc>
                <a:tc>
                  <a:txBody>
                    <a:bodyPr/>
                    <a:p>
                      <a:pPr algn="ctr">
                        <a:buNone/>
                      </a:pPr>
                      <a:r>
                        <a:rPr lang="zh-CN" altLang="en-US" sz="1600">
                          <a:solidFill>
                            <a:schemeClr val="bg1"/>
                          </a:solidFill>
                          <a:latin typeface="黑体" panose="02010609060101010101" charset="-122"/>
                          <a:ea typeface="黑体" panose="02010609060101010101" charset="-122"/>
                        </a:rPr>
                        <a:t>自主编程方式</a:t>
                      </a:r>
                      <a:endParaRPr lang="zh-CN" altLang="en-US" sz="1600">
                        <a:solidFill>
                          <a:schemeClr val="bg1"/>
                        </a:solidFill>
                        <a:latin typeface="黑体" panose="02010609060101010101" charset="-122"/>
                        <a:ea typeface="黑体" panose="02010609060101010101" charset="-122"/>
                      </a:endParaRPr>
                    </a:p>
                  </a:txBody>
                  <a:tcPr anchor="ctr" anchorCtr="0">
                    <a:solidFill>
                      <a:srgbClr val="BC4042"/>
                    </a:solidFill>
                  </a:tcPr>
                </a:tc>
                <a:tc>
                  <a:txBody>
                    <a:bodyPr/>
                    <a:p>
                      <a:pPr algn="ctr">
                        <a:buNone/>
                      </a:pPr>
                      <a:r>
                        <a:rPr lang="zh-CN" altLang="en-US" sz="1600">
                          <a:solidFill>
                            <a:schemeClr val="bg1"/>
                          </a:solidFill>
                          <a:latin typeface="黑体" panose="02010609060101010101" charset="-122"/>
                          <a:ea typeface="黑体" panose="02010609060101010101" charset="-122"/>
                        </a:rPr>
                        <a:t>应用形式</a:t>
                      </a:r>
                      <a:endParaRPr lang="zh-CN" altLang="en-US" sz="1600">
                        <a:solidFill>
                          <a:schemeClr val="bg1"/>
                        </a:solidFill>
                        <a:latin typeface="黑体" panose="02010609060101010101" charset="-122"/>
                        <a:ea typeface="黑体" panose="02010609060101010101" charset="-122"/>
                      </a:endParaRPr>
                    </a:p>
                  </a:txBody>
                  <a:tcPr anchor="ctr" anchorCtr="0">
                    <a:solidFill>
                      <a:srgbClr val="BC4042"/>
                    </a:solidFill>
                  </a:tcPr>
                </a:tc>
              </a:tr>
              <a:tr h="715010">
                <a:tc>
                  <a:txBody>
                    <a:bodyPr/>
                    <a:p>
                      <a:pPr algn="ctr">
                        <a:buNone/>
                      </a:pPr>
                      <a:r>
                        <a:rPr lang="en-US" altLang="zh-CN" sz="1600">
                          <a:latin typeface="黑体" panose="02010609060101010101" charset="-122"/>
                          <a:ea typeface="黑体" panose="02010609060101010101" charset="-122"/>
                          <a:cs typeface="宋体" panose="02010600030101010101" pitchFamily="2" charset="-122"/>
                          <a:sym typeface="+mn-ea"/>
                        </a:rPr>
                        <a:t>Seismic Unix</a:t>
                      </a:r>
                      <a:r>
                        <a:rPr lang="zh-CN" altLang="en-US" sz="1600">
                          <a:latin typeface="黑体" panose="02010609060101010101" charset="-122"/>
                          <a:ea typeface="黑体" panose="02010609060101010101" charset="-122"/>
                          <a:cs typeface="宋体" panose="02010600030101010101" pitchFamily="2" charset="-122"/>
                          <a:sym typeface="+mn-ea"/>
                        </a:rPr>
                        <a:t>（研究）</a:t>
                      </a:r>
                      <a:endParaRPr lang="zh-CN" altLang="en-US" sz="1600">
                        <a:latin typeface="黑体" panose="02010609060101010101" charset="-122"/>
                        <a:ea typeface="黑体" panose="02010609060101010101" charset="-122"/>
                        <a:cs typeface="宋体" panose="02010600030101010101" pitchFamily="2" charset="-122"/>
                        <a:sym typeface="+mn-ea"/>
                      </a:endParaRPr>
                    </a:p>
                  </a:txBody>
                  <a:tcPr anchor="ctr" anchorCtr="0"/>
                </a:tc>
                <a:tc>
                  <a:txBody>
                    <a:bodyPr/>
                    <a:p>
                      <a:pPr algn="ctr">
                        <a:buNone/>
                      </a:pPr>
                      <a:r>
                        <a:rPr lang="zh-CN" altLang="en-US" sz="1600">
                          <a:latin typeface="黑体" panose="02010609060101010101" charset="-122"/>
                          <a:ea typeface="黑体" panose="02010609060101010101" charset="-122"/>
                        </a:rPr>
                        <a:t>×</a:t>
                      </a:r>
                      <a:endParaRPr lang="zh-CN" altLang="en-US" sz="1600">
                        <a:latin typeface="黑体" panose="02010609060101010101" charset="-122"/>
                        <a:ea typeface="黑体" panose="02010609060101010101" charset="-122"/>
                      </a:endParaRPr>
                    </a:p>
                  </a:txBody>
                  <a:tcPr anchor="ctr" anchorCtr="0"/>
                </a:tc>
                <a:tc>
                  <a:txBody>
                    <a:bodyPr/>
                    <a:p>
                      <a:pPr algn="ctr">
                        <a:buNone/>
                      </a:pPr>
                      <a:r>
                        <a:rPr lang="en-US" altLang="zh-CN" sz="1600">
                          <a:latin typeface="黑体" panose="02010609060101010101" charset="-122"/>
                          <a:ea typeface="黑体" panose="02010609060101010101" charset="-122"/>
                          <a:sym typeface="+mn-ea"/>
                        </a:rPr>
                        <a:t>√</a:t>
                      </a:r>
                      <a:endParaRPr lang="en-US" altLang="zh-CN" sz="1600">
                        <a:latin typeface="黑体" panose="02010609060101010101" charset="-122"/>
                        <a:ea typeface="黑体" panose="02010609060101010101" charset="-122"/>
                        <a:sym typeface="+mn-ea"/>
                      </a:endParaRPr>
                    </a:p>
                  </a:txBody>
                  <a:tcPr anchor="ctr" anchorCtr="0"/>
                </a:tc>
                <a:tc>
                  <a:txBody>
                    <a:bodyPr/>
                    <a:p>
                      <a:pPr algn="ctr">
                        <a:buNone/>
                      </a:pPr>
                      <a:r>
                        <a:rPr lang="en-US" altLang="zh-CN" sz="1600">
                          <a:latin typeface="黑体" panose="02010609060101010101" charset="-122"/>
                          <a:ea typeface="黑体" panose="02010609060101010101" charset="-122"/>
                        </a:rPr>
                        <a:t>√</a:t>
                      </a:r>
                      <a:endParaRPr lang="en-US" altLang="zh-CN" sz="1600">
                        <a:latin typeface="黑体" panose="02010609060101010101" charset="-122"/>
                        <a:ea typeface="黑体" panose="02010609060101010101" charset="-122"/>
                      </a:endParaRPr>
                    </a:p>
                  </a:txBody>
                  <a:tcPr anchor="ctr" anchorCtr="0"/>
                </a:tc>
                <a:tc>
                  <a:txBody>
                    <a:bodyPr/>
                    <a:p>
                      <a:pPr algn="ctr">
                        <a:buNone/>
                      </a:pPr>
                      <a:r>
                        <a:rPr lang="zh-CN" altLang="en-US" sz="1600">
                          <a:latin typeface="黑体" panose="02010609060101010101" charset="-122"/>
                          <a:ea typeface="黑体" panose="02010609060101010101" charset="-122"/>
                          <a:sym typeface="+mn-ea"/>
                        </a:rPr>
                        <a:t>×</a:t>
                      </a:r>
                      <a:endParaRPr lang="zh-CN" altLang="en-US" sz="1600">
                        <a:latin typeface="黑体" panose="02010609060101010101" charset="-122"/>
                        <a:ea typeface="黑体" panose="02010609060101010101" charset="-122"/>
                        <a:sym typeface="+mn-ea"/>
                      </a:endParaRPr>
                    </a:p>
                  </a:txBody>
                  <a:tcPr anchor="ctr" anchorCtr="0"/>
                </a:tc>
                <a:tc>
                  <a:txBody>
                    <a:bodyPr/>
                    <a:p>
                      <a:pPr algn="ctr">
                        <a:buNone/>
                      </a:pPr>
                      <a:r>
                        <a:rPr lang="zh-CN" altLang="en-US" sz="1600">
                          <a:latin typeface="黑体" panose="02010609060101010101" charset="-122"/>
                          <a:ea typeface="黑体" panose="02010609060101010101" charset="-122"/>
                          <a:sym typeface="+mn-ea"/>
                        </a:rPr>
                        <a:t>原始编程</a:t>
                      </a:r>
                      <a:endParaRPr lang="zh-CN" altLang="en-US" sz="1600">
                        <a:latin typeface="黑体" panose="02010609060101010101" charset="-122"/>
                        <a:ea typeface="黑体" panose="02010609060101010101" charset="-122"/>
                        <a:sym typeface="+mn-ea"/>
                      </a:endParaRPr>
                    </a:p>
                  </a:txBody>
                  <a:tcPr anchor="ctr" anchorCtr="0"/>
                </a:tc>
                <a:tc>
                  <a:txBody>
                    <a:bodyPr/>
                    <a:p>
                      <a:pPr algn="ctr">
                        <a:buNone/>
                      </a:pPr>
                      <a:r>
                        <a:rPr lang="zh-CN" altLang="en-US" sz="1600">
                          <a:latin typeface="黑体" panose="02010609060101010101" charset="-122"/>
                          <a:ea typeface="黑体" panose="02010609060101010101" charset="-122"/>
                          <a:cs typeface="黑体" panose="02010609060101010101" charset="-122"/>
                        </a:rPr>
                        <a:t>命令行</a:t>
                      </a:r>
                      <a:r>
                        <a:rPr lang="en-US" altLang="zh-CN" sz="1600">
                          <a:latin typeface="黑体" panose="02010609060101010101" charset="-122"/>
                          <a:ea typeface="黑体" panose="02010609060101010101" charset="-122"/>
                          <a:cs typeface="黑体" panose="02010609060101010101" charset="-122"/>
                        </a:rPr>
                        <a:t>+</a:t>
                      </a:r>
                      <a:r>
                        <a:rPr lang="zh-CN" altLang="en-US" sz="1600">
                          <a:latin typeface="黑体" panose="02010609060101010101" charset="-122"/>
                          <a:ea typeface="黑体" panose="02010609060101010101" charset="-122"/>
                          <a:cs typeface="黑体" panose="02010609060101010101" charset="-122"/>
                        </a:rPr>
                        <a:t>窗口</a:t>
                      </a:r>
                      <a:endParaRPr lang="zh-CN" altLang="en-US" sz="1600">
                        <a:latin typeface="黑体" panose="02010609060101010101" charset="-122"/>
                        <a:ea typeface="黑体" panose="02010609060101010101" charset="-122"/>
                        <a:cs typeface="黑体" panose="02010609060101010101" charset="-122"/>
                      </a:endParaRPr>
                    </a:p>
                  </a:txBody>
                  <a:tcPr anchor="ctr" anchorCtr="0"/>
                </a:tc>
              </a:tr>
              <a:tr h="688340">
                <a:tc>
                  <a:txBody>
                    <a:bodyPr/>
                    <a:p>
                      <a:pPr algn="ctr">
                        <a:buNone/>
                      </a:pPr>
                      <a:r>
                        <a:rPr lang="en-US" altLang="zh-CN" sz="1600">
                          <a:latin typeface="黑体" panose="02010609060101010101" charset="-122"/>
                          <a:ea typeface="黑体" panose="02010609060101010101" charset="-122"/>
                          <a:cs typeface="宋体" panose="02010600030101010101" pitchFamily="2" charset="-122"/>
                          <a:sym typeface="+mn-ea"/>
                        </a:rPr>
                        <a:t>Madagascar</a:t>
                      </a:r>
                      <a:r>
                        <a:rPr lang="zh-CN" altLang="en-US" sz="1600">
                          <a:latin typeface="黑体" panose="02010609060101010101" charset="-122"/>
                          <a:ea typeface="黑体" panose="02010609060101010101" charset="-122"/>
                          <a:cs typeface="宋体" panose="02010600030101010101" pitchFamily="2" charset="-122"/>
                          <a:sym typeface="+mn-ea"/>
                        </a:rPr>
                        <a:t>（研究）</a:t>
                      </a:r>
                      <a:endParaRPr lang="en-US" altLang="zh-CN" sz="1600">
                        <a:latin typeface="黑体" panose="02010609060101010101" charset="-122"/>
                        <a:ea typeface="黑体" panose="02010609060101010101" charset="-122"/>
                        <a:cs typeface="宋体" panose="02010600030101010101" pitchFamily="2" charset="-122"/>
                        <a:sym typeface="+mn-ea"/>
                      </a:endParaRPr>
                    </a:p>
                  </a:txBody>
                  <a:tcPr anchor="ctr" anchorCtr="0"/>
                </a:tc>
                <a:tc>
                  <a:txBody>
                    <a:bodyPr/>
                    <a:p>
                      <a:pPr algn="ctr">
                        <a:buNone/>
                      </a:pPr>
                      <a:r>
                        <a:rPr lang="zh-CN" altLang="en-US" sz="1600">
                          <a:latin typeface="黑体" panose="02010609060101010101" charset="-122"/>
                          <a:ea typeface="黑体" panose="02010609060101010101" charset="-122"/>
                          <a:sym typeface="+mn-ea"/>
                        </a:rPr>
                        <a:t>×</a:t>
                      </a:r>
                      <a:endParaRPr lang="zh-CN" altLang="en-US" sz="1600">
                        <a:latin typeface="黑体" panose="02010609060101010101" charset="-122"/>
                        <a:ea typeface="黑体" panose="02010609060101010101" charset="-122"/>
                        <a:sym typeface="+mn-ea"/>
                      </a:endParaRPr>
                    </a:p>
                  </a:txBody>
                  <a:tcPr anchor="ctr" anchorCtr="0"/>
                </a:tc>
                <a:tc>
                  <a:txBody>
                    <a:bodyPr/>
                    <a:p>
                      <a:pPr algn="ctr">
                        <a:buNone/>
                      </a:pPr>
                      <a:r>
                        <a:rPr lang="zh-CN" altLang="en-US" sz="1600">
                          <a:latin typeface="黑体" panose="02010609060101010101" charset="-122"/>
                          <a:ea typeface="黑体" panose="02010609060101010101" charset="-122"/>
                        </a:rPr>
                        <a:t>√</a:t>
                      </a:r>
                      <a:endParaRPr lang="zh-CN" altLang="en-US" sz="1600">
                        <a:latin typeface="黑体" panose="02010609060101010101" charset="-122"/>
                        <a:ea typeface="黑体" panose="02010609060101010101" charset="-122"/>
                      </a:endParaRPr>
                    </a:p>
                  </a:txBody>
                  <a:tcPr anchor="ctr" anchorCtr="0"/>
                </a:tc>
                <a:tc>
                  <a:txBody>
                    <a:bodyPr/>
                    <a:p>
                      <a:pPr algn="ctr">
                        <a:buNone/>
                      </a:pPr>
                      <a:r>
                        <a:rPr lang="zh-CN" altLang="en-US" sz="1600">
                          <a:latin typeface="黑体" panose="02010609060101010101" charset="-122"/>
                          <a:ea typeface="黑体" panose="02010609060101010101" charset="-122"/>
                          <a:sym typeface="+mn-ea"/>
                        </a:rPr>
                        <a:t>√</a:t>
                      </a:r>
                      <a:endParaRPr lang="zh-CN" altLang="en-US" sz="1600">
                        <a:latin typeface="黑体" panose="02010609060101010101" charset="-122"/>
                        <a:ea typeface="黑体" panose="02010609060101010101" charset="-122"/>
                        <a:sym typeface="+mn-ea"/>
                      </a:endParaRPr>
                    </a:p>
                  </a:txBody>
                  <a:tcPr anchor="ctr" anchorCtr="0"/>
                </a:tc>
                <a:tc>
                  <a:txBody>
                    <a:bodyPr/>
                    <a:p>
                      <a:pPr algn="ctr">
                        <a:buNone/>
                      </a:pPr>
                      <a:r>
                        <a:rPr lang="zh-CN" altLang="en-US" sz="1600">
                          <a:latin typeface="黑体" panose="02010609060101010101" charset="-122"/>
                          <a:ea typeface="黑体" panose="02010609060101010101" charset="-122"/>
                          <a:sym typeface="+mn-ea"/>
                        </a:rPr>
                        <a:t>×</a:t>
                      </a:r>
                      <a:endParaRPr lang="zh-CN" altLang="en-US" sz="1600">
                        <a:latin typeface="黑体" panose="02010609060101010101" charset="-122"/>
                        <a:ea typeface="黑体" panose="02010609060101010101" charset="-122"/>
                        <a:sym typeface="+mn-ea"/>
                      </a:endParaRPr>
                    </a:p>
                  </a:txBody>
                  <a:tcPr anchor="ctr" anchorCtr="0"/>
                </a:tc>
                <a:tc>
                  <a:txBody>
                    <a:bodyPr/>
                    <a:p>
                      <a:pPr algn="ctr">
                        <a:buNone/>
                      </a:pPr>
                      <a:r>
                        <a:rPr lang="zh-CN" altLang="en-US" sz="1600">
                          <a:latin typeface="黑体" panose="02010609060101010101" charset="-122"/>
                          <a:ea typeface="黑体" panose="02010609060101010101" charset="-122"/>
                          <a:sym typeface="+mn-ea"/>
                        </a:rPr>
                        <a:t>原始编程</a:t>
                      </a:r>
                      <a:endParaRPr lang="zh-CN" altLang="en-US" sz="1600">
                        <a:latin typeface="黑体" panose="02010609060101010101" charset="-122"/>
                        <a:ea typeface="黑体" panose="02010609060101010101" charset="-122"/>
                        <a:sym typeface="+mn-ea"/>
                      </a:endParaRPr>
                    </a:p>
                  </a:txBody>
                  <a:tcPr anchor="ctr" anchorCtr="0"/>
                </a:tc>
                <a:tc>
                  <a:txBody>
                    <a:bodyPr/>
                    <a:p>
                      <a:pPr algn="ctr">
                        <a:buNone/>
                      </a:pPr>
                      <a:r>
                        <a:rPr lang="zh-CN" altLang="en-US" sz="1600">
                          <a:latin typeface="黑体" panose="02010609060101010101" charset="-122"/>
                          <a:ea typeface="黑体" panose="02010609060101010101" charset="-122"/>
                          <a:cs typeface="黑体" panose="02010609060101010101" charset="-122"/>
                          <a:sym typeface="+mn-ea"/>
                        </a:rPr>
                        <a:t>命令行</a:t>
                      </a:r>
                      <a:r>
                        <a:rPr lang="en-US" altLang="zh-CN" sz="1600">
                          <a:latin typeface="黑体" panose="02010609060101010101" charset="-122"/>
                          <a:ea typeface="黑体" panose="02010609060101010101" charset="-122"/>
                          <a:cs typeface="黑体" panose="02010609060101010101" charset="-122"/>
                          <a:sym typeface="+mn-ea"/>
                        </a:rPr>
                        <a:t>+</a:t>
                      </a:r>
                      <a:r>
                        <a:rPr lang="zh-CN" altLang="en-US" sz="1600">
                          <a:latin typeface="黑体" panose="02010609060101010101" charset="-122"/>
                          <a:ea typeface="黑体" panose="02010609060101010101" charset="-122"/>
                          <a:cs typeface="黑体" panose="02010609060101010101" charset="-122"/>
                          <a:sym typeface="+mn-ea"/>
                        </a:rPr>
                        <a:t>窗口</a:t>
                      </a:r>
                      <a:endParaRPr lang="en-US" altLang="zh-CN" sz="1600">
                        <a:latin typeface="黑体" panose="02010609060101010101" charset="-122"/>
                        <a:ea typeface="黑体" panose="02010609060101010101" charset="-122"/>
                        <a:cs typeface="黑体" panose="02010609060101010101" charset="-122"/>
                        <a:sym typeface="+mn-ea"/>
                      </a:endParaRPr>
                    </a:p>
                  </a:txBody>
                  <a:tcPr anchor="ctr" anchorCtr="0"/>
                </a:tc>
              </a:tr>
              <a:tr h="688340">
                <a:tc>
                  <a:txBody>
                    <a:bodyPr/>
                    <a:p>
                      <a:pPr algn="ctr">
                        <a:buNone/>
                      </a:pPr>
                      <a:r>
                        <a:rPr lang="en-US" altLang="zh-CN" sz="1600">
                          <a:latin typeface="黑体" panose="02010609060101010101" charset="-122"/>
                          <a:ea typeface="黑体" panose="02010609060101010101" charset="-122"/>
                          <a:cs typeface="宋体" panose="02010600030101010101" pitchFamily="2" charset="-122"/>
                          <a:sym typeface="+mn-ea"/>
                        </a:rPr>
                        <a:t>GeoEast</a:t>
                      </a:r>
                      <a:r>
                        <a:rPr lang="zh-CN" altLang="en-US" sz="1600">
                          <a:latin typeface="黑体" panose="02010609060101010101" charset="-122"/>
                          <a:ea typeface="黑体" panose="02010609060101010101" charset="-122"/>
                          <a:cs typeface="宋体" panose="02010600030101010101" pitchFamily="2" charset="-122"/>
                          <a:sym typeface="+mn-ea"/>
                        </a:rPr>
                        <a:t>（商业软件）</a:t>
                      </a:r>
                      <a:endParaRPr lang="en-US" altLang="zh-CN" sz="1600">
                        <a:latin typeface="黑体" panose="02010609060101010101" charset="-122"/>
                        <a:ea typeface="黑体" panose="02010609060101010101" charset="-122"/>
                        <a:cs typeface="宋体" panose="02010600030101010101" pitchFamily="2" charset="-122"/>
                        <a:sym typeface="+mn-ea"/>
                      </a:endParaRPr>
                    </a:p>
                  </a:txBody>
                  <a:tcPr anchor="ctr" anchorCtr="0"/>
                </a:tc>
                <a:tc>
                  <a:txBody>
                    <a:bodyPr/>
                    <a:p>
                      <a:pPr algn="ctr">
                        <a:buNone/>
                      </a:pPr>
                      <a:r>
                        <a:rPr lang="en-US" altLang="zh-CN" sz="1600">
                          <a:latin typeface="黑体" panose="02010609060101010101" charset="-122"/>
                          <a:ea typeface="黑体" panose="02010609060101010101" charset="-122"/>
                          <a:sym typeface="+mn-ea"/>
                        </a:rPr>
                        <a:t>√</a:t>
                      </a:r>
                      <a:endParaRPr lang="en-US" altLang="zh-CN" sz="1600">
                        <a:latin typeface="黑体" panose="02010609060101010101" charset="-122"/>
                        <a:ea typeface="黑体" panose="02010609060101010101" charset="-122"/>
                        <a:sym typeface="+mn-ea"/>
                      </a:endParaRPr>
                    </a:p>
                  </a:txBody>
                  <a:tcPr anchor="ctr" anchorCtr="0"/>
                </a:tc>
                <a:tc>
                  <a:txBody>
                    <a:bodyPr/>
                    <a:p>
                      <a:pPr algn="ctr">
                        <a:buNone/>
                      </a:pPr>
                      <a:r>
                        <a:rPr lang="en-US" altLang="zh-CN" sz="1600">
                          <a:latin typeface="黑体" panose="02010609060101010101" charset="-122"/>
                          <a:ea typeface="黑体" panose="02010609060101010101" charset="-122"/>
                          <a:sym typeface="+mn-ea"/>
                        </a:rPr>
                        <a:t>√</a:t>
                      </a:r>
                      <a:endParaRPr lang="en-US" altLang="zh-CN" sz="1600">
                        <a:latin typeface="黑体" panose="02010609060101010101" charset="-122"/>
                        <a:ea typeface="黑体" panose="02010609060101010101" charset="-122"/>
                        <a:sym typeface="+mn-ea"/>
                      </a:endParaRPr>
                    </a:p>
                  </a:txBody>
                  <a:tcPr anchor="ctr" anchorCtr="0"/>
                </a:tc>
                <a:tc>
                  <a:txBody>
                    <a:bodyPr/>
                    <a:p>
                      <a:pPr algn="ctr">
                        <a:buNone/>
                      </a:pPr>
                      <a:r>
                        <a:rPr lang="en-US" altLang="zh-CN" sz="1600">
                          <a:latin typeface="黑体" panose="02010609060101010101" charset="-122"/>
                          <a:ea typeface="黑体" panose="02010609060101010101" charset="-122"/>
                          <a:sym typeface="+mn-ea"/>
                        </a:rPr>
                        <a:t>√</a:t>
                      </a:r>
                      <a:endParaRPr lang="en-US" altLang="zh-CN" sz="1600">
                        <a:latin typeface="黑体" panose="02010609060101010101" charset="-122"/>
                        <a:ea typeface="黑体" panose="02010609060101010101" charset="-122"/>
                        <a:sym typeface="+mn-ea"/>
                      </a:endParaRPr>
                    </a:p>
                  </a:txBody>
                  <a:tcPr anchor="ctr" anchorCtr="0"/>
                </a:tc>
                <a:tc>
                  <a:txBody>
                    <a:bodyPr/>
                    <a:p>
                      <a:pPr algn="ctr">
                        <a:buNone/>
                      </a:pPr>
                      <a:r>
                        <a:rPr lang="en-US" altLang="zh-CN" sz="1600">
                          <a:latin typeface="黑体" panose="02010609060101010101" charset="-122"/>
                          <a:ea typeface="黑体" panose="02010609060101010101" charset="-122"/>
                          <a:sym typeface="+mn-ea"/>
                        </a:rPr>
                        <a:t>√</a:t>
                      </a:r>
                      <a:endParaRPr lang="en-US" altLang="zh-CN" sz="1600">
                        <a:latin typeface="黑体" panose="02010609060101010101" charset="-122"/>
                        <a:ea typeface="黑体" panose="02010609060101010101" charset="-122"/>
                        <a:sym typeface="+mn-ea"/>
                      </a:endParaRPr>
                    </a:p>
                  </a:txBody>
                  <a:tcPr anchor="ctr" anchorCtr="0"/>
                </a:tc>
                <a:tc>
                  <a:txBody>
                    <a:bodyPr/>
                    <a:p>
                      <a:pPr algn="ctr">
                        <a:buNone/>
                      </a:pPr>
                      <a:r>
                        <a:rPr lang="zh-CN" altLang="en-US" sz="1600">
                          <a:latin typeface="黑体" panose="02010609060101010101" charset="-122"/>
                          <a:ea typeface="黑体" panose="02010609060101010101" charset="-122"/>
                          <a:sym typeface="+mn-ea"/>
                        </a:rPr>
                        <a:t>原始编程</a:t>
                      </a:r>
                      <a:endParaRPr lang="zh-CN" altLang="en-US" sz="1600">
                        <a:latin typeface="黑体" panose="02010609060101010101" charset="-122"/>
                        <a:ea typeface="黑体" panose="02010609060101010101" charset="-122"/>
                      </a:endParaRPr>
                    </a:p>
                  </a:txBody>
                  <a:tcPr anchor="ctr" anchorCtr="0"/>
                </a:tc>
                <a:tc>
                  <a:txBody>
                    <a:bodyPr/>
                    <a:p>
                      <a:pPr algn="ctr">
                        <a:buNone/>
                      </a:pPr>
                      <a:r>
                        <a:rPr lang="en-US" altLang="zh-CN" sz="1600">
                          <a:latin typeface="黑体" panose="02010609060101010101" charset="-122"/>
                          <a:ea typeface="黑体" panose="02010609060101010101" charset="-122"/>
                          <a:cs typeface="黑体" panose="02010609060101010101" charset="-122"/>
                        </a:rPr>
                        <a:t>Web</a:t>
                      </a:r>
                      <a:r>
                        <a:rPr lang="zh-CN" altLang="en-US" sz="1600">
                          <a:latin typeface="黑体" panose="02010609060101010101" charset="-122"/>
                          <a:ea typeface="黑体" panose="02010609060101010101" charset="-122"/>
                          <a:cs typeface="黑体" panose="02010609060101010101" charset="-122"/>
                        </a:rPr>
                        <a:t>站点</a:t>
                      </a:r>
                      <a:endParaRPr lang="zh-CN" altLang="en-US" sz="1600">
                        <a:latin typeface="黑体" panose="02010609060101010101" charset="-122"/>
                        <a:ea typeface="黑体" panose="02010609060101010101" charset="-122"/>
                        <a:cs typeface="黑体" panose="02010609060101010101" charset="-122"/>
                      </a:endParaRPr>
                    </a:p>
                  </a:txBody>
                  <a:tcPr anchor="ctr" anchorCtr="0"/>
                </a:tc>
              </a:tr>
            </a:tbl>
          </a:graphicData>
        </a:graphic>
      </p:graphicFrame>
      <p:sp>
        <p:nvSpPr>
          <p:cNvPr id="19" name="文本框 18"/>
          <p:cNvSpPr txBox="1"/>
          <p:nvPr/>
        </p:nvSpPr>
        <p:spPr>
          <a:xfrm>
            <a:off x="166370" y="1249680"/>
            <a:ext cx="2697480" cy="368300"/>
          </a:xfrm>
          <a:prstGeom prst="rect">
            <a:avLst/>
          </a:prstGeom>
          <a:noFill/>
        </p:spPr>
        <p:txBody>
          <a:bodyPr wrap="none" rtlCol="0" anchor="t">
            <a:spAutoFit/>
          </a:bodyPr>
          <a:p>
            <a:r>
              <a:rPr lang="zh-CN" altLang="en-US" b="1">
                <a:sym typeface="+mn-ea"/>
              </a:rPr>
              <a:t>现有能源勘探软件现状：</a:t>
            </a:r>
            <a:endParaRPr lang="zh-CN" altLang="en-US"/>
          </a:p>
        </p:txBody>
      </p:sp>
    </p:spTree>
    <p:custDataLst>
      <p:tags r:id="rId6"/>
    </p:custData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custDataLst>
              <p:tags r:id="rId1"/>
            </p:custDataLst>
          </p:nvPr>
        </p:nvSpPr>
        <p:spPr>
          <a:xfrm>
            <a:off x="641985" y="52070"/>
            <a:ext cx="2964815" cy="417830"/>
          </a:xfrm>
        </p:spPr>
        <p:txBody>
          <a:bodyPr lIns="0" tIns="0" rIns="0" bIns="0" anchor="ctr" anchorCtr="1">
            <a:normAutofit fontScale="90000"/>
          </a:bodyPr>
          <a:lstStyle/>
          <a:p>
            <a:r>
              <a:rPr lang="zh-CN" altLang="en-US" dirty="0">
                <a:solidFill>
                  <a:srgbClr val="C00000"/>
                </a:solidFill>
              </a:rPr>
              <a:t>相关研究现状分析</a:t>
            </a:r>
            <a:endParaRPr lang="zh-CN" altLang="en-US" dirty="0">
              <a:solidFill>
                <a:srgbClr val="C00000"/>
              </a:solidFill>
            </a:endParaRPr>
          </a:p>
        </p:txBody>
      </p:sp>
      <p:grpSp>
        <p:nvGrpSpPr>
          <p:cNvPr id="21506" name="组合 7"/>
          <p:cNvGrpSpPr/>
          <p:nvPr/>
        </p:nvGrpSpPr>
        <p:grpSpPr>
          <a:xfrm>
            <a:off x="166370" y="208280"/>
            <a:ext cx="366395" cy="193040"/>
            <a:chOff x="1990725" y="838200"/>
            <a:chExt cx="295275" cy="142875"/>
          </a:xfrm>
        </p:grpSpPr>
        <p:cxnSp>
          <p:nvCxnSpPr>
            <p:cNvPr id="4" name="直接连接符 3"/>
            <p:cNvCxnSpPr/>
            <p:nvPr>
              <p:custDataLst>
                <p:tags r:id="rId2"/>
              </p:custDataLst>
            </p:nvPr>
          </p:nvCxnSpPr>
          <p:spPr>
            <a:xfrm>
              <a:off x="1990725" y="838200"/>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7" name="直接连接符 6"/>
            <p:cNvCxnSpPr/>
            <p:nvPr>
              <p:custDataLst>
                <p:tags r:id="rId3"/>
              </p:custDataLst>
            </p:nvPr>
          </p:nvCxnSpPr>
          <p:spPr>
            <a:xfrm>
              <a:off x="1990725" y="909637"/>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8" name="直接连接符 7"/>
            <p:cNvCxnSpPr/>
            <p:nvPr>
              <p:custDataLst>
                <p:tags r:id="rId4"/>
              </p:custDataLst>
            </p:nvPr>
          </p:nvCxnSpPr>
          <p:spPr>
            <a:xfrm>
              <a:off x="1990725" y="981075"/>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grpSp>
      <p:pic>
        <p:nvPicPr>
          <p:cNvPr id="87" name="图片 86" descr="timg"/>
          <p:cNvPicPr>
            <a:picLocks noChangeAspect="1"/>
          </p:cNvPicPr>
          <p:nvPr/>
        </p:nvPicPr>
        <p:blipFill>
          <a:blip r:embed="rId5"/>
          <a:stretch>
            <a:fillRect/>
          </a:stretch>
        </p:blipFill>
        <p:spPr>
          <a:xfrm>
            <a:off x="9907270" y="2540"/>
            <a:ext cx="2282190" cy="992505"/>
          </a:xfrm>
          <a:prstGeom prst="rect">
            <a:avLst/>
          </a:prstGeom>
        </p:spPr>
      </p:pic>
      <p:sp>
        <p:nvSpPr>
          <p:cNvPr id="19" name="文本框 18"/>
          <p:cNvSpPr txBox="1"/>
          <p:nvPr/>
        </p:nvSpPr>
        <p:spPr>
          <a:xfrm>
            <a:off x="166370" y="862965"/>
            <a:ext cx="2240280" cy="368300"/>
          </a:xfrm>
          <a:prstGeom prst="rect">
            <a:avLst/>
          </a:prstGeom>
          <a:noFill/>
        </p:spPr>
        <p:txBody>
          <a:bodyPr wrap="none" rtlCol="0" anchor="t">
            <a:spAutoFit/>
          </a:bodyPr>
          <a:p>
            <a:pPr algn="l"/>
            <a:r>
              <a:rPr lang="zh-CN" altLang="en-US" b="1">
                <a:sym typeface="+mn-ea"/>
              </a:rPr>
              <a:t>标记语言相关研究：</a:t>
            </a:r>
            <a:endParaRPr lang="zh-CN" altLang="en-US">
              <a:latin typeface="宋体" panose="02010600030101010101" pitchFamily="2" charset="-122"/>
              <a:ea typeface="宋体" panose="02010600030101010101" pitchFamily="2" charset="-122"/>
              <a:cs typeface="宋体" panose="02010600030101010101" pitchFamily="2" charset="-122"/>
            </a:endParaRPr>
          </a:p>
        </p:txBody>
      </p:sp>
      <p:sp>
        <p:nvSpPr>
          <p:cNvPr id="59" name="任意多边形 58"/>
          <p:cNvSpPr/>
          <p:nvPr>
            <p:custDataLst>
              <p:tags r:id="rId6"/>
            </p:custDataLst>
          </p:nvPr>
        </p:nvSpPr>
        <p:spPr bwMode="auto">
          <a:xfrm rot="5400000">
            <a:off x="4443147" y="2010638"/>
            <a:ext cx="1248851" cy="1483180"/>
          </a:xfrm>
          <a:custGeom>
            <a:avLst/>
            <a:gdLst>
              <a:gd name="T0" fmla="*/ 0 w 581"/>
              <a:gd name="T1" fmla="*/ 690 h 690"/>
              <a:gd name="T2" fmla="*/ 0 w 581"/>
              <a:gd name="T3" fmla="*/ 328 h 690"/>
              <a:gd name="T4" fmla="*/ 128 w 581"/>
              <a:gd name="T5" fmla="*/ 200 h 690"/>
              <a:gd name="T6" fmla="*/ 382 w 581"/>
              <a:gd name="T7" fmla="*/ 200 h 690"/>
              <a:gd name="T8" fmla="*/ 581 w 581"/>
              <a:gd name="T9" fmla="*/ 0 h 690"/>
            </a:gdLst>
            <a:ahLst/>
            <a:cxnLst>
              <a:cxn ang="0">
                <a:pos x="T0" y="T1"/>
              </a:cxn>
              <a:cxn ang="0">
                <a:pos x="T2" y="T3"/>
              </a:cxn>
              <a:cxn ang="0">
                <a:pos x="T4" y="T5"/>
              </a:cxn>
              <a:cxn ang="0">
                <a:pos x="T6" y="T7"/>
              </a:cxn>
              <a:cxn ang="0">
                <a:pos x="T8" y="T9"/>
              </a:cxn>
            </a:cxnLst>
            <a:rect l="0" t="0" r="r" b="b"/>
            <a:pathLst>
              <a:path w="581" h="690">
                <a:moveTo>
                  <a:pt x="0" y="690"/>
                </a:moveTo>
                <a:cubicBezTo>
                  <a:pt x="0" y="328"/>
                  <a:pt x="0" y="328"/>
                  <a:pt x="0" y="328"/>
                </a:cubicBezTo>
                <a:cubicBezTo>
                  <a:pt x="0" y="257"/>
                  <a:pt x="57" y="200"/>
                  <a:pt x="128" y="200"/>
                </a:cubicBezTo>
                <a:cubicBezTo>
                  <a:pt x="382" y="200"/>
                  <a:pt x="382" y="200"/>
                  <a:pt x="382" y="200"/>
                </a:cubicBezTo>
                <a:cubicBezTo>
                  <a:pt x="492" y="200"/>
                  <a:pt x="581" y="111"/>
                  <a:pt x="581" y="0"/>
                </a:cubicBezTo>
              </a:path>
            </a:pathLst>
          </a:custGeom>
          <a:noFill/>
          <a:ln w="180975" cap="rnd">
            <a:solidFill>
              <a:srgbClr val="40A693"/>
            </a:solidFill>
            <a:prstDash val="solid"/>
            <a:round/>
          </a:ln>
          <a:extLst>
            <a:ext uri="{909E8E84-426E-40DD-AFC4-6F175D3DCCD1}">
              <a14:hiddenFill xmlns:a14="http://schemas.microsoft.com/office/drawing/2010/main">
                <a:solidFill>
                  <a:srgbClr val="FFFFFF"/>
                </a:solidFill>
              </a14:hiddenFill>
            </a:ext>
          </a:extLst>
        </p:spPr>
        <p:txBody>
          <a:bodyPr anchor="ctr"/>
          <a:p>
            <a:pPr algn="ctr">
              <a:lnSpc>
                <a:spcPct val="130000"/>
              </a:lnSpc>
            </a:pPr>
          </a:p>
        </p:txBody>
      </p:sp>
      <p:sp>
        <p:nvSpPr>
          <p:cNvPr id="60" name="任意多边形 59"/>
          <p:cNvSpPr/>
          <p:nvPr>
            <p:custDataLst>
              <p:tags r:id="rId7"/>
            </p:custDataLst>
          </p:nvPr>
        </p:nvSpPr>
        <p:spPr bwMode="auto">
          <a:xfrm rot="5400000">
            <a:off x="4419533" y="3630966"/>
            <a:ext cx="1248851" cy="1530409"/>
          </a:xfrm>
          <a:custGeom>
            <a:avLst/>
            <a:gdLst>
              <a:gd name="T0" fmla="*/ 581 w 581"/>
              <a:gd name="T1" fmla="*/ 712 h 712"/>
              <a:gd name="T2" fmla="*/ 581 w 581"/>
              <a:gd name="T3" fmla="*/ 328 h 712"/>
              <a:gd name="T4" fmla="*/ 453 w 581"/>
              <a:gd name="T5" fmla="*/ 200 h 712"/>
              <a:gd name="T6" fmla="*/ 200 w 581"/>
              <a:gd name="T7" fmla="*/ 200 h 712"/>
              <a:gd name="T8" fmla="*/ 0 w 581"/>
              <a:gd name="T9" fmla="*/ 0 h 712"/>
            </a:gdLst>
            <a:ahLst/>
            <a:cxnLst>
              <a:cxn ang="0">
                <a:pos x="T0" y="T1"/>
              </a:cxn>
              <a:cxn ang="0">
                <a:pos x="T2" y="T3"/>
              </a:cxn>
              <a:cxn ang="0">
                <a:pos x="T4" y="T5"/>
              </a:cxn>
              <a:cxn ang="0">
                <a:pos x="T6" y="T7"/>
              </a:cxn>
              <a:cxn ang="0">
                <a:pos x="T8" y="T9"/>
              </a:cxn>
            </a:cxnLst>
            <a:rect l="0" t="0" r="r" b="b"/>
            <a:pathLst>
              <a:path w="581" h="712">
                <a:moveTo>
                  <a:pt x="581" y="712"/>
                </a:moveTo>
                <a:cubicBezTo>
                  <a:pt x="581" y="328"/>
                  <a:pt x="581" y="328"/>
                  <a:pt x="581" y="328"/>
                </a:cubicBezTo>
                <a:cubicBezTo>
                  <a:pt x="581" y="257"/>
                  <a:pt x="524" y="200"/>
                  <a:pt x="453" y="200"/>
                </a:cubicBezTo>
                <a:cubicBezTo>
                  <a:pt x="200" y="200"/>
                  <a:pt x="200" y="200"/>
                  <a:pt x="200" y="200"/>
                </a:cubicBezTo>
                <a:cubicBezTo>
                  <a:pt x="90" y="200"/>
                  <a:pt x="0" y="111"/>
                  <a:pt x="0" y="0"/>
                </a:cubicBezTo>
              </a:path>
            </a:pathLst>
          </a:custGeom>
          <a:noFill/>
          <a:ln w="180975" cap="rnd">
            <a:solidFill>
              <a:srgbClr val="5268A5"/>
            </a:solidFill>
            <a:prstDash val="solid"/>
            <a:round/>
          </a:ln>
          <a:extLst>
            <a:ext uri="{909E8E84-426E-40DD-AFC4-6F175D3DCCD1}">
              <a14:hiddenFill xmlns:a14="http://schemas.microsoft.com/office/drawing/2010/main">
                <a:solidFill>
                  <a:srgbClr val="FFFFFF"/>
                </a:solidFill>
              </a14:hiddenFill>
            </a:ext>
          </a:extLst>
        </p:spPr>
        <p:txBody>
          <a:bodyPr anchor="ctr"/>
          <a:p>
            <a:pPr algn="ctr">
              <a:lnSpc>
                <a:spcPct val="130000"/>
              </a:lnSpc>
            </a:pPr>
            <a:endParaRPr dirty="0"/>
          </a:p>
        </p:txBody>
      </p:sp>
      <p:sp>
        <p:nvSpPr>
          <p:cNvPr id="61" name="任意多边形 60"/>
          <p:cNvSpPr/>
          <p:nvPr>
            <p:custDataLst>
              <p:tags r:id="rId8"/>
            </p:custDataLst>
          </p:nvPr>
        </p:nvSpPr>
        <p:spPr bwMode="auto">
          <a:xfrm rot="5400000">
            <a:off x="5889090" y="1601016"/>
            <a:ext cx="1386905" cy="3979065"/>
          </a:xfrm>
          <a:custGeom>
            <a:avLst/>
            <a:gdLst>
              <a:gd name="T0" fmla="*/ 0 w 645"/>
              <a:gd name="T1" fmla="*/ 1852 h 1852"/>
              <a:gd name="T2" fmla="*/ 0 w 645"/>
              <a:gd name="T3" fmla="*/ 1691 h 1852"/>
              <a:gd name="T4" fmla="*/ 65 w 645"/>
              <a:gd name="T5" fmla="*/ 1625 h 1852"/>
              <a:gd name="T6" fmla="*/ 208 w 645"/>
              <a:gd name="T7" fmla="*/ 1625 h 1852"/>
              <a:gd name="T8" fmla="*/ 407 w 645"/>
              <a:gd name="T9" fmla="*/ 1426 h 1852"/>
              <a:gd name="T10" fmla="*/ 407 w 645"/>
              <a:gd name="T11" fmla="*/ 1405 h 1852"/>
              <a:gd name="T12" fmla="*/ 407 w 645"/>
              <a:gd name="T13" fmla="*/ 676 h 1852"/>
              <a:gd name="T14" fmla="*/ 495 w 645"/>
              <a:gd name="T15" fmla="*/ 587 h 1852"/>
              <a:gd name="T16" fmla="*/ 556 w 645"/>
              <a:gd name="T17" fmla="*/ 587 h 1852"/>
              <a:gd name="T18" fmla="*/ 645 w 645"/>
              <a:gd name="T19" fmla="*/ 499 h 1852"/>
              <a:gd name="T20" fmla="*/ 633 w 645"/>
              <a:gd name="T21" fmla="*/ 454 h 1852"/>
              <a:gd name="T22" fmla="*/ 319 w 645"/>
              <a:gd name="T23" fmla="*/ 0 h 18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645" h="1852">
                <a:moveTo>
                  <a:pt x="0" y="1852"/>
                </a:moveTo>
                <a:cubicBezTo>
                  <a:pt x="0" y="1691"/>
                  <a:pt x="0" y="1691"/>
                  <a:pt x="0" y="1691"/>
                </a:cubicBezTo>
                <a:cubicBezTo>
                  <a:pt x="0" y="1655"/>
                  <a:pt x="29" y="1625"/>
                  <a:pt x="65" y="1625"/>
                </a:cubicBezTo>
                <a:cubicBezTo>
                  <a:pt x="208" y="1625"/>
                  <a:pt x="208" y="1625"/>
                  <a:pt x="208" y="1625"/>
                </a:cubicBezTo>
                <a:cubicBezTo>
                  <a:pt x="318" y="1625"/>
                  <a:pt x="407" y="1536"/>
                  <a:pt x="407" y="1426"/>
                </a:cubicBezTo>
                <a:cubicBezTo>
                  <a:pt x="407" y="1405"/>
                  <a:pt x="407" y="1405"/>
                  <a:pt x="407" y="1405"/>
                </a:cubicBezTo>
                <a:cubicBezTo>
                  <a:pt x="407" y="676"/>
                  <a:pt x="407" y="676"/>
                  <a:pt x="407" y="676"/>
                </a:cubicBezTo>
                <a:cubicBezTo>
                  <a:pt x="407" y="627"/>
                  <a:pt x="446" y="587"/>
                  <a:pt x="495" y="587"/>
                </a:cubicBezTo>
                <a:cubicBezTo>
                  <a:pt x="556" y="587"/>
                  <a:pt x="556" y="587"/>
                  <a:pt x="556" y="587"/>
                </a:cubicBezTo>
                <a:cubicBezTo>
                  <a:pt x="605" y="587"/>
                  <a:pt x="645" y="548"/>
                  <a:pt x="645" y="499"/>
                </a:cubicBezTo>
                <a:cubicBezTo>
                  <a:pt x="645" y="482"/>
                  <a:pt x="640" y="467"/>
                  <a:pt x="633" y="454"/>
                </a:cubicBezTo>
                <a:cubicBezTo>
                  <a:pt x="319" y="0"/>
                  <a:pt x="319" y="0"/>
                  <a:pt x="319" y="0"/>
                </a:cubicBezTo>
              </a:path>
            </a:pathLst>
          </a:custGeom>
          <a:noFill/>
          <a:ln w="180975" cap="rnd">
            <a:solidFill>
              <a:srgbClr val="4276AA"/>
            </a:solidFill>
            <a:prstDash val="solid"/>
            <a:round/>
          </a:ln>
          <a:extLst>
            <a:ext uri="{909E8E84-426E-40DD-AFC4-6F175D3DCCD1}">
              <a14:hiddenFill xmlns:a14="http://schemas.microsoft.com/office/drawing/2010/main">
                <a:solidFill>
                  <a:srgbClr val="FFFFFF"/>
                </a:solidFill>
              </a14:hiddenFill>
            </a:ext>
          </a:extLst>
        </p:spPr>
        <p:txBody>
          <a:bodyPr anchor="ctr"/>
          <a:p>
            <a:pPr algn="ctr">
              <a:lnSpc>
                <a:spcPct val="130000"/>
              </a:lnSpc>
            </a:pPr>
          </a:p>
        </p:txBody>
      </p:sp>
      <p:sp>
        <p:nvSpPr>
          <p:cNvPr id="62" name="椭圆 61"/>
          <p:cNvSpPr/>
          <p:nvPr>
            <p:custDataLst>
              <p:tags r:id="rId9"/>
            </p:custDataLst>
          </p:nvPr>
        </p:nvSpPr>
        <p:spPr bwMode="auto">
          <a:xfrm rot="5400000">
            <a:off x="3990383" y="1908460"/>
            <a:ext cx="447770" cy="446862"/>
          </a:xfrm>
          <a:prstGeom prst="ellipse">
            <a:avLst/>
          </a:prstGeom>
          <a:solidFill>
            <a:srgbClr val="F0F0F0"/>
          </a:solidFill>
          <a:ln w="104775" cap="rnd">
            <a:solidFill>
              <a:srgbClr val="40A693"/>
            </a:solidFill>
            <a:prstDash val="solid"/>
            <a:round/>
          </a:ln>
        </p:spPr>
        <p:txBody>
          <a:bodyPr anchor="ctr"/>
          <a:p>
            <a:pPr algn="ctr">
              <a:lnSpc>
                <a:spcPct val="130000"/>
              </a:lnSpc>
            </a:pPr>
          </a:p>
        </p:txBody>
      </p:sp>
      <p:sp>
        <p:nvSpPr>
          <p:cNvPr id="63" name="椭圆 62"/>
          <p:cNvSpPr/>
          <p:nvPr>
            <p:custDataLst>
              <p:tags r:id="rId10"/>
            </p:custDataLst>
          </p:nvPr>
        </p:nvSpPr>
        <p:spPr bwMode="auto">
          <a:xfrm rot="5400000">
            <a:off x="3943366" y="4767955"/>
            <a:ext cx="541802" cy="540703"/>
          </a:xfrm>
          <a:prstGeom prst="ellipse">
            <a:avLst/>
          </a:prstGeom>
          <a:solidFill>
            <a:srgbClr val="F0F0F0"/>
          </a:solidFill>
          <a:ln w="104775" cap="rnd">
            <a:solidFill>
              <a:srgbClr val="5268A5"/>
            </a:solidFill>
            <a:prstDash val="solid"/>
            <a:round/>
          </a:ln>
        </p:spPr>
        <p:txBody>
          <a:bodyPr anchor="ctr"/>
          <a:p>
            <a:pPr algn="ctr">
              <a:lnSpc>
                <a:spcPct val="130000"/>
              </a:lnSpc>
            </a:pPr>
          </a:p>
        </p:txBody>
      </p:sp>
      <p:sp>
        <p:nvSpPr>
          <p:cNvPr id="64" name="任意多边形 63"/>
          <p:cNvSpPr/>
          <p:nvPr>
            <p:custDataLst>
              <p:tags r:id="rId11"/>
            </p:custDataLst>
          </p:nvPr>
        </p:nvSpPr>
        <p:spPr bwMode="auto">
          <a:xfrm rot="5400000">
            <a:off x="5889090" y="1571043"/>
            <a:ext cx="1386905" cy="3979065"/>
          </a:xfrm>
          <a:custGeom>
            <a:avLst/>
            <a:gdLst>
              <a:gd name="T0" fmla="*/ 645 w 645"/>
              <a:gd name="T1" fmla="*/ 1852 h 1852"/>
              <a:gd name="T2" fmla="*/ 645 w 645"/>
              <a:gd name="T3" fmla="*/ 1691 h 1852"/>
              <a:gd name="T4" fmla="*/ 579 w 645"/>
              <a:gd name="T5" fmla="*/ 1625 h 1852"/>
              <a:gd name="T6" fmla="*/ 437 w 645"/>
              <a:gd name="T7" fmla="*/ 1625 h 1852"/>
              <a:gd name="T8" fmla="*/ 237 w 645"/>
              <a:gd name="T9" fmla="*/ 1426 h 1852"/>
              <a:gd name="T10" fmla="*/ 238 w 645"/>
              <a:gd name="T11" fmla="*/ 1405 h 1852"/>
              <a:gd name="T12" fmla="*/ 238 w 645"/>
              <a:gd name="T13" fmla="*/ 676 h 1852"/>
              <a:gd name="T14" fmla="*/ 149 w 645"/>
              <a:gd name="T15" fmla="*/ 587 h 1852"/>
              <a:gd name="T16" fmla="*/ 88 w 645"/>
              <a:gd name="T17" fmla="*/ 587 h 1852"/>
              <a:gd name="T18" fmla="*/ 0 w 645"/>
              <a:gd name="T19" fmla="*/ 499 h 1852"/>
              <a:gd name="T20" fmla="*/ 12 w 645"/>
              <a:gd name="T21" fmla="*/ 454 h 1852"/>
              <a:gd name="T22" fmla="*/ 325 w 645"/>
              <a:gd name="T23" fmla="*/ 0 h 18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645" h="1852">
                <a:moveTo>
                  <a:pt x="645" y="1852"/>
                </a:moveTo>
                <a:cubicBezTo>
                  <a:pt x="645" y="1691"/>
                  <a:pt x="645" y="1691"/>
                  <a:pt x="645" y="1691"/>
                </a:cubicBezTo>
                <a:cubicBezTo>
                  <a:pt x="645" y="1655"/>
                  <a:pt x="615" y="1625"/>
                  <a:pt x="579" y="1625"/>
                </a:cubicBezTo>
                <a:cubicBezTo>
                  <a:pt x="437" y="1625"/>
                  <a:pt x="437" y="1625"/>
                  <a:pt x="437" y="1625"/>
                </a:cubicBezTo>
                <a:cubicBezTo>
                  <a:pt x="327" y="1625"/>
                  <a:pt x="237" y="1536"/>
                  <a:pt x="237" y="1426"/>
                </a:cubicBezTo>
                <a:cubicBezTo>
                  <a:pt x="238" y="1405"/>
                  <a:pt x="238" y="1405"/>
                  <a:pt x="238" y="1405"/>
                </a:cubicBezTo>
                <a:cubicBezTo>
                  <a:pt x="238" y="676"/>
                  <a:pt x="238" y="676"/>
                  <a:pt x="238" y="676"/>
                </a:cubicBezTo>
                <a:cubicBezTo>
                  <a:pt x="238" y="627"/>
                  <a:pt x="198" y="587"/>
                  <a:pt x="149" y="587"/>
                </a:cubicBezTo>
                <a:cubicBezTo>
                  <a:pt x="88" y="587"/>
                  <a:pt x="88" y="587"/>
                  <a:pt x="88" y="587"/>
                </a:cubicBezTo>
                <a:cubicBezTo>
                  <a:pt x="39" y="587"/>
                  <a:pt x="0" y="548"/>
                  <a:pt x="0" y="499"/>
                </a:cubicBezTo>
                <a:cubicBezTo>
                  <a:pt x="0" y="482"/>
                  <a:pt x="4" y="467"/>
                  <a:pt x="12" y="454"/>
                </a:cubicBezTo>
                <a:cubicBezTo>
                  <a:pt x="325" y="0"/>
                  <a:pt x="325" y="0"/>
                  <a:pt x="325" y="0"/>
                </a:cubicBezTo>
              </a:path>
            </a:pathLst>
          </a:custGeom>
          <a:noFill/>
          <a:ln w="180975" cap="rnd">
            <a:solidFill>
              <a:srgbClr val="178AA1"/>
            </a:solidFill>
            <a:prstDash val="solid"/>
            <a:round/>
          </a:ln>
          <a:extLst>
            <a:ext uri="{909E8E84-426E-40DD-AFC4-6F175D3DCCD1}">
              <a14:hiddenFill xmlns:a14="http://schemas.microsoft.com/office/drawing/2010/main">
                <a:solidFill>
                  <a:srgbClr val="FFFFFF"/>
                </a:solidFill>
              </a14:hiddenFill>
            </a:ext>
          </a:extLst>
        </p:spPr>
        <p:txBody>
          <a:bodyPr anchor="ctr"/>
          <a:p>
            <a:pPr algn="ctr">
              <a:lnSpc>
                <a:spcPct val="130000"/>
              </a:lnSpc>
            </a:pPr>
          </a:p>
        </p:txBody>
      </p:sp>
      <p:sp>
        <p:nvSpPr>
          <p:cNvPr id="65" name="椭圆 64"/>
          <p:cNvSpPr/>
          <p:nvPr>
            <p:custDataLst>
              <p:tags r:id="rId12"/>
            </p:custDataLst>
          </p:nvPr>
        </p:nvSpPr>
        <p:spPr bwMode="auto">
          <a:xfrm rot="5400000">
            <a:off x="4365472" y="4128662"/>
            <a:ext cx="241255" cy="241255"/>
          </a:xfrm>
          <a:prstGeom prst="ellipse">
            <a:avLst/>
          </a:prstGeom>
          <a:solidFill>
            <a:srgbClr val="F0F0F0"/>
          </a:solidFill>
          <a:ln w="57150" cap="rnd">
            <a:solidFill>
              <a:srgbClr val="178AA1"/>
            </a:solidFill>
            <a:prstDash val="solid"/>
            <a:round/>
          </a:ln>
        </p:spPr>
        <p:txBody>
          <a:bodyPr anchor="ctr"/>
          <a:p>
            <a:pPr algn="ctr">
              <a:lnSpc>
                <a:spcPct val="130000"/>
              </a:lnSpc>
            </a:pPr>
          </a:p>
        </p:txBody>
      </p:sp>
      <p:sp>
        <p:nvSpPr>
          <p:cNvPr id="66" name="椭圆 65"/>
          <p:cNvSpPr/>
          <p:nvPr>
            <p:custDataLst>
              <p:tags r:id="rId13"/>
            </p:custDataLst>
          </p:nvPr>
        </p:nvSpPr>
        <p:spPr bwMode="auto">
          <a:xfrm rot="5400000">
            <a:off x="4365472" y="2776574"/>
            <a:ext cx="241255" cy="241255"/>
          </a:xfrm>
          <a:prstGeom prst="ellipse">
            <a:avLst/>
          </a:prstGeom>
          <a:solidFill>
            <a:srgbClr val="F0F0F0"/>
          </a:solidFill>
          <a:ln w="57150" cap="rnd">
            <a:solidFill>
              <a:srgbClr val="4276AA"/>
            </a:solidFill>
            <a:prstDash val="solid"/>
            <a:round/>
          </a:ln>
        </p:spPr>
        <p:txBody>
          <a:bodyPr anchor="ctr"/>
          <a:p>
            <a:pPr algn="ctr">
              <a:lnSpc>
                <a:spcPct val="130000"/>
              </a:lnSpc>
            </a:pPr>
          </a:p>
        </p:txBody>
      </p:sp>
      <p:sp>
        <p:nvSpPr>
          <p:cNvPr id="68" name="文本框 67"/>
          <p:cNvSpPr txBox="1"/>
          <p:nvPr>
            <p:custDataLst>
              <p:tags r:id="rId14"/>
            </p:custDataLst>
          </p:nvPr>
        </p:nvSpPr>
        <p:spPr>
          <a:xfrm>
            <a:off x="8913000" y="3319359"/>
            <a:ext cx="2573574" cy="784225"/>
          </a:xfrm>
          <a:prstGeom prst="rect">
            <a:avLst/>
          </a:prstGeom>
          <a:noFill/>
        </p:spPr>
        <p:txBody>
          <a:bodyPr wrap="square" tIns="0" rtlCol="0">
            <a:spAutoFit/>
          </a:bodyPr>
          <a:p>
            <a:pPr>
              <a:lnSpc>
                <a:spcPct val="120000"/>
              </a:lnSpc>
            </a:pPr>
            <a:r>
              <a:rPr lang="en-US" altLang="zh-CN" sz="2000" spc="150" dirty="0">
                <a:solidFill>
                  <a:srgbClr val="FF0000"/>
                </a:solidFill>
                <a:latin typeface="微软雅黑" panose="020B0503020204020204" charset="-122"/>
                <a:ea typeface="微软雅黑" panose="020B0503020204020204" charset="-122"/>
              </a:rPr>
              <a:t>XML</a:t>
            </a:r>
            <a:r>
              <a:rPr lang="zh-CN" altLang="en-US" sz="2000" spc="150" dirty="0">
                <a:solidFill>
                  <a:srgbClr val="FF0000"/>
                </a:solidFill>
                <a:latin typeface="微软雅黑" panose="020B0503020204020204" charset="-122"/>
                <a:ea typeface="微软雅黑" panose="020B0503020204020204" charset="-122"/>
              </a:rPr>
              <a:t>是实现标记语言的一个良好选择</a:t>
            </a:r>
            <a:endParaRPr lang="zh-CN" altLang="en-US" sz="2000" spc="150" dirty="0">
              <a:solidFill>
                <a:srgbClr val="FF0000"/>
              </a:solidFill>
              <a:latin typeface="微软雅黑" panose="020B0503020204020204" charset="-122"/>
              <a:ea typeface="微软雅黑" panose="020B0503020204020204" charset="-122"/>
            </a:endParaRPr>
          </a:p>
        </p:txBody>
      </p:sp>
      <p:sp>
        <p:nvSpPr>
          <p:cNvPr id="69" name="文本框 68"/>
          <p:cNvSpPr txBox="1"/>
          <p:nvPr>
            <p:custDataLst>
              <p:tags r:id="rId15"/>
            </p:custDataLst>
          </p:nvPr>
        </p:nvSpPr>
        <p:spPr>
          <a:xfrm>
            <a:off x="681990" y="1885315"/>
            <a:ext cx="3174365" cy="423545"/>
          </a:xfrm>
          <a:prstGeom prst="rect">
            <a:avLst/>
          </a:prstGeom>
          <a:noFill/>
        </p:spPr>
        <p:txBody>
          <a:bodyPr wrap="square" rtlCol="0">
            <a:spAutoFit/>
          </a:bodyPr>
          <a:p>
            <a:pPr algn="r">
              <a:lnSpc>
                <a:spcPct val="120000"/>
              </a:lnSpc>
            </a:pPr>
            <a:r>
              <a:rPr lang="zh-CN" altLang="en-US">
                <a:latin typeface="宋体" panose="02010600030101010101" pitchFamily="2" charset="-122"/>
                <a:ea typeface="宋体" panose="02010600030101010101" pitchFamily="2" charset="-122"/>
                <a:cs typeface="宋体" panose="02010600030101010101" pitchFamily="2" charset="-122"/>
                <a:sym typeface="+mn-ea"/>
              </a:rPr>
              <a:t>基于</a:t>
            </a:r>
            <a:r>
              <a:rPr lang="zh-CN" altLang="en-US" b="1">
                <a:solidFill>
                  <a:srgbClr val="FF0000"/>
                </a:solidFill>
                <a:latin typeface="宋体" panose="02010600030101010101" pitchFamily="2" charset="-122"/>
                <a:ea typeface="宋体" panose="02010600030101010101" pitchFamily="2" charset="-122"/>
                <a:cs typeface="宋体" panose="02010600030101010101" pitchFamily="2" charset="-122"/>
                <a:sym typeface="+mn-ea"/>
              </a:rPr>
              <a:t>XML</a:t>
            </a:r>
            <a:r>
              <a:rPr lang="zh-CN" altLang="en-US">
                <a:latin typeface="宋体" panose="02010600030101010101" pitchFamily="2" charset="-122"/>
                <a:ea typeface="宋体" panose="02010600030101010101" pitchFamily="2" charset="-122"/>
                <a:cs typeface="宋体" panose="02010600030101010101" pitchFamily="2" charset="-122"/>
                <a:sym typeface="+mn-ea"/>
              </a:rPr>
              <a:t>的Agent通信语言</a:t>
            </a:r>
            <a:endParaRPr lang="zh-CN" altLang="en-US" spc="150" dirty="0">
              <a:latin typeface="微软雅黑" panose="020B0503020204020204" charset="-122"/>
              <a:ea typeface="微软雅黑" panose="020B0503020204020204" charset="-122"/>
            </a:endParaRPr>
          </a:p>
        </p:txBody>
      </p:sp>
      <p:sp>
        <p:nvSpPr>
          <p:cNvPr id="70" name="文本框 69"/>
          <p:cNvSpPr txBox="1"/>
          <p:nvPr>
            <p:custDataLst>
              <p:tags r:id="rId16"/>
            </p:custDataLst>
          </p:nvPr>
        </p:nvSpPr>
        <p:spPr>
          <a:xfrm>
            <a:off x="681990" y="2776855"/>
            <a:ext cx="3547745" cy="423545"/>
          </a:xfrm>
          <a:prstGeom prst="rect">
            <a:avLst/>
          </a:prstGeom>
          <a:noFill/>
        </p:spPr>
        <p:txBody>
          <a:bodyPr wrap="square" rtlCol="0">
            <a:spAutoFit/>
          </a:bodyPr>
          <a:p>
            <a:pPr algn="r">
              <a:lnSpc>
                <a:spcPct val="120000"/>
              </a:lnSpc>
            </a:pPr>
            <a:r>
              <a:rPr lang="zh-CN" altLang="en-US">
                <a:latin typeface="宋体" panose="02010600030101010101" pitchFamily="2" charset="-122"/>
                <a:ea typeface="宋体" panose="02010600030101010101" pitchFamily="2" charset="-122"/>
                <a:cs typeface="宋体" panose="02010600030101010101" pitchFamily="2" charset="-122"/>
                <a:sym typeface="+mn-ea"/>
              </a:rPr>
              <a:t>基于</a:t>
            </a:r>
            <a:r>
              <a:rPr lang="zh-CN" altLang="en-US" b="1">
                <a:solidFill>
                  <a:srgbClr val="FF0000"/>
                </a:solidFill>
                <a:latin typeface="宋体" panose="02010600030101010101" pitchFamily="2" charset="-122"/>
                <a:ea typeface="宋体" panose="02010600030101010101" pitchFamily="2" charset="-122"/>
                <a:cs typeface="宋体" panose="02010600030101010101" pitchFamily="2" charset="-122"/>
                <a:sym typeface="+mn-ea"/>
              </a:rPr>
              <a:t>XML</a:t>
            </a:r>
            <a:r>
              <a:rPr lang="zh-CN" altLang="en-US">
                <a:latin typeface="宋体" panose="02010600030101010101" pitchFamily="2" charset="-122"/>
                <a:ea typeface="宋体" panose="02010600030101010101" pitchFamily="2" charset="-122"/>
                <a:cs typeface="宋体" panose="02010600030101010101" pitchFamily="2" charset="-122"/>
                <a:sym typeface="+mn-ea"/>
              </a:rPr>
              <a:t>的消息队列标记语言</a:t>
            </a:r>
            <a:endParaRPr lang="zh-CN" altLang="en-US" spc="150" dirty="0">
              <a:latin typeface="微软雅黑" panose="020B0503020204020204" charset="-122"/>
              <a:ea typeface="微软雅黑" panose="020B0503020204020204" charset="-122"/>
            </a:endParaRPr>
          </a:p>
        </p:txBody>
      </p:sp>
      <p:sp>
        <p:nvSpPr>
          <p:cNvPr id="71" name="文本框 70"/>
          <p:cNvSpPr txBox="1"/>
          <p:nvPr>
            <p:custDataLst>
              <p:tags r:id="rId17"/>
            </p:custDataLst>
          </p:nvPr>
        </p:nvSpPr>
        <p:spPr>
          <a:xfrm>
            <a:off x="642620" y="3605848"/>
            <a:ext cx="3683635" cy="1087755"/>
          </a:xfrm>
          <a:prstGeom prst="rect">
            <a:avLst/>
          </a:prstGeom>
          <a:noFill/>
        </p:spPr>
        <p:txBody>
          <a:bodyPr wrap="square" rtlCol="0" anchor="ctr" anchorCtr="1">
            <a:spAutoFit/>
          </a:bodyPr>
          <a:p>
            <a:pPr algn="l">
              <a:lnSpc>
                <a:spcPct val="120000"/>
              </a:lnSpc>
            </a:pPr>
            <a:r>
              <a:rPr lang="zh-CN" altLang="en-US">
                <a:latin typeface="宋体" panose="02010600030101010101" pitchFamily="2" charset="-122"/>
                <a:ea typeface="宋体" panose="02010600030101010101" pitchFamily="2" charset="-122"/>
                <a:cs typeface="宋体" panose="02010600030101010101" pitchFamily="2" charset="-122"/>
                <a:sym typeface="+mn-ea"/>
              </a:rPr>
              <a:t>Design Rationale of </a:t>
            </a:r>
            <a:r>
              <a:rPr lang="zh-CN" altLang="en-US" b="1">
                <a:solidFill>
                  <a:srgbClr val="FF0000"/>
                </a:solidFill>
                <a:latin typeface="宋体" panose="02010600030101010101" pitchFamily="2" charset="-122"/>
                <a:ea typeface="宋体" panose="02010600030101010101" pitchFamily="2" charset="-122"/>
                <a:cs typeface="宋体" panose="02010600030101010101" pitchFamily="2" charset="-122"/>
                <a:sym typeface="+mn-ea"/>
              </a:rPr>
              <a:t>RuleML</a:t>
            </a:r>
            <a:r>
              <a:rPr lang="zh-CN" altLang="en-US">
                <a:latin typeface="宋体" panose="02010600030101010101" pitchFamily="2" charset="-122"/>
                <a:ea typeface="宋体" panose="02010600030101010101" pitchFamily="2" charset="-122"/>
                <a:cs typeface="宋体" panose="02010600030101010101" pitchFamily="2" charset="-122"/>
                <a:sym typeface="+mn-ea"/>
              </a:rPr>
              <a:t>: A Markup Language for Semantic Web Rules</a:t>
            </a:r>
            <a:endParaRPr lang="zh-CN" altLang="en-US">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72" name="文本框 71"/>
          <p:cNvSpPr txBox="1"/>
          <p:nvPr>
            <p:custDataLst>
              <p:tags r:id="rId18"/>
            </p:custDataLst>
          </p:nvPr>
        </p:nvSpPr>
        <p:spPr>
          <a:xfrm>
            <a:off x="681990" y="4809490"/>
            <a:ext cx="3174365" cy="755650"/>
          </a:xfrm>
          <a:prstGeom prst="rect">
            <a:avLst/>
          </a:prstGeom>
          <a:noFill/>
        </p:spPr>
        <p:txBody>
          <a:bodyPr wrap="square" rtlCol="0">
            <a:spAutoFit/>
          </a:bodyPr>
          <a:p>
            <a:pPr algn="l">
              <a:lnSpc>
                <a:spcPct val="120000"/>
              </a:lnSpc>
            </a:pPr>
            <a:r>
              <a:rPr lang="zh-CN" altLang="en-US">
                <a:latin typeface="宋体" panose="02010600030101010101" pitchFamily="2" charset="-122"/>
                <a:ea typeface="宋体" panose="02010600030101010101" pitchFamily="2" charset="-122"/>
                <a:cs typeface="宋体" panose="02010600030101010101" pitchFamily="2" charset="-122"/>
                <a:sym typeface="+mn-ea"/>
              </a:rPr>
              <a:t>基于</a:t>
            </a:r>
            <a:r>
              <a:rPr lang="zh-CN" altLang="en-US" b="1">
                <a:solidFill>
                  <a:srgbClr val="FF0000"/>
                </a:solidFill>
                <a:latin typeface="宋体" panose="02010600030101010101" pitchFamily="2" charset="-122"/>
                <a:ea typeface="宋体" panose="02010600030101010101" pitchFamily="2" charset="-122"/>
                <a:cs typeface="宋体" panose="02010600030101010101" pitchFamily="2" charset="-122"/>
                <a:sym typeface="+mn-ea"/>
              </a:rPr>
              <a:t>XML</a:t>
            </a:r>
            <a:r>
              <a:rPr lang="zh-CN" altLang="en-US">
                <a:latin typeface="宋体" panose="02010600030101010101" pitchFamily="2" charset="-122"/>
                <a:ea typeface="宋体" panose="02010600030101010101" pitchFamily="2" charset="-122"/>
                <a:cs typeface="宋体" panose="02010600030101010101" pitchFamily="2" charset="-122"/>
                <a:sym typeface="+mn-ea"/>
              </a:rPr>
              <a:t>的仿真想定标记语言SSML</a:t>
            </a:r>
            <a:endParaRPr lang="zh-CN" altLang="en-US" spc="150" dirty="0">
              <a:latin typeface="微软雅黑" panose="020B0503020204020204" charset="-122"/>
              <a:ea typeface="微软雅黑" panose="020B0503020204020204" charset="-122"/>
            </a:endParaRPr>
          </a:p>
        </p:txBody>
      </p:sp>
      <p:sp>
        <p:nvSpPr>
          <p:cNvPr id="73" name="文本框 72"/>
          <p:cNvSpPr txBox="1"/>
          <p:nvPr/>
        </p:nvSpPr>
        <p:spPr>
          <a:xfrm>
            <a:off x="2149475" y="2941320"/>
            <a:ext cx="667385" cy="368300"/>
          </a:xfrm>
          <a:prstGeom prst="rect">
            <a:avLst/>
          </a:prstGeom>
          <a:noFill/>
        </p:spPr>
        <p:txBody>
          <a:bodyPr wrap="square" rtlCol="0">
            <a:spAutoFit/>
          </a:bodyPr>
          <a:p>
            <a:r>
              <a:rPr lang="en-US" altLang="zh-CN">
                <a:latin typeface="宋体" panose="02010600030101010101" pitchFamily="2" charset="-122"/>
                <a:ea typeface="宋体" panose="02010600030101010101" pitchFamily="2" charset="-122"/>
              </a:rPr>
              <a:t>……</a:t>
            </a:r>
            <a:endParaRPr lang="en-US" altLang="zh-CN">
              <a:latin typeface="宋体" panose="02010600030101010101" pitchFamily="2" charset="-122"/>
              <a:ea typeface="宋体" panose="02010600030101010101" pitchFamily="2" charset="-122"/>
            </a:endParaRPr>
          </a:p>
        </p:txBody>
      </p:sp>
    </p:spTree>
    <p:custDataLst>
      <p:tags r:id="rId19"/>
    </p:custData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custDataLst>
              <p:tags r:id="rId1"/>
            </p:custDataLst>
          </p:nvPr>
        </p:nvSpPr>
        <p:spPr>
          <a:xfrm>
            <a:off x="641985" y="52070"/>
            <a:ext cx="2964815" cy="417830"/>
          </a:xfrm>
        </p:spPr>
        <p:txBody>
          <a:bodyPr lIns="0" tIns="0" rIns="0" bIns="0" anchor="ctr" anchorCtr="1">
            <a:normAutofit fontScale="90000"/>
          </a:bodyPr>
          <a:lstStyle/>
          <a:p>
            <a:r>
              <a:rPr lang="zh-CN" altLang="en-US" dirty="0">
                <a:solidFill>
                  <a:srgbClr val="C00000"/>
                </a:solidFill>
              </a:rPr>
              <a:t>相关研究现状分析</a:t>
            </a:r>
            <a:endParaRPr lang="zh-CN" altLang="en-US" dirty="0">
              <a:solidFill>
                <a:srgbClr val="C00000"/>
              </a:solidFill>
            </a:endParaRPr>
          </a:p>
        </p:txBody>
      </p:sp>
      <p:grpSp>
        <p:nvGrpSpPr>
          <p:cNvPr id="21506" name="组合 7"/>
          <p:cNvGrpSpPr/>
          <p:nvPr/>
        </p:nvGrpSpPr>
        <p:grpSpPr>
          <a:xfrm>
            <a:off x="166370" y="208280"/>
            <a:ext cx="366395" cy="193040"/>
            <a:chOff x="1990725" y="838200"/>
            <a:chExt cx="295275" cy="142875"/>
          </a:xfrm>
        </p:grpSpPr>
        <p:cxnSp>
          <p:nvCxnSpPr>
            <p:cNvPr id="4" name="直接连接符 3"/>
            <p:cNvCxnSpPr/>
            <p:nvPr>
              <p:custDataLst>
                <p:tags r:id="rId2"/>
              </p:custDataLst>
            </p:nvPr>
          </p:nvCxnSpPr>
          <p:spPr>
            <a:xfrm>
              <a:off x="1990725" y="838200"/>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7" name="直接连接符 6"/>
            <p:cNvCxnSpPr/>
            <p:nvPr>
              <p:custDataLst>
                <p:tags r:id="rId3"/>
              </p:custDataLst>
            </p:nvPr>
          </p:nvCxnSpPr>
          <p:spPr>
            <a:xfrm>
              <a:off x="1990725" y="909637"/>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8" name="直接连接符 7"/>
            <p:cNvCxnSpPr/>
            <p:nvPr>
              <p:custDataLst>
                <p:tags r:id="rId4"/>
              </p:custDataLst>
            </p:nvPr>
          </p:nvCxnSpPr>
          <p:spPr>
            <a:xfrm>
              <a:off x="1990725" y="981075"/>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grpSp>
      <p:pic>
        <p:nvPicPr>
          <p:cNvPr id="87" name="图片 86" descr="timg"/>
          <p:cNvPicPr>
            <a:picLocks noChangeAspect="1"/>
          </p:cNvPicPr>
          <p:nvPr/>
        </p:nvPicPr>
        <p:blipFill>
          <a:blip r:embed="rId5"/>
          <a:stretch>
            <a:fillRect/>
          </a:stretch>
        </p:blipFill>
        <p:spPr>
          <a:xfrm>
            <a:off x="9907270" y="2540"/>
            <a:ext cx="2282190" cy="992505"/>
          </a:xfrm>
          <a:prstGeom prst="rect">
            <a:avLst/>
          </a:prstGeom>
        </p:spPr>
      </p:pic>
      <p:sp>
        <p:nvSpPr>
          <p:cNvPr id="19" name="文本框 18"/>
          <p:cNvSpPr txBox="1"/>
          <p:nvPr/>
        </p:nvSpPr>
        <p:spPr>
          <a:xfrm>
            <a:off x="166370" y="701040"/>
            <a:ext cx="2468880" cy="368300"/>
          </a:xfrm>
          <a:prstGeom prst="rect">
            <a:avLst/>
          </a:prstGeom>
          <a:noFill/>
        </p:spPr>
        <p:txBody>
          <a:bodyPr wrap="none" rtlCol="0" anchor="t">
            <a:spAutoFit/>
          </a:bodyPr>
          <a:p>
            <a:pPr algn="l"/>
            <a:r>
              <a:rPr lang="zh-CN" altLang="en-US" b="1">
                <a:sym typeface="+mn-ea"/>
              </a:rPr>
              <a:t>并行性预测相关研究：</a:t>
            </a:r>
            <a:endParaRPr lang="zh-CN" altLang="en-US">
              <a:latin typeface="宋体" panose="02010600030101010101" pitchFamily="2" charset="-122"/>
              <a:ea typeface="宋体" panose="02010600030101010101" pitchFamily="2" charset="-122"/>
              <a:cs typeface="宋体" panose="02010600030101010101" pitchFamily="2" charset="-122"/>
            </a:endParaRPr>
          </a:p>
        </p:txBody>
      </p:sp>
      <p:cxnSp>
        <p:nvCxnSpPr>
          <p:cNvPr id="22" name="直接连接符 21"/>
          <p:cNvCxnSpPr/>
          <p:nvPr>
            <p:custDataLst>
              <p:tags r:id="rId6"/>
            </p:custDataLst>
          </p:nvPr>
        </p:nvCxnSpPr>
        <p:spPr>
          <a:xfrm flipH="1">
            <a:off x="791210" y="4749800"/>
            <a:ext cx="10735945" cy="0"/>
          </a:xfrm>
          <a:prstGeom prst="line">
            <a:avLst/>
          </a:prstGeom>
          <a:ln w="19050">
            <a:solidFill>
              <a:sysClr val="windowText" lastClr="000000">
                <a:lumMod val="50000"/>
                <a:lumOff val="50000"/>
              </a:sysClr>
            </a:solidFill>
          </a:ln>
        </p:spPr>
        <p:style>
          <a:lnRef idx="1">
            <a:srgbClr val="FA8550"/>
          </a:lnRef>
          <a:fillRef idx="0">
            <a:srgbClr val="FA8550"/>
          </a:fillRef>
          <a:effectRef idx="0">
            <a:srgbClr val="FA8550"/>
          </a:effectRef>
          <a:fontRef idx="minor">
            <a:sysClr val="windowText" lastClr="000000"/>
          </a:fontRef>
        </p:style>
      </p:cxnSp>
      <p:grpSp>
        <p:nvGrpSpPr>
          <p:cNvPr id="31" name="组合 30"/>
          <p:cNvGrpSpPr/>
          <p:nvPr>
            <p:custDataLst>
              <p:tags r:id="rId7"/>
            </p:custDataLst>
          </p:nvPr>
        </p:nvGrpSpPr>
        <p:grpSpPr>
          <a:xfrm>
            <a:off x="627483" y="1649882"/>
            <a:ext cx="2038350" cy="3168628"/>
            <a:chOff x="505970" y="3182636"/>
            <a:chExt cx="1651830" cy="2567780"/>
          </a:xfrm>
        </p:grpSpPr>
        <p:sp>
          <p:nvSpPr>
            <p:cNvPr id="3" name="圆角矩形 2"/>
            <p:cNvSpPr/>
            <p:nvPr>
              <p:custDataLst>
                <p:tags r:id="rId8"/>
              </p:custDataLst>
            </p:nvPr>
          </p:nvSpPr>
          <p:spPr>
            <a:xfrm>
              <a:off x="505970" y="3182636"/>
              <a:ext cx="1651830" cy="2059899"/>
            </a:xfrm>
            <a:prstGeom prst="roundRect">
              <a:avLst/>
            </a:prstGeom>
            <a:solidFill>
              <a:srgbClr val="FA8550">
                <a:lumMod val="20000"/>
                <a:lumOff val="80000"/>
              </a:srgbClr>
            </a:solidFill>
            <a:ln w="38100">
              <a:noFill/>
            </a:ln>
          </p:spPr>
          <p:style>
            <a:lnRef idx="2">
              <a:srgbClr val="FA8550">
                <a:shade val="50000"/>
              </a:srgbClr>
            </a:lnRef>
            <a:fillRef idx="1">
              <a:srgbClr val="FA8550"/>
            </a:fillRef>
            <a:effectRef idx="0">
              <a:srgbClr val="FA8550"/>
            </a:effectRef>
            <a:fontRef idx="minor">
              <a:sysClr val="window" lastClr="FFFFFF"/>
            </a:fontRef>
          </p:style>
          <p:txBody>
            <a:bodyPr rtlCol="0" anchor="ctr">
              <a:normAutofit lnSpcReduction="20000"/>
            </a:bodyPr>
            <a:p>
              <a:pPr algn="ctr"/>
              <a:r>
                <a:rPr lang="zh-CN" altLang="en-US" dirty="0">
                  <a:solidFill>
                    <a:srgbClr val="FABD50">
                      <a:lumMod val="50000"/>
                    </a:srgbClr>
                  </a:solidFill>
                  <a:ea typeface="宋体" panose="02010600030101010101" pitchFamily="2" charset="-122"/>
                  <a:cs typeface="+mn-lt"/>
                  <a:sym typeface="+mn-ea"/>
                </a:rPr>
                <a:t>Analysis Of The parallelism Of Loop Program Through pertri Net  </a:t>
              </a:r>
              <a:r>
                <a:rPr lang="en-US" altLang="zh-CN" dirty="0">
                  <a:solidFill>
                    <a:srgbClr val="FABD50">
                      <a:lumMod val="50000"/>
                    </a:srgbClr>
                  </a:solidFill>
                  <a:ea typeface="宋体" panose="02010600030101010101" pitchFamily="2" charset="-122"/>
                  <a:cs typeface="+mn-lt"/>
                  <a:sym typeface="+mn-ea"/>
                </a:rPr>
                <a:t>/  Apply Petri Net To Analyse The Parallelism Of Serial Program</a:t>
              </a:r>
              <a:endParaRPr lang="zh-CN" altLang="en-US" dirty="0">
                <a:solidFill>
                  <a:srgbClr val="FA8550">
                    <a:lumMod val="50000"/>
                  </a:srgbClr>
                </a:solidFill>
                <a:latin typeface="宋体" panose="02010600030101010101" pitchFamily="2" charset="-122"/>
                <a:ea typeface="宋体" panose="02010600030101010101" pitchFamily="2" charset="-122"/>
                <a:cs typeface="宋体" panose="02010600030101010101" pitchFamily="2" charset="-122"/>
              </a:endParaRPr>
            </a:p>
            <a:p>
              <a:pPr algn="ctr"/>
              <a:r>
                <a:rPr lang="zh-CN" altLang="en-US" dirty="0">
                  <a:solidFill>
                    <a:srgbClr val="FF0000"/>
                  </a:solidFill>
                  <a:latin typeface="宋体" panose="02010600030101010101" pitchFamily="2" charset="-122"/>
                  <a:ea typeface="宋体" panose="02010600030101010101" pitchFamily="2" charset="-122"/>
                  <a:cs typeface="宋体" panose="02010600030101010101" pitchFamily="2" charset="-122"/>
                  <a:sym typeface="+mn-ea"/>
                </a:rPr>
                <a:t>（静态方法）</a:t>
              </a:r>
              <a:endParaRPr lang="zh-CN" altLang="en-US" dirty="0">
                <a:solidFill>
                  <a:srgbClr val="FF0000"/>
                </a:solidFill>
              </a:endParaRPr>
            </a:p>
            <a:p>
              <a:pPr algn="ctr"/>
              <a:endParaRPr lang="zh-CN" altLang="en-US" dirty="0">
                <a:solidFill>
                  <a:srgbClr val="FA8550">
                    <a:lumMod val="50000"/>
                  </a:srgbClr>
                </a:solidFill>
              </a:endParaRPr>
            </a:p>
          </p:txBody>
        </p:sp>
        <p:sp>
          <p:nvSpPr>
            <p:cNvPr id="2" name="泪滴形 1"/>
            <p:cNvSpPr/>
            <p:nvPr>
              <p:custDataLst>
                <p:tags r:id="rId9"/>
              </p:custDataLst>
            </p:nvPr>
          </p:nvSpPr>
          <p:spPr>
            <a:xfrm rot="8100000">
              <a:off x="1173972" y="5030124"/>
              <a:ext cx="426786" cy="426786"/>
            </a:xfrm>
            <a:prstGeom prst="teardrop">
              <a:avLst>
                <a:gd name="adj" fmla="val 125412"/>
              </a:avLst>
            </a:prstGeom>
            <a:solidFill>
              <a:srgbClr val="FA8550"/>
            </a:solidFill>
            <a:ln w="38100">
              <a:solidFill>
                <a:sysClr val="window" lastClr="FFFFFF">
                  <a:lumMod val="95000"/>
                </a:sysClr>
              </a:solidFill>
            </a:ln>
          </p:spPr>
          <p:style>
            <a:lnRef idx="2">
              <a:srgbClr val="FA8550">
                <a:shade val="50000"/>
              </a:srgbClr>
            </a:lnRef>
            <a:fillRef idx="1">
              <a:srgbClr val="FA8550"/>
            </a:fillRef>
            <a:effectRef idx="0">
              <a:srgbClr val="FA8550"/>
            </a:effectRef>
            <a:fontRef idx="minor">
              <a:sysClr val="window" lastClr="FFFFFF"/>
            </a:fontRef>
          </p:style>
          <p:txBody>
            <a:bodyPr rtlCol="0" anchor="ctr">
              <a:normAutofit/>
            </a:bodyPr>
            <a:p>
              <a:pPr algn="ctr"/>
              <a:endParaRPr lang="zh-CN" altLang="en-US"/>
            </a:p>
          </p:txBody>
        </p:sp>
        <p:sp>
          <p:nvSpPr>
            <p:cNvPr id="6" name="椭圆 5"/>
            <p:cNvSpPr/>
            <p:nvPr>
              <p:custDataLst>
                <p:tags r:id="rId10"/>
              </p:custDataLst>
            </p:nvPr>
          </p:nvSpPr>
          <p:spPr>
            <a:xfrm rot="8100000">
              <a:off x="1273023" y="5129176"/>
              <a:ext cx="221664" cy="221664"/>
            </a:xfrm>
            <a:prstGeom prst="ellipse">
              <a:avLst/>
            </a:prstGeom>
            <a:solidFill>
              <a:sysClr val="window" lastClr="FFFFFF">
                <a:lumMod val="95000"/>
              </a:sysClr>
            </a:solidFill>
            <a:ln>
              <a:noFill/>
            </a:ln>
          </p:spPr>
          <p:style>
            <a:lnRef idx="2">
              <a:srgbClr val="FA8550">
                <a:shade val="50000"/>
              </a:srgbClr>
            </a:lnRef>
            <a:fillRef idx="1">
              <a:srgbClr val="FA8550"/>
            </a:fillRef>
            <a:effectRef idx="0">
              <a:srgbClr val="FA8550"/>
            </a:effectRef>
            <a:fontRef idx="minor">
              <a:sysClr val="window" lastClr="FFFFFF"/>
            </a:fontRef>
          </p:style>
          <p:txBody>
            <a:bodyPr rtlCol="0" anchor="ctr">
              <a:normAutofit fontScale="37500" lnSpcReduction="20000"/>
            </a:bodyPr>
            <a:p>
              <a:pPr algn="ctr"/>
              <a:endParaRPr lang="zh-CN" altLang="en-US"/>
            </a:p>
          </p:txBody>
        </p:sp>
        <p:sp>
          <p:nvSpPr>
            <p:cNvPr id="9" name="椭圆 8"/>
            <p:cNvSpPr/>
            <p:nvPr>
              <p:custDataLst>
                <p:tags r:id="rId11"/>
              </p:custDataLst>
            </p:nvPr>
          </p:nvSpPr>
          <p:spPr>
            <a:xfrm>
              <a:off x="1343925" y="5663536"/>
              <a:ext cx="86880" cy="86880"/>
            </a:xfrm>
            <a:prstGeom prst="ellipse">
              <a:avLst/>
            </a:prstGeom>
            <a:solidFill>
              <a:sysClr val="window" lastClr="FFFFFF">
                <a:lumMod val="95000"/>
              </a:sysClr>
            </a:solidFill>
            <a:ln w="38100">
              <a:solidFill>
                <a:sysClr val="windowText" lastClr="000000">
                  <a:lumMod val="50000"/>
                  <a:lumOff val="50000"/>
                </a:sysClr>
              </a:solidFill>
            </a:ln>
          </p:spPr>
          <p:style>
            <a:lnRef idx="2">
              <a:srgbClr val="FA8550">
                <a:shade val="50000"/>
              </a:srgbClr>
            </a:lnRef>
            <a:fillRef idx="1">
              <a:srgbClr val="FA8550"/>
            </a:fillRef>
            <a:effectRef idx="0">
              <a:srgbClr val="FA8550"/>
            </a:effectRef>
            <a:fontRef idx="minor">
              <a:sysClr val="window" lastClr="FFFFFF"/>
            </a:fontRef>
          </p:style>
          <p:txBody>
            <a:bodyPr rtlCol="0" anchor="ctr">
              <a:normAutofit fontScale="25000" lnSpcReduction="20000"/>
            </a:bodyPr>
            <a:p>
              <a:pPr algn="ctr"/>
              <a:endParaRPr lang="zh-CN" altLang="en-US"/>
            </a:p>
          </p:txBody>
        </p:sp>
      </p:grpSp>
      <p:sp>
        <p:nvSpPr>
          <p:cNvPr id="27" name="文本框 26"/>
          <p:cNvSpPr txBox="1"/>
          <p:nvPr>
            <p:custDataLst>
              <p:tags r:id="rId12"/>
            </p:custDataLst>
          </p:nvPr>
        </p:nvSpPr>
        <p:spPr>
          <a:xfrm>
            <a:off x="748943" y="4859060"/>
            <a:ext cx="1917899" cy="797570"/>
          </a:xfrm>
          <a:prstGeom prst="rect">
            <a:avLst/>
          </a:prstGeom>
          <a:noFill/>
        </p:spPr>
        <p:txBody>
          <a:bodyPr wrap="square" rtlCol="0">
            <a:normAutofit lnSpcReduction="20000"/>
          </a:bodyPr>
          <a:p>
            <a:pPr algn="ctr"/>
            <a:r>
              <a:rPr lang="en-US" altLang="zh-CN" dirty="0">
                <a:latin typeface="Arial" panose="020B0604020202020204" pitchFamily="34" charset="0"/>
                <a:ea typeface="黑体" panose="02010609060101010101" charset="-122"/>
                <a:cs typeface="+mn-ea"/>
                <a:sym typeface="+mn-ea"/>
              </a:rPr>
              <a:t>2002</a:t>
            </a:r>
            <a:endParaRPr lang="en-US" altLang="zh-CN" dirty="0">
              <a:latin typeface="Arial" panose="020B0604020202020204" pitchFamily="34" charset="0"/>
              <a:ea typeface="黑体" panose="02010609060101010101" charset="-122"/>
              <a:cs typeface="+mn-ea"/>
            </a:endParaRPr>
          </a:p>
          <a:p>
            <a:pPr algn="ctr"/>
            <a:r>
              <a:rPr lang="en-US" altLang="zh-CN" dirty="0">
                <a:latin typeface="Arial" panose="020B0604020202020204" pitchFamily="34" charset="0"/>
                <a:ea typeface="黑体" panose="02010609060101010101" charset="-122"/>
                <a:cs typeface="+mn-ea"/>
                <a:sym typeface="+mn-ea"/>
              </a:rPr>
              <a:t>YUE Xiao-bo</a:t>
            </a:r>
            <a:r>
              <a:rPr lang="zh-CN" altLang="zh-CN" dirty="0">
                <a:latin typeface="Arial" panose="020B0604020202020204" pitchFamily="34" charset="0"/>
                <a:ea typeface="黑体" panose="02010609060101010101" charset="-122"/>
                <a:cs typeface="+mn-ea"/>
                <a:sym typeface="+mn-ea"/>
              </a:rPr>
              <a:t>、</a:t>
            </a:r>
            <a:r>
              <a:rPr lang="en-US" altLang="zh-CN" dirty="0">
                <a:latin typeface="Arial" panose="020B0604020202020204" pitchFamily="34" charset="0"/>
                <a:ea typeface="黑体" panose="02010609060101010101" charset="-122"/>
                <a:cs typeface="+mn-ea"/>
                <a:sym typeface="+mn-ea"/>
              </a:rPr>
              <a:t>HUANG Min等</a:t>
            </a:r>
            <a:endParaRPr lang="en-US" altLang="zh-CN" dirty="0">
              <a:latin typeface="Arial" panose="020B0604020202020204" pitchFamily="34" charset="0"/>
              <a:ea typeface="黑体" panose="02010609060101010101" charset="-122"/>
              <a:cs typeface="+mn-ea"/>
            </a:endParaRPr>
          </a:p>
          <a:p>
            <a:pPr algn="ctr"/>
            <a:endParaRPr lang="zh-CN" altLang="en-US" dirty="0">
              <a:latin typeface="Arial" panose="020B0604020202020204" pitchFamily="34" charset="0"/>
              <a:ea typeface="黑体" panose="02010609060101010101" charset="-122"/>
              <a:cs typeface="+mn-ea"/>
            </a:endParaRPr>
          </a:p>
        </p:txBody>
      </p:sp>
      <p:grpSp>
        <p:nvGrpSpPr>
          <p:cNvPr id="32" name="组合 31"/>
          <p:cNvGrpSpPr/>
          <p:nvPr>
            <p:custDataLst>
              <p:tags r:id="rId13"/>
            </p:custDataLst>
          </p:nvPr>
        </p:nvGrpSpPr>
        <p:grpSpPr>
          <a:xfrm>
            <a:off x="3509849" y="1649882"/>
            <a:ext cx="1799582" cy="3168628"/>
            <a:chOff x="2818933" y="2390005"/>
            <a:chExt cx="1458338" cy="2567780"/>
          </a:xfrm>
        </p:grpSpPr>
        <p:sp>
          <p:nvSpPr>
            <p:cNvPr id="18" name="圆角矩形 17"/>
            <p:cNvSpPr/>
            <p:nvPr>
              <p:custDataLst>
                <p:tags r:id="rId14"/>
              </p:custDataLst>
            </p:nvPr>
          </p:nvSpPr>
          <p:spPr>
            <a:xfrm>
              <a:off x="2818933" y="2390005"/>
              <a:ext cx="1458338" cy="2059975"/>
            </a:xfrm>
            <a:prstGeom prst="roundRect">
              <a:avLst/>
            </a:prstGeom>
            <a:solidFill>
              <a:srgbClr val="CE8D3E">
                <a:lumMod val="20000"/>
                <a:lumOff val="80000"/>
              </a:srgbClr>
            </a:solidFill>
            <a:ln w="38100">
              <a:noFill/>
            </a:ln>
          </p:spPr>
          <p:style>
            <a:lnRef idx="2">
              <a:srgbClr val="FA8550">
                <a:shade val="50000"/>
              </a:srgbClr>
            </a:lnRef>
            <a:fillRef idx="1">
              <a:srgbClr val="FA8550"/>
            </a:fillRef>
            <a:effectRef idx="0">
              <a:srgbClr val="FA8550"/>
            </a:effectRef>
            <a:fontRef idx="minor">
              <a:sysClr val="window" lastClr="FFFFFF"/>
            </a:fontRef>
          </p:style>
          <p:txBody>
            <a:bodyPr rtlCol="0" anchor="ctr">
              <a:normAutofit fontScale="90000"/>
            </a:bodyPr>
            <a:p>
              <a:pPr algn="ctr"/>
              <a:r>
                <a:rPr lang="zh-CN" altLang="en-US" dirty="0">
                  <a:solidFill>
                    <a:srgbClr val="CE8D3E">
                      <a:lumMod val="50000"/>
                    </a:srgbClr>
                  </a:solidFill>
                  <a:latin typeface="宋体" panose="02010600030101010101" pitchFamily="2" charset="-122"/>
                  <a:ea typeface="宋体" panose="02010600030101010101" pitchFamily="2" charset="-122"/>
                  <a:cs typeface="宋体" panose="02010600030101010101" pitchFamily="2" charset="-122"/>
                  <a:sym typeface="+mn-ea"/>
                </a:rPr>
                <a:t>通过运行由动态剖析工具和SPEC CPU2000基准测试程序，对子程序结构线程化推测执行的适合性进行了详细分析</a:t>
              </a:r>
              <a:r>
                <a:rPr lang="zh-CN" altLang="en-US" dirty="0">
                  <a:solidFill>
                    <a:srgbClr val="FF0000"/>
                  </a:solidFill>
                  <a:latin typeface="宋体" panose="02010600030101010101" pitchFamily="2" charset="-122"/>
                  <a:ea typeface="宋体" panose="02010600030101010101" pitchFamily="2" charset="-122"/>
                  <a:cs typeface="宋体" panose="02010600030101010101" pitchFamily="2" charset="-122"/>
                  <a:sym typeface="+mn-ea"/>
                </a:rPr>
                <a:t>（静态</a:t>
              </a:r>
              <a:r>
                <a:rPr lang="en-US" altLang="zh-CN" dirty="0">
                  <a:solidFill>
                    <a:srgbClr val="FF0000"/>
                  </a:solidFill>
                  <a:latin typeface="宋体" panose="02010600030101010101" pitchFamily="2" charset="-122"/>
                  <a:ea typeface="宋体" panose="02010600030101010101" pitchFamily="2" charset="-122"/>
                  <a:cs typeface="宋体" panose="02010600030101010101" pitchFamily="2" charset="-122"/>
                  <a:sym typeface="+mn-ea"/>
                </a:rPr>
                <a:t>+</a:t>
              </a:r>
              <a:r>
                <a:rPr lang="zh-CN" altLang="en-US" dirty="0">
                  <a:solidFill>
                    <a:srgbClr val="FF0000"/>
                  </a:solidFill>
                  <a:latin typeface="宋体" panose="02010600030101010101" pitchFamily="2" charset="-122"/>
                  <a:ea typeface="宋体" panose="02010600030101010101" pitchFamily="2" charset="-122"/>
                  <a:cs typeface="宋体" panose="02010600030101010101" pitchFamily="2" charset="-122"/>
                  <a:sym typeface="+mn-ea"/>
                </a:rPr>
                <a:t>动态方法）</a:t>
              </a:r>
              <a:endParaRPr lang="zh-CN" altLang="en-US" dirty="0">
                <a:solidFill>
                  <a:srgbClr val="FF0000"/>
                </a:solidFill>
              </a:endParaRPr>
            </a:p>
            <a:p>
              <a:pPr algn="ctr"/>
              <a:endParaRPr lang="zh-CN" altLang="en-US" dirty="0">
                <a:solidFill>
                  <a:srgbClr val="CE8D3E">
                    <a:lumMod val="50000"/>
                  </a:srgbClr>
                </a:solidFill>
              </a:endParaRPr>
            </a:p>
          </p:txBody>
        </p:sp>
        <p:sp>
          <p:nvSpPr>
            <p:cNvPr id="10" name="泪滴形 9"/>
            <p:cNvSpPr/>
            <p:nvPr>
              <p:custDataLst>
                <p:tags r:id="rId15"/>
              </p:custDataLst>
            </p:nvPr>
          </p:nvSpPr>
          <p:spPr>
            <a:xfrm rot="8100000">
              <a:off x="3338219" y="4237493"/>
              <a:ext cx="426786" cy="426786"/>
            </a:xfrm>
            <a:prstGeom prst="teardrop">
              <a:avLst>
                <a:gd name="adj" fmla="val 125412"/>
              </a:avLst>
            </a:prstGeom>
            <a:solidFill>
              <a:srgbClr val="CE8D3E"/>
            </a:solidFill>
            <a:ln w="38100">
              <a:solidFill>
                <a:sysClr val="window" lastClr="FFFFFF">
                  <a:lumMod val="95000"/>
                </a:sysClr>
              </a:solidFill>
            </a:ln>
          </p:spPr>
          <p:style>
            <a:lnRef idx="2">
              <a:srgbClr val="FA8550">
                <a:shade val="50000"/>
              </a:srgbClr>
            </a:lnRef>
            <a:fillRef idx="1">
              <a:srgbClr val="FA8550"/>
            </a:fillRef>
            <a:effectRef idx="0">
              <a:srgbClr val="FA8550"/>
            </a:effectRef>
            <a:fontRef idx="minor">
              <a:sysClr val="window" lastClr="FFFFFF"/>
            </a:fontRef>
          </p:style>
          <p:txBody>
            <a:bodyPr rtlCol="0" anchor="ctr">
              <a:normAutofit/>
            </a:bodyPr>
            <a:p>
              <a:pPr algn="ctr"/>
              <a:endParaRPr lang="zh-CN" altLang="en-US" sz="1400"/>
            </a:p>
          </p:txBody>
        </p:sp>
        <p:sp>
          <p:nvSpPr>
            <p:cNvPr id="20" name="椭圆 19"/>
            <p:cNvSpPr/>
            <p:nvPr>
              <p:custDataLst>
                <p:tags r:id="rId16"/>
              </p:custDataLst>
            </p:nvPr>
          </p:nvSpPr>
          <p:spPr>
            <a:xfrm rot="8100000">
              <a:off x="3437270" y="4336545"/>
              <a:ext cx="221664" cy="221664"/>
            </a:xfrm>
            <a:prstGeom prst="ellipse">
              <a:avLst/>
            </a:prstGeom>
            <a:solidFill>
              <a:sysClr val="window" lastClr="FFFFFF">
                <a:lumMod val="95000"/>
              </a:sysClr>
            </a:solidFill>
            <a:ln>
              <a:noFill/>
            </a:ln>
          </p:spPr>
          <p:style>
            <a:lnRef idx="2">
              <a:srgbClr val="FA8550">
                <a:shade val="50000"/>
              </a:srgbClr>
            </a:lnRef>
            <a:fillRef idx="1">
              <a:srgbClr val="FA8550"/>
            </a:fillRef>
            <a:effectRef idx="0">
              <a:srgbClr val="FA8550"/>
            </a:effectRef>
            <a:fontRef idx="minor">
              <a:sysClr val="window" lastClr="FFFFFF"/>
            </a:fontRef>
          </p:style>
          <p:txBody>
            <a:bodyPr rtlCol="0" anchor="ctr">
              <a:normAutofit fontScale="52500" lnSpcReduction="20000"/>
            </a:bodyPr>
            <a:p>
              <a:pPr algn="ctr"/>
              <a:endParaRPr lang="zh-CN" altLang="en-US" sz="1400"/>
            </a:p>
          </p:txBody>
        </p:sp>
        <p:sp>
          <p:nvSpPr>
            <p:cNvPr id="21" name="椭圆 20"/>
            <p:cNvSpPr/>
            <p:nvPr>
              <p:custDataLst>
                <p:tags r:id="rId17"/>
              </p:custDataLst>
            </p:nvPr>
          </p:nvSpPr>
          <p:spPr>
            <a:xfrm>
              <a:off x="3508172" y="4870905"/>
              <a:ext cx="86880" cy="86880"/>
            </a:xfrm>
            <a:prstGeom prst="ellipse">
              <a:avLst/>
            </a:prstGeom>
            <a:solidFill>
              <a:sysClr val="window" lastClr="FFFFFF">
                <a:lumMod val="95000"/>
              </a:sysClr>
            </a:solidFill>
            <a:ln w="38100">
              <a:solidFill>
                <a:sysClr val="windowText" lastClr="000000">
                  <a:lumMod val="50000"/>
                  <a:lumOff val="50000"/>
                </a:sysClr>
              </a:solidFill>
            </a:ln>
          </p:spPr>
          <p:style>
            <a:lnRef idx="2">
              <a:srgbClr val="FA8550">
                <a:shade val="50000"/>
              </a:srgbClr>
            </a:lnRef>
            <a:fillRef idx="1">
              <a:srgbClr val="FA8550"/>
            </a:fillRef>
            <a:effectRef idx="0">
              <a:srgbClr val="FA8550"/>
            </a:effectRef>
            <a:fontRef idx="minor">
              <a:sysClr val="window" lastClr="FFFFFF"/>
            </a:fontRef>
          </p:style>
          <p:txBody>
            <a:bodyPr rtlCol="0" anchor="ctr">
              <a:normAutofit fontScale="25000" lnSpcReduction="20000"/>
            </a:bodyPr>
            <a:p>
              <a:pPr algn="ctr"/>
              <a:endParaRPr lang="zh-CN" altLang="en-US" sz="1400"/>
            </a:p>
          </p:txBody>
        </p:sp>
      </p:grpSp>
      <p:grpSp>
        <p:nvGrpSpPr>
          <p:cNvPr id="24" name="组合 23"/>
          <p:cNvGrpSpPr/>
          <p:nvPr>
            <p:custDataLst>
              <p:tags r:id="rId18"/>
            </p:custDataLst>
          </p:nvPr>
        </p:nvGrpSpPr>
        <p:grpSpPr>
          <a:xfrm>
            <a:off x="6223940" y="1649882"/>
            <a:ext cx="1799582" cy="3168628"/>
            <a:chOff x="2818933" y="2390005"/>
            <a:chExt cx="1458338" cy="2567780"/>
          </a:xfrm>
        </p:grpSpPr>
        <p:sp>
          <p:nvSpPr>
            <p:cNvPr id="11" name="圆角矩形 10"/>
            <p:cNvSpPr/>
            <p:nvPr>
              <p:custDataLst>
                <p:tags r:id="rId19"/>
              </p:custDataLst>
            </p:nvPr>
          </p:nvSpPr>
          <p:spPr>
            <a:xfrm>
              <a:off x="2818933" y="2390005"/>
              <a:ext cx="1458338" cy="2059975"/>
            </a:xfrm>
            <a:prstGeom prst="roundRect">
              <a:avLst/>
            </a:prstGeom>
            <a:solidFill>
              <a:srgbClr val="E74D51">
                <a:lumMod val="20000"/>
                <a:lumOff val="80000"/>
              </a:srgbClr>
            </a:solidFill>
            <a:ln w="38100">
              <a:noFill/>
            </a:ln>
          </p:spPr>
          <p:style>
            <a:lnRef idx="2">
              <a:srgbClr val="FA8550">
                <a:shade val="50000"/>
              </a:srgbClr>
            </a:lnRef>
            <a:fillRef idx="1">
              <a:srgbClr val="FA8550"/>
            </a:fillRef>
            <a:effectRef idx="0">
              <a:srgbClr val="FA8550"/>
            </a:effectRef>
            <a:fontRef idx="minor">
              <a:sysClr val="window" lastClr="FFFFFF"/>
            </a:fontRef>
          </p:style>
          <p:txBody>
            <a:bodyPr rtlCol="0" anchor="ctr">
              <a:normAutofit fontScale="90000" lnSpcReduction="10000"/>
            </a:bodyPr>
            <a:p>
              <a:pPr algn="ctr"/>
              <a:r>
                <a:rPr lang="zh-CN" altLang="en-US" dirty="0">
                  <a:solidFill>
                    <a:srgbClr val="E74D51">
                      <a:lumMod val="50000"/>
                    </a:srgbClr>
                  </a:solidFill>
                  <a:latin typeface="宋体" panose="02010600030101010101" pitchFamily="2" charset="-122"/>
                  <a:ea typeface="宋体" panose="02010600030101010101" pitchFamily="2" charset="-122"/>
                  <a:cs typeface="宋体" panose="02010600030101010101" pitchFamily="2" charset="-122"/>
                </a:rPr>
                <a:t>研究了自动并行化中的前端分析技术,引入了</a:t>
              </a:r>
              <a:r>
                <a:rPr lang="zh-CN" altLang="en-US" dirty="0">
                  <a:solidFill>
                    <a:srgbClr val="FF0000"/>
                  </a:solidFill>
                  <a:latin typeface="宋体" panose="02010600030101010101" pitchFamily="2" charset="-122"/>
                  <a:ea typeface="宋体" panose="02010600030101010101" pitchFamily="2" charset="-122"/>
                  <a:cs typeface="宋体" panose="02010600030101010101" pitchFamily="2" charset="-122"/>
                </a:rPr>
                <a:t>人工智能</a:t>
              </a:r>
              <a:r>
                <a:rPr lang="zh-CN" altLang="en-US" dirty="0">
                  <a:solidFill>
                    <a:srgbClr val="E74D51">
                      <a:lumMod val="50000"/>
                    </a:srgbClr>
                  </a:solidFill>
                  <a:latin typeface="宋体" panose="02010600030101010101" pitchFamily="2" charset="-122"/>
                  <a:ea typeface="宋体" panose="02010600030101010101" pitchFamily="2" charset="-122"/>
                  <a:cs typeface="宋体" panose="02010600030101010101" pitchFamily="2" charset="-122"/>
                </a:rPr>
                <a:t>搜索方法,并且对其进行改进,实现了在评估函数支持下进行广度和深度搜索的方法。</a:t>
              </a:r>
              <a:endParaRPr lang="zh-CN" altLang="en-US" dirty="0">
                <a:solidFill>
                  <a:srgbClr val="E74D51">
                    <a:lumMod val="50000"/>
                  </a:srgbClr>
                </a:solidFill>
                <a:latin typeface="宋体" panose="02010600030101010101" pitchFamily="2" charset="-122"/>
                <a:ea typeface="宋体" panose="02010600030101010101" pitchFamily="2" charset="-122"/>
                <a:cs typeface="宋体" panose="02010600030101010101" pitchFamily="2" charset="-122"/>
              </a:endParaRPr>
            </a:p>
          </p:txBody>
        </p:sp>
        <p:sp>
          <p:nvSpPr>
            <p:cNvPr id="29" name="泪滴形 28"/>
            <p:cNvSpPr/>
            <p:nvPr>
              <p:custDataLst>
                <p:tags r:id="rId20"/>
              </p:custDataLst>
            </p:nvPr>
          </p:nvSpPr>
          <p:spPr>
            <a:xfrm rot="8100000">
              <a:off x="3338219" y="4237493"/>
              <a:ext cx="426786" cy="426786"/>
            </a:xfrm>
            <a:prstGeom prst="teardrop">
              <a:avLst>
                <a:gd name="adj" fmla="val 125412"/>
              </a:avLst>
            </a:prstGeom>
            <a:solidFill>
              <a:srgbClr val="CE8D3E"/>
            </a:solidFill>
            <a:ln w="38100">
              <a:solidFill>
                <a:sysClr val="window" lastClr="FFFFFF">
                  <a:lumMod val="95000"/>
                </a:sysClr>
              </a:solidFill>
            </a:ln>
          </p:spPr>
          <p:style>
            <a:lnRef idx="2">
              <a:srgbClr val="FA8550">
                <a:shade val="50000"/>
              </a:srgbClr>
            </a:lnRef>
            <a:fillRef idx="1">
              <a:srgbClr val="FA8550"/>
            </a:fillRef>
            <a:effectRef idx="0">
              <a:srgbClr val="FA8550"/>
            </a:effectRef>
            <a:fontRef idx="minor">
              <a:sysClr val="window" lastClr="FFFFFF"/>
            </a:fontRef>
          </p:style>
          <p:txBody>
            <a:bodyPr rtlCol="0" anchor="ctr">
              <a:normAutofit/>
            </a:bodyPr>
            <a:p>
              <a:pPr algn="ctr"/>
              <a:endParaRPr lang="zh-CN" altLang="en-US" sz="1400"/>
            </a:p>
          </p:txBody>
        </p:sp>
        <p:sp>
          <p:nvSpPr>
            <p:cNvPr id="12" name="椭圆 11"/>
            <p:cNvSpPr/>
            <p:nvPr>
              <p:custDataLst>
                <p:tags r:id="rId21"/>
              </p:custDataLst>
            </p:nvPr>
          </p:nvSpPr>
          <p:spPr>
            <a:xfrm rot="8100000">
              <a:off x="3437270" y="4336545"/>
              <a:ext cx="221664" cy="221664"/>
            </a:xfrm>
            <a:prstGeom prst="ellipse">
              <a:avLst/>
            </a:prstGeom>
            <a:solidFill>
              <a:sysClr val="window" lastClr="FFFFFF">
                <a:lumMod val="95000"/>
              </a:sysClr>
            </a:solidFill>
            <a:ln>
              <a:noFill/>
            </a:ln>
          </p:spPr>
          <p:style>
            <a:lnRef idx="2">
              <a:srgbClr val="FA8550">
                <a:shade val="50000"/>
              </a:srgbClr>
            </a:lnRef>
            <a:fillRef idx="1">
              <a:srgbClr val="FA8550"/>
            </a:fillRef>
            <a:effectRef idx="0">
              <a:srgbClr val="FA8550"/>
            </a:effectRef>
            <a:fontRef idx="minor">
              <a:sysClr val="window" lastClr="FFFFFF"/>
            </a:fontRef>
          </p:style>
          <p:txBody>
            <a:bodyPr rtlCol="0" anchor="ctr">
              <a:normAutofit fontScale="52500" lnSpcReduction="20000"/>
            </a:bodyPr>
            <a:p>
              <a:pPr algn="ctr"/>
              <a:endParaRPr lang="zh-CN" altLang="en-US" sz="1400"/>
            </a:p>
          </p:txBody>
        </p:sp>
        <p:sp>
          <p:nvSpPr>
            <p:cNvPr id="33" name="椭圆 32"/>
            <p:cNvSpPr/>
            <p:nvPr>
              <p:custDataLst>
                <p:tags r:id="rId22"/>
              </p:custDataLst>
            </p:nvPr>
          </p:nvSpPr>
          <p:spPr>
            <a:xfrm>
              <a:off x="3508172" y="4870905"/>
              <a:ext cx="86880" cy="86880"/>
            </a:xfrm>
            <a:prstGeom prst="ellipse">
              <a:avLst/>
            </a:prstGeom>
            <a:solidFill>
              <a:sysClr val="window" lastClr="FFFFFF">
                <a:lumMod val="95000"/>
              </a:sysClr>
            </a:solidFill>
            <a:ln w="38100">
              <a:solidFill>
                <a:sysClr val="windowText" lastClr="000000">
                  <a:lumMod val="50000"/>
                  <a:lumOff val="50000"/>
                </a:sysClr>
              </a:solidFill>
            </a:ln>
          </p:spPr>
          <p:style>
            <a:lnRef idx="2">
              <a:srgbClr val="FA8550">
                <a:shade val="50000"/>
              </a:srgbClr>
            </a:lnRef>
            <a:fillRef idx="1">
              <a:srgbClr val="FA8550"/>
            </a:fillRef>
            <a:effectRef idx="0">
              <a:srgbClr val="FA8550"/>
            </a:effectRef>
            <a:fontRef idx="minor">
              <a:sysClr val="window" lastClr="FFFFFF"/>
            </a:fontRef>
          </p:style>
          <p:txBody>
            <a:bodyPr rtlCol="0" anchor="ctr">
              <a:normAutofit fontScale="25000" lnSpcReduction="20000"/>
            </a:bodyPr>
            <a:p>
              <a:pPr algn="ctr"/>
              <a:endParaRPr lang="zh-CN" altLang="en-US" sz="1400"/>
            </a:p>
          </p:txBody>
        </p:sp>
      </p:grpSp>
      <p:grpSp>
        <p:nvGrpSpPr>
          <p:cNvPr id="36" name="组合 35"/>
          <p:cNvGrpSpPr/>
          <p:nvPr>
            <p:custDataLst>
              <p:tags r:id="rId23"/>
            </p:custDataLst>
          </p:nvPr>
        </p:nvGrpSpPr>
        <p:grpSpPr>
          <a:xfrm>
            <a:off x="8812301" y="1649882"/>
            <a:ext cx="2037715" cy="3168628"/>
            <a:chOff x="2729395" y="2390005"/>
            <a:chExt cx="1651315" cy="2567780"/>
          </a:xfrm>
        </p:grpSpPr>
        <p:sp>
          <p:nvSpPr>
            <p:cNvPr id="38" name="圆角矩形 37"/>
            <p:cNvSpPr/>
            <p:nvPr>
              <p:custDataLst>
                <p:tags r:id="rId24"/>
              </p:custDataLst>
            </p:nvPr>
          </p:nvSpPr>
          <p:spPr>
            <a:xfrm>
              <a:off x="2729395" y="2390005"/>
              <a:ext cx="1651315" cy="2059899"/>
            </a:xfrm>
            <a:prstGeom prst="roundRect">
              <a:avLst/>
            </a:prstGeom>
            <a:solidFill>
              <a:srgbClr val="FABD50">
                <a:lumMod val="20000"/>
                <a:lumOff val="80000"/>
              </a:srgbClr>
            </a:solidFill>
            <a:ln w="38100">
              <a:noFill/>
            </a:ln>
          </p:spPr>
          <p:style>
            <a:lnRef idx="2">
              <a:srgbClr val="FA8550">
                <a:shade val="50000"/>
              </a:srgbClr>
            </a:lnRef>
            <a:fillRef idx="1">
              <a:srgbClr val="FA8550"/>
            </a:fillRef>
            <a:effectRef idx="0">
              <a:srgbClr val="FA8550"/>
            </a:effectRef>
            <a:fontRef idx="minor">
              <a:sysClr val="window" lastClr="FFFFFF"/>
            </a:fontRef>
          </p:style>
          <p:txBody>
            <a:bodyPr rtlCol="0" anchor="ctr">
              <a:normAutofit/>
            </a:bodyPr>
            <a:p>
              <a:pPr algn="ctr"/>
              <a:r>
                <a:rPr lang="zh-CN" altLang="en-US" dirty="0">
                  <a:solidFill>
                    <a:srgbClr val="FABD50">
                      <a:lumMod val="50000"/>
                    </a:srgbClr>
                  </a:solidFill>
                  <a:ea typeface="宋体" panose="02010600030101010101" pitchFamily="2" charset="-122"/>
                  <a:cs typeface="+mn-lt"/>
                </a:rPr>
                <a:t>Design and Implementation of Automatic Code Generator for TLS System</a:t>
              </a:r>
              <a:endParaRPr lang="zh-CN" altLang="en-US" dirty="0">
                <a:solidFill>
                  <a:srgbClr val="FABD50">
                    <a:lumMod val="50000"/>
                  </a:srgbClr>
                </a:solidFill>
                <a:ea typeface="宋体" panose="02010600030101010101" pitchFamily="2" charset="-122"/>
                <a:cs typeface="+mn-lt"/>
              </a:endParaRPr>
            </a:p>
          </p:txBody>
        </p:sp>
        <p:sp>
          <p:nvSpPr>
            <p:cNvPr id="39" name="泪滴形 38"/>
            <p:cNvSpPr/>
            <p:nvPr>
              <p:custDataLst>
                <p:tags r:id="rId25"/>
              </p:custDataLst>
            </p:nvPr>
          </p:nvSpPr>
          <p:spPr>
            <a:xfrm rot="8100000">
              <a:off x="3338219" y="4237493"/>
              <a:ext cx="426786" cy="426786"/>
            </a:xfrm>
            <a:prstGeom prst="teardrop">
              <a:avLst>
                <a:gd name="adj" fmla="val 125412"/>
              </a:avLst>
            </a:prstGeom>
            <a:solidFill>
              <a:srgbClr val="CE8D3E"/>
            </a:solidFill>
            <a:ln w="38100">
              <a:solidFill>
                <a:sysClr val="window" lastClr="FFFFFF">
                  <a:lumMod val="95000"/>
                </a:sysClr>
              </a:solidFill>
            </a:ln>
          </p:spPr>
          <p:style>
            <a:lnRef idx="2">
              <a:srgbClr val="FA8550">
                <a:shade val="50000"/>
              </a:srgbClr>
            </a:lnRef>
            <a:fillRef idx="1">
              <a:srgbClr val="FA8550"/>
            </a:fillRef>
            <a:effectRef idx="0">
              <a:srgbClr val="FA8550"/>
            </a:effectRef>
            <a:fontRef idx="minor">
              <a:sysClr val="window" lastClr="FFFFFF"/>
            </a:fontRef>
          </p:style>
          <p:txBody>
            <a:bodyPr rtlCol="0" anchor="ctr">
              <a:normAutofit/>
            </a:bodyPr>
            <a:p>
              <a:pPr algn="ctr"/>
              <a:endParaRPr lang="zh-CN" altLang="en-US" sz="1400"/>
            </a:p>
          </p:txBody>
        </p:sp>
        <p:sp>
          <p:nvSpPr>
            <p:cNvPr id="40" name="椭圆 39"/>
            <p:cNvSpPr/>
            <p:nvPr>
              <p:custDataLst>
                <p:tags r:id="rId26"/>
              </p:custDataLst>
            </p:nvPr>
          </p:nvSpPr>
          <p:spPr>
            <a:xfrm rot="8100000">
              <a:off x="3437270" y="4336545"/>
              <a:ext cx="221664" cy="221664"/>
            </a:xfrm>
            <a:prstGeom prst="ellipse">
              <a:avLst/>
            </a:prstGeom>
            <a:solidFill>
              <a:sysClr val="window" lastClr="FFFFFF">
                <a:lumMod val="95000"/>
              </a:sysClr>
            </a:solidFill>
            <a:ln>
              <a:noFill/>
            </a:ln>
          </p:spPr>
          <p:style>
            <a:lnRef idx="2">
              <a:srgbClr val="FA8550">
                <a:shade val="50000"/>
              </a:srgbClr>
            </a:lnRef>
            <a:fillRef idx="1">
              <a:srgbClr val="FA8550"/>
            </a:fillRef>
            <a:effectRef idx="0">
              <a:srgbClr val="FA8550"/>
            </a:effectRef>
            <a:fontRef idx="minor">
              <a:sysClr val="window" lastClr="FFFFFF"/>
            </a:fontRef>
          </p:style>
          <p:txBody>
            <a:bodyPr rtlCol="0" anchor="ctr">
              <a:normAutofit fontScale="52500" lnSpcReduction="20000"/>
            </a:bodyPr>
            <a:p>
              <a:pPr algn="ctr"/>
              <a:endParaRPr lang="zh-CN" altLang="en-US" sz="1400"/>
            </a:p>
          </p:txBody>
        </p:sp>
        <p:sp>
          <p:nvSpPr>
            <p:cNvPr id="13" name="椭圆 12"/>
            <p:cNvSpPr/>
            <p:nvPr>
              <p:custDataLst>
                <p:tags r:id="rId27"/>
              </p:custDataLst>
            </p:nvPr>
          </p:nvSpPr>
          <p:spPr>
            <a:xfrm>
              <a:off x="3508172" y="4870905"/>
              <a:ext cx="86880" cy="86880"/>
            </a:xfrm>
            <a:prstGeom prst="ellipse">
              <a:avLst/>
            </a:prstGeom>
            <a:solidFill>
              <a:sysClr val="window" lastClr="FFFFFF">
                <a:lumMod val="95000"/>
              </a:sysClr>
            </a:solidFill>
            <a:ln w="38100">
              <a:solidFill>
                <a:sysClr val="windowText" lastClr="000000">
                  <a:lumMod val="50000"/>
                  <a:lumOff val="50000"/>
                </a:sysClr>
              </a:solidFill>
            </a:ln>
          </p:spPr>
          <p:style>
            <a:lnRef idx="2">
              <a:srgbClr val="FA8550">
                <a:shade val="50000"/>
              </a:srgbClr>
            </a:lnRef>
            <a:fillRef idx="1">
              <a:srgbClr val="FA8550"/>
            </a:fillRef>
            <a:effectRef idx="0">
              <a:srgbClr val="FA8550"/>
            </a:effectRef>
            <a:fontRef idx="minor">
              <a:sysClr val="window" lastClr="FFFFFF"/>
            </a:fontRef>
          </p:style>
          <p:txBody>
            <a:bodyPr rtlCol="0" anchor="ctr">
              <a:normAutofit fontScale="25000" lnSpcReduction="20000"/>
            </a:bodyPr>
            <a:p>
              <a:pPr algn="ctr"/>
              <a:endParaRPr lang="zh-CN" altLang="en-US" sz="1400"/>
            </a:p>
          </p:txBody>
        </p:sp>
      </p:grpSp>
      <p:sp>
        <p:nvSpPr>
          <p:cNvPr id="50" name="文本框 49"/>
          <p:cNvSpPr txBox="1"/>
          <p:nvPr>
            <p:custDataLst>
              <p:tags r:id="rId28"/>
            </p:custDataLst>
          </p:nvPr>
        </p:nvSpPr>
        <p:spPr>
          <a:xfrm>
            <a:off x="6167679" y="4859060"/>
            <a:ext cx="1917899" cy="797570"/>
          </a:xfrm>
          <a:prstGeom prst="rect">
            <a:avLst/>
          </a:prstGeom>
          <a:noFill/>
        </p:spPr>
        <p:txBody>
          <a:bodyPr wrap="square" rtlCol="0">
            <a:normAutofit/>
          </a:bodyPr>
          <a:p>
            <a:pPr algn="ctr"/>
            <a:r>
              <a:rPr lang="en-US" altLang="zh-CN" dirty="0">
                <a:latin typeface="Arial" panose="020B0604020202020204" pitchFamily="34" charset="0"/>
                <a:ea typeface="黑体" panose="02010609060101010101" charset="-122"/>
                <a:cs typeface="+mn-ea"/>
              </a:rPr>
              <a:t>2013</a:t>
            </a:r>
            <a:endParaRPr lang="en-US" altLang="zh-CN" dirty="0">
              <a:latin typeface="Arial" panose="020B0604020202020204" pitchFamily="34" charset="0"/>
              <a:ea typeface="黑体" panose="02010609060101010101" charset="-122"/>
              <a:cs typeface="+mn-ea"/>
            </a:endParaRPr>
          </a:p>
          <a:p>
            <a:pPr algn="ctr"/>
            <a:r>
              <a:rPr lang="en-US" altLang="zh-CN" dirty="0">
                <a:latin typeface="Arial" panose="020B0604020202020204" pitchFamily="34" charset="0"/>
                <a:ea typeface="黑体" panose="02010609060101010101" charset="-122"/>
                <a:cs typeface="+mn-ea"/>
              </a:rPr>
              <a:t>王磊、曲卫平</a:t>
            </a:r>
            <a:r>
              <a:rPr lang="zh-CN" altLang="en-US" dirty="0">
                <a:latin typeface="Arial" panose="020B0604020202020204" pitchFamily="34" charset="0"/>
                <a:ea typeface="黑体" panose="02010609060101010101" charset="-122"/>
                <a:cs typeface="+mn-ea"/>
              </a:rPr>
              <a:t>等</a:t>
            </a:r>
            <a:endParaRPr lang="zh-CN" altLang="en-US" dirty="0">
              <a:latin typeface="Arial" panose="020B0604020202020204" pitchFamily="34" charset="0"/>
              <a:ea typeface="黑体" panose="02010609060101010101" charset="-122"/>
              <a:cs typeface="+mn-ea"/>
            </a:endParaRPr>
          </a:p>
        </p:txBody>
      </p:sp>
      <p:sp>
        <p:nvSpPr>
          <p:cNvPr id="51" name="文本框 50"/>
          <p:cNvSpPr txBox="1"/>
          <p:nvPr>
            <p:custDataLst>
              <p:tags r:id="rId29"/>
            </p:custDataLst>
          </p:nvPr>
        </p:nvSpPr>
        <p:spPr>
          <a:xfrm>
            <a:off x="8923020" y="4859020"/>
            <a:ext cx="2134870" cy="797560"/>
          </a:xfrm>
          <a:prstGeom prst="rect">
            <a:avLst/>
          </a:prstGeom>
          <a:noFill/>
        </p:spPr>
        <p:txBody>
          <a:bodyPr wrap="square" rtlCol="0">
            <a:noAutofit/>
          </a:bodyPr>
          <a:p>
            <a:pPr algn="ctr">
              <a:lnSpc>
                <a:spcPct val="120000"/>
              </a:lnSpc>
              <a:buNone/>
            </a:pPr>
            <a:r>
              <a:rPr lang="en-US" altLang="zh-CN" sz="1400" dirty="0">
                <a:ea typeface="黑体" panose="02010609060101010101" charset="-122"/>
                <a:cs typeface="+mn-lt"/>
              </a:rPr>
              <a:t>2017</a:t>
            </a:r>
            <a:endParaRPr lang="en-US" altLang="zh-CN" sz="1400" dirty="0">
              <a:ea typeface="黑体" panose="02010609060101010101" charset="-122"/>
              <a:cs typeface="+mn-lt"/>
            </a:endParaRPr>
          </a:p>
          <a:p>
            <a:pPr algn="ctr">
              <a:lnSpc>
                <a:spcPct val="120000"/>
              </a:lnSpc>
              <a:buNone/>
            </a:pPr>
            <a:r>
              <a:rPr lang="en-US" altLang="zh-CN" sz="1400" dirty="0">
                <a:ea typeface="黑体" panose="02010609060101010101" charset="-122"/>
                <a:cs typeface="+mn-lt"/>
              </a:rPr>
              <a:t>Jialong Wang、</a:t>
            </a:r>
            <a:endParaRPr lang="en-US" altLang="zh-CN" sz="1400" dirty="0">
              <a:ea typeface="黑体" panose="02010609060101010101" charset="-122"/>
              <a:cs typeface="+mn-lt"/>
            </a:endParaRPr>
          </a:p>
          <a:p>
            <a:pPr algn="ctr">
              <a:lnSpc>
                <a:spcPct val="120000"/>
              </a:lnSpc>
              <a:buNone/>
            </a:pPr>
            <a:r>
              <a:rPr lang="en-US" altLang="zh-CN" sz="1400" dirty="0">
                <a:ea typeface="黑体" panose="02010609060101010101" charset="-122"/>
                <a:cs typeface="+mn-lt"/>
              </a:rPr>
              <a:t>Yanhong Liu等</a:t>
            </a:r>
            <a:endParaRPr lang="en-US" altLang="zh-CN" sz="1400" dirty="0">
              <a:ea typeface="黑体" panose="02010609060101010101" charset="-122"/>
              <a:cs typeface="+mn-lt"/>
            </a:endParaRPr>
          </a:p>
        </p:txBody>
      </p:sp>
      <p:sp>
        <p:nvSpPr>
          <p:cNvPr id="14" name="文本框 13"/>
          <p:cNvSpPr txBox="1"/>
          <p:nvPr>
            <p:custDataLst>
              <p:tags r:id="rId30"/>
            </p:custDataLst>
          </p:nvPr>
        </p:nvSpPr>
        <p:spPr>
          <a:xfrm>
            <a:off x="3272155" y="4859020"/>
            <a:ext cx="2284095" cy="2115185"/>
          </a:xfrm>
          <a:prstGeom prst="rect">
            <a:avLst/>
          </a:prstGeom>
          <a:noFill/>
        </p:spPr>
        <p:txBody>
          <a:bodyPr wrap="square" rtlCol="0">
            <a:normAutofit fontScale="90000"/>
          </a:bodyPr>
          <a:p>
            <a:pPr algn="ctr"/>
            <a:r>
              <a:rPr lang="en-US" altLang="zh-CN" dirty="0">
                <a:latin typeface="Arial" panose="020B0604020202020204" pitchFamily="34" charset="0"/>
                <a:ea typeface="黑体" panose="02010609060101010101" charset="-122"/>
                <a:cs typeface="+mn-ea"/>
                <a:sym typeface="+mn-ea"/>
              </a:rPr>
              <a:t>2009</a:t>
            </a:r>
            <a:endParaRPr lang="en-US" altLang="zh-CN" dirty="0">
              <a:latin typeface="Arial" panose="020B0604020202020204" pitchFamily="34" charset="0"/>
              <a:ea typeface="黑体" panose="02010609060101010101" charset="-122"/>
              <a:cs typeface="+mn-ea"/>
            </a:endParaRPr>
          </a:p>
          <a:p>
            <a:pPr algn="ctr"/>
            <a:r>
              <a:rPr lang="en-US" altLang="zh-CN" dirty="0">
                <a:ea typeface="黑体" panose="02010609060101010101" charset="-122"/>
                <a:cs typeface="+mn-lt"/>
                <a:sym typeface="+mn-ea"/>
              </a:rPr>
              <a:t>梁博、安虹等</a:t>
            </a:r>
            <a:r>
              <a:rPr lang="en-US" altLang="zh-CN" dirty="0">
                <a:ea typeface="黑体" panose="02010609060101010101" charset="-122"/>
                <a:cs typeface="+mn-lt"/>
              </a:rPr>
              <a:t>．</a:t>
            </a:r>
            <a:endParaRPr lang="en-US" altLang="zh-CN" dirty="0">
              <a:ea typeface="黑体" panose="02010609060101010101" charset="-122"/>
              <a:cs typeface="+mn-lt"/>
            </a:endParaRPr>
          </a:p>
          <a:p>
            <a:pPr algn="ctr"/>
            <a:endParaRPr lang="en-US" altLang="zh-CN" dirty="0">
              <a:ea typeface="黑体" panose="02010609060101010101" charset="-122"/>
              <a:cs typeface="+mn-lt"/>
            </a:endParaRPr>
          </a:p>
          <a:p>
            <a:pPr algn="ctr"/>
            <a:r>
              <a:rPr lang="en-US" altLang="zh-CN" dirty="0">
                <a:ea typeface="黑体" panose="02010609060101010101" charset="-122"/>
                <a:cs typeface="+mn-lt"/>
              </a:rPr>
              <a:t>P Tu</a:t>
            </a:r>
            <a:r>
              <a:rPr lang="zh-CN" altLang="zh-CN" dirty="0">
                <a:ea typeface="黑体" panose="02010609060101010101" charset="-122"/>
                <a:cs typeface="+mn-lt"/>
              </a:rPr>
              <a:t>、</a:t>
            </a:r>
            <a:r>
              <a:rPr lang="en-US" altLang="zh-CN" dirty="0">
                <a:ea typeface="黑体" panose="02010609060101010101" charset="-122"/>
                <a:cs typeface="+mn-lt"/>
              </a:rPr>
              <a:t>D Padua</a:t>
            </a:r>
            <a:endParaRPr lang="en-US" altLang="zh-CN" dirty="0">
              <a:ea typeface="黑体" panose="02010609060101010101" charset="-122"/>
              <a:cs typeface="+mn-lt"/>
            </a:endParaRPr>
          </a:p>
          <a:p>
            <a:pPr algn="ctr"/>
            <a:endParaRPr lang="zh-CN" altLang="en-US" dirty="0">
              <a:ea typeface="黑体" panose="02010609060101010101" charset="-122"/>
              <a:cs typeface="+mn-lt"/>
            </a:endParaRPr>
          </a:p>
          <a:p>
            <a:pPr algn="ctr"/>
            <a:r>
              <a:rPr lang="zh-CN" altLang="en-US" dirty="0">
                <a:ea typeface="黑体" panose="02010609060101010101" charset="-122"/>
                <a:cs typeface="+mn-lt"/>
              </a:rPr>
              <a:t>D．K．Chert,RC Yew</a:t>
            </a:r>
            <a:endParaRPr lang="zh-CN" altLang="en-US" dirty="0">
              <a:ea typeface="黑体" panose="02010609060101010101" charset="-122"/>
              <a:cs typeface="+mn-lt"/>
            </a:endParaRPr>
          </a:p>
          <a:p>
            <a:pPr algn="ctr"/>
            <a:r>
              <a:rPr lang="en-US" altLang="zh-CN" dirty="0">
                <a:ea typeface="黑体" panose="02010609060101010101" charset="-122"/>
                <a:cs typeface="+mn-lt"/>
              </a:rPr>
              <a:t>...</a:t>
            </a:r>
            <a:endParaRPr lang="en-US" altLang="zh-CN" dirty="0">
              <a:ea typeface="黑体" panose="02010609060101010101" charset="-122"/>
              <a:cs typeface="+mn-lt"/>
            </a:endParaRPr>
          </a:p>
        </p:txBody>
      </p:sp>
    </p:spTree>
    <p:custDataLst>
      <p:tags r:id="rId31"/>
    </p:custData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custDataLst>
              <p:tags r:id="rId1"/>
            </p:custDataLst>
          </p:nvPr>
        </p:nvSpPr>
        <p:spPr>
          <a:xfrm>
            <a:off x="641985" y="52070"/>
            <a:ext cx="2857500" cy="417830"/>
          </a:xfrm>
        </p:spPr>
        <p:txBody>
          <a:bodyPr lIns="0" tIns="0" rIns="0" bIns="0" anchor="ctr" anchorCtr="1">
            <a:normAutofit fontScale="90000"/>
          </a:bodyPr>
          <a:lstStyle/>
          <a:p>
            <a:r>
              <a:rPr lang="zh-CN" altLang="en-US" dirty="0">
                <a:solidFill>
                  <a:srgbClr val="C00000"/>
                </a:solidFill>
              </a:rPr>
              <a:t>研究内容与方法</a:t>
            </a:r>
            <a:endParaRPr lang="zh-CN" altLang="en-US" dirty="0">
              <a:solidFill>
                <a:srgbClr val="C00000"/>
              </a:solidFill>
            </a:endParaRPr>
          </a:p>
        </p:txBody>
      </p:sp>
      <p:grpSp>
        <p:nvGrpSpPr>
          <p:cNvPr id="21506" name="组合 7"/>
          <p:cNvGrpSpPr/>
          <p:nvPr/>
        </p:nvGrpSpPr>
        <p:grpSpPr>
          <a:xfrm>
            <a:off x="166370" y="208280"/>
            <a:ext cx="366395" cy="193040"/>
            <a:chOff x="1990725" y="838200"/>
            <a:chExt cx="295275" cy="142875"/>
          </a:xfrm>
        </p:grpSpPr>
        <p:cxnSp>
          <p:nvCxnSpPr>
            <p:cNvPr id="4" name="直接连接符 3"/>
            <p:cNvCxnSpPr/>
            <p:nvPr>
              <p:custDataLst>
                <p:tags r:id="rId2"/>
              </p:custDataLst>
            </p:nvPr>
          </p:nvCxnSpPr>
          <p:spPr>
            <a:xfrm>
              <a:off x="1990725" y="838200"/>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7" name="直接连接符 6"/>
            <p:cNvCxnSpPr/>
            <p:nvPr>
              <p:custDataLst>
                <p:tags r:id="rId3"/>
              </p:custDataLst>
            </p:nvPr>
          </p:nvCxnSpPr>
          <p:spPr>
            <a:xfrm>
              <a:off x="1990725" y="909637"/>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8" name="直接连接符 7"/>
            <p:cNvCxnSpPr/>
            <p:nvPr>
              <p:custDataLst>
                <p:tags r:id="rId4"/>
              </p:custDataLst>
            </p:nvPr>
          </p:nvCxnSpPr>
          <p:spPr>
            <a:xfrm>
              <a:off x="1990725" y="981075"/>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grpSp>
      <p:pic>
        <p:nvPicPr>
          <p:cNvPr id="87" name="图片 86" descr="timg"/>
          <p:cNvPicPr>
            <a:picLocks noChangeAspect="1"/>
          </p:cNvPicPr>
          <p:nvPr/>
        </p:nvPicPr>
        <p:blipFill>
          <a:blip r:embed="rId5"/>
          <a:stretch>
            <a:fillRect/>
          </a:stretch>
        </p:blipFill>
        <p:spPr>
          <a:xfrm>
            <a:off x="9907270" y="2540"/>
            <a:ext cx="2282190" cy="992505"/>
          </a:xfrm>
          <a:prstGeom prst="rect">
            <a:avLst/>
          </a:prstGeom>
        </p:spPr>
      </p:pic>
      <p:grpSp>
        <p:nvGrpSpPr>
          <p:cNvPr id="25" name="组合 24"/>
          <p:cNvGrpSpPr/>
          <p:nvPr>
            <p:custDataLst>
              <p:tags r:id="rId6"/>
            </p:custDataLst>
          </p:nvPr>
        </p:nvGrpSpPr>
        <p:grpSpPr>
          <a:xfrm>
            <a:off x="291909" y="2168479"/>
            <a:ext cx="3456620" cy="2228041"/>
            <a:chOff x="544629" y="2854914"/>
            <a:chExt cx="3456620" cy="2228041"/>
          </a:xfrm>
        </p:grpSpPr>
        <p:sp>
          <p:nvSpPr>
            <p:cNvPr id="26" name="矩形 25"/>
            <p:cNvSpPr/>
            <p:nvPr>
              <p:custDataLst>
                <p:tags r:id="rId7"/>
              </p:custDataLst>
            </p:nvPr>
          </p:nvSpPr>
          <p:spPr>
            <a:xfrm>
              <a:off x="1917188" y="3052845"/>
              <a:ext cx="2084061" cy="835243"/>
            </a:xfrm>
            <a:prstGeom prst="rect">
              <a:avLst/>
            </a:prstGeom>
            <a:solidFill>
              <a:srgbClr val="018BE9"/>
            </a:solidFill>
            <a:ln>
              <a:noFill/>
            </a:ln>
          </p:spPr>
          <p:style>
            <a:lnRef idx="2">
              <a:srgbClr val="018BE9">
                <a:shade val="50000"/>
              </a:srgbClr>
            </a:lnRef>
            <a:fillRef idx="1">
              <a:srgbClr val="018BE9"/>
            </a:fillRef>
            <a:effectRef idx="0">
              <a:srgbClr val="018BE9"/>
            </a:effectRef>
            <a:fontRef idx="minor">
              <a:srgbClr val="FFFFFF"/>
            </a:fontRef>
          </p:style>
          <p:txBody>
            <a:bodyPr rtlCol="0" anchor="ctr">
              <a:normAutofit/>
            </a:bodyPr>
            <a:p>
              <a:pPr algn="ctr"/>
              <a:r>
                <a:rPr lang="zh-CN" altLang="en-US" dirty="0">
                  <a:latin typeface="Arial" panose="020B0604020202020204" pitchFamily="34" charset="0"/>
                  <a:ea typeface="黑体" panose="02010609060101010101" charset="-122"/>
                  <a:cs typeface="+mn-ea"/>
                </a:rPr>
                <a:t>并行标记语言</a:t>
              </a:r>
              <a:endParaRPr lang="zh-CN" altLang="en-US" dirty="0">
                <a:latin typeface="Arial" panose="020B0604020202020204" pitchFamily="34" charset="0"/>
                <a:ea typeface="黑体" panose="02010609060101010101" charset="-122"/>
                <a:cs typeface="+mn-ea"/>
              </a:endParaRPr>
            </a:p>
          </p:txBody>
        </p:sp>
        <p:sp>
          <p:nvSpPr>
            <p:cNvPr id="27" name="文本框 26"/>
            <p:cNvSpPr txBox="1"/>
            <p:nvPr>
              <p:custDataLst>
                <p:tags r:id="rId8"/>
              </p:custDataLst>
            </p:nvPr>
          </p:nvSpPr>
          <p:spPr>
            <a:xfrm>
              <a:off x="544629" y="2854914"/>
              <a:ext cx="1322798" cy="1231106"/>
            </a:xfrm>
            <a:prstGeom prst="rect">
              <a:avLst/>
            </a:prstGeom>
            <a:noFill/>
          </p:spPr>
          <p:txBody>
            <a:bodyPr wrap="square" lIns="0" tIns="0" rIns="0" bIns="0" rtlCol="0" anchor="ctr" anchorCtr="1">
              <a:normAutofit/>
            </a:bodyPr>
            <a:p>
              <a:pPr algn="ctr"/>
              <a:r>
                <a:rPr lang="en-US" altLang="zh-CN" sz="8000" b="1" dirty="0">
                  <a:solidFill>
                    <a:srgbClr val="018BE9"/>
                  </a:solidFill>
                </a:rPr>
                <a:t>01</a:t>
              </a:r>
              <a:endParaRPr lang="zh-CN" altLang="en-US" sz="8000" b="1" dirty="0">
                <a:solidFill>
                  <a:srgbClr val="018BE9"/>
                </a:solidFill>
              </a:endParaRPr>
            </a:p>
          </p:txBody>
        </p:sp>
        <p:sp>
          <p:nvSpPr>
            <p:cNvPr id="28" name="矩形 27"/>
            <p:cNvSpPr/>
            <p:nvPr>
              <p:custDataLst>
                <p:tags r:id="rId9"/>
              </p:custDataLst>
            </p:nvPr>
          </p:nvSpPr>
          <p:spPr>
            <a:xfrm>
              <a:off x="544629" y="4104226"/>
              <a:ext cx="3456620" cy="978729"/>
            </a:xfrm>
            <a:prstGeom prst="rect">
              <a:avLst/>
            </a:prstGeom>
          </p:spPr>
          <p:txBody>
            <a:bodyPr wrap="square">
              <a:noAutofit/>
            </a:bodyPr>
            <a:p>
              <a:pPr>
                <a:lnSpc>
                  <a:spcPct val="120000"/>
                </a:lnSpc>
              </a:pPr>
              <a:r>
                <a:rPr lang="en-US" altLang="zh-CN" dirty="0"/>
                <a:t>实现标记语言标签的定义及串行源代码到并行源代码的转换</a:t>
              </a:r>
              <a:endParaRPr lang="en-US" altLang="zh-CN" dirty="0"/>
            </a:p>
          </p:txBody>
        </p:sp>
      </p:grpSp>
      <p:grpSp>
        <p:nvGrpSpPr>
          <p:cNvPr id="29" name="组合 28"/>
          <p:cNvGrpSpPr/>
          <p:nvPr>
            <p:custDataLst>
              <p:tags r:id="rId10"/>
            </p:custDataLst>
          </p:nvPr>
        </p:nvGrpSpPr>
        <p:grpSpPr>
          <a:xfrm>
            <a:off x="4108610" y="2168479"/>
            <a:ext cx="3456620" cy="2228041"/>
            <a:chOff x="4977291" y="2854914"/>
            <a:chExt cx="3456620" cy="2228041"/>
          </a:xfrm>
        </p:grpSpPr>
        <p:sp>
          <p:nvSpPr>
            <p:cNvPr id="30" name="矩形 29"/>
            <p:cNvSpPr/>
            <p:nvPr>
              <p:custDataLst>
                <p:tags r:id="rId11"/>
              </p:custDataLst>
            </p:nvPr>
          </p:nvSpPr>
          <p:spPr>
            <a:xfrm>
              <a:off x="6349850" y="3052845"/>
              <a:ext cx="2084061" cy="835243"/>
            </a:xfrm>
            <a:prstGeom prst="rect">
              <a:avLst/>
            </a:prstGeom>
            <a:solidFill>
              <a:srgbClr val="FFC000"/>
            </a:solidFill>
            <a:ln>
              <a:noFill/>
            </a:ln>
          </p:spPr>
          <p:style>
            <a:lnRef idx="2">
              <a:srgbClr val="018BE9">
                <a:shade val="50000"/>
              </a:srgbClr>
            </a:lnRef>
            <a:fillRef idx="1">
              <a:srgbClr val="018BE9"/>
            </a:fillRef>
            <a:effectRef idx="0">
              <a:srgbClr val="018BE9"/>
            </a:effectRef>
            <a:fontRef idx="minor">
              <a:srgbClr val="FFFFFF"/>
            </a:fontRef>
          </p:style>
          <p:txBody>
            <a:bodyPr rtlCol="0" anchor="ctr">
              <a:normAutofit/>
            </a:bodyPr>
            <a:p>
              <a:pPr algn="ctr"/>
              <a:r>
                <a:rPr lang="zh-CN" altLang="en-US" dirty="0">
                  <a:latin typeface="Arial" panose="020B0604020202020204" pitchFamily="34" charset="0"/>
                  <a:ea typeface="黑体" panose="02010609060101010101" charset="-122"/>
                  <a:cs typeface="+mn-ea"/>
                </a:rPr>
                <a:t>标记语言编辑器</a:t>
              </a:r>
              <a:endParaRPr lang="zh-CN" altLang="en-US" dirty="0">
                <a:latin typeface="Arial" panose="020B0604020202020204" pitchFamily="34" charset="0"/>
                <a:ea typeface="黑体" panose="02010609060101010101" charset="-122"/>
                <a:cs typeface="+mn-ea"/>
              </a:endParaRPr>
            </a:p>
          </p:txBody>
        </p:sp>
        <p:sp>
          <p:nvSpPr>
            <p:cNvPr id="31" name="文本框 30"/>
            <p:cNvSpPr txBox="1"/>
            <p:nvPr>
              <p:custDataLst>
                <p:tags r:id="rId12"/>
              </p:custDataLst>
            </p:nvPr>
          </p:nvSpPr>
          <p:spPr>
            <a:xfrm>
              <a:off x="4977291" y="2854914"/>
              <a:ext cx="1322798" cy="1231106"/>
            </a:xfrm>
            <a:prstGeom prst="rect">
              <a:avLst/>
            </a:prstGeom>
            <a:noFill/>
          </p:spPr>
          <p:txBody>
            <a:bodyPr wrap="square" lIns="0" tIns="0" rIns="0" bIns="0" rtlCol="0" anchor="ctr" anchorCtr="1">
              <a:normAutofit/>
            </a:bodyPr>
            <a:p>
              <a:pPr algn="ctr"/>
              <a:r>
                <a:rPr lang="en-US" altLang="zh-CN" sz="8000" b="1" dirty="0">
                  <a:solidFill>
                    <a:srgbClr val="FFC000"/>
                  </a:solidFill>
                </a:rPr>
                <a:t>02</a:t>
              </a:r>
              <a:endParaRPr lang="zh-CN" altLang="en-US" sz="8000" b="1" dirty="0">
                <a:solidFill>
                  <a:srgbClr val="FFC000"/>
                </a:solidFill>
              </a:endParaRPr>
            </a:p>
          </p:txBody>
        </p:sp>
        <p:sp>
          <p:nvSpPr>
            <p:cNvPr id="32" name="矩形 31"/>
            <p:cNvSpPr/>
            <p:nvPr>
              <p:custDataLst>
                <p:tags r:id="rId13"/>
              </p:custDataLst>
            </p:nvPr>
          </p:nvSpPr>
          <p:spPr>
            <a:xfrm>
              <a:off x="4977291" y="4104226"/>
              <a:ext cx="3456620" cy="978729"/>
            </a:xfrm>
            <a:prstGeom prst="rect">
              <a:avLst/>
            </a:prstGeom>
          </p:spPr>
          <p:txBody>
            <a:bodyPr wrap="square">
              <a:noAutofit/>
            </a:bodyPr>
            <a:p>
              <a:pPr>
                <a:lnSpc>
                  <a:spcPct val="120000"/>
                </a:lnSpc>
              </a:pPr>
              <a:r>
                <a:rPr lang="en-US" altLang="zh-CN" dirty="0"/>
                <a:t>Web</a:t>
              </a:r>
              <a:r>
                <a:rPr lang="zh-CN" altLang="en-US" dirty="0"/>
                <a:t>端编辑器，具备代码着色、高亮等基础功能</a:t>
              </a:r>
              <a:endParaRPr lang="zh-CN" altLang="en-US" dirty="0"/>
            </a:p>
          </p:txBody>
        </p:sp>
      </p:grpSp>
      <p:grpSp>
        <p:nvGrpSpPr>
          <p:cNvPr id="33" name="组合 32"/>
          <p:cNvGrpSpPr/>
          <p:nvPr>
            <p:custDataLst>
              <p:tags r:id="rId14"/>
            </p:custDataLst>
          </p:nvPr>
        </p:nvGrpSpPr>
        <p:grpSpPr>
          <a:xfrm>
            <a:off x="7925311" y="2168479"/>
            <a:ext cx="3456620" cy="2228041"/>
            <a:chOff x="8735380" y="2854914"/>
            <a:chExt cx="3456620" cy="2228041"/>
          </a:xfrm>
        </p:grpSpPr>
        <p:sp>
          <p:nvSpPr>
            <p:cNvPr id="34" name="矩形 33"/>
            <p:cNvSpPr/>
            <p:nvPr>
              <p:custDataLst>
                <p:tags r:id="rId15"/>
              </p:custDataLst>
            </p:nvPr>
          </p:nvSpPr>
          <p:spPr>
            <a:xfrm>
              <a:off x="10107939" y="3052845"/>
              <a:ext cx="2084061" cy="835243"/>
            </a:xfrm>
            <a:prstGeom prst="rect">
              <a:avLst/>
            </a:prstGeom>
            <a:solidFill>
              <a:srgbClr val="00B0F0"/>
            </a:solidFill>
            <a:ln>
              <a:noFill/>
            </a:ln>
          </p:spPr>
          <p:style>
            <a:lnRef idx="2">
              <a:srgbClr val="018BE9">
                <a:shade val="50000"/>
              </a:srgbClr>
            </a:lnRef>
            <a:fillRef idx="1">
              <a:srgbClr val="018BE9"/>
            </a:fillRef>
            <a:effectRef idx="0">
              <a:srgbClr val="018BE9"/>
            </a:effectRef>
            <a:fontRef idx="minor">
              <a:srgbClr val="FFFFFF"/>
            </a:fontRef>
          </p:style>
          <p:txBody>
            <a:bodyPr rtlCol="0" anchor="ctr">
              <a:normAutofit/>
            </a:bodyPr>
            <a:p>
              <a:pPr algn="ctr"/>
              <a:r>
                <a:rPr lang="zh-CN" altLang="en-US" dirty="0">
                  <a:latin typeface="Arial" panose="020B0604020202020204" pitchFamily="34" charset="0"/>
                  <a:ea typeface="黑体" panose="02010609060101010101" charset="-122"/>
                  <a:cs typeface="+mn-ea"/>
                </a:rPr>
                <a:t>可并行代码段预测</a:t>
              </a:r>
              <a:endParaRPr lang="zh-CN" altLang="en-US" dirty="0">
                <a:latin typeface="Arial" panose="020B0604020202020204" pitchFamily="34" charset="0"/>
                <a:ea typeface="黑体" panose="02010609060101010101" charset="-122"/>
                <a:cs typeface="+mn-ea"/>
              </a:endParaRPr>
            </a:p>
          </p:txBody>
        </p:sp>
        <p:sp>
          <p:nvSpPr>
            <p:cNvPr id="42" name="文本框 41"/>
            <p:cNvSpPr txBox="1"/>
            <p:nvPr>
              <p:custDataLst>
                <p:tags r:id="rId16"/>
              </p:custDataLst>
            </p:nvPr>
          </p:nvSpPr>
          <p:spPr>
            <a:xfrm>
              <a:off x="8735380" y="2854914"/>
              <a:ext cx="1322798" cy="1231106"/>
            </a:xfrm>
            <a:prstGeom prst="rect">
              <a:avLst/>
            </a:prstGeom>
            <a:noFill/>
          </p:spPr>
          <p:txBody>
            <a:bodyPr wrap="square" lIns="0" tIns="0" rIns="0" bIns="0" rtlCol="0" anchor="ctr" anchorCtr="1">
              <a:normAutofit/>
            </a:bodyPr>
            <a:p>
              <a:pPr algn="ctr"/>
              <a:r>
                <a:rPr lang="en-US" altLang="zh-CN" sz="8000" b="1" dirty="0">
                  <a:solidFill>
                    <a:srgbClr val="00B0F0"/>
                  </a:solidFill>
                </a:rPr>
                <a:t>03</a:t>
              </a:r>
              <a:endParaRPr lang="zh-CN" altLang="en-US" sz="8000" b="1" dirty="0">
                <a:solidFill>
                  <a:srgbClr val="00B0F0"/>
                </a:solidFill>
              </a:endParaRPr>
            </a:p>
          </p:txBody>
        </p:sp>
        <p:sp>
          <p:nvSpPr>
            <p:cNvPr id="43" name="矩形 42"/>
            <p:cNvSpPr/>
            <p:nvPr>
              <p:custDataLst>
                <p:tags r:id="rId17"/>
              </p:custDataLst>
            </p:nvPr>
          </p:nvSpPr>
          <p:spPr>
            <a:xfrm>
              <a:off x="8735380" y="4104226"/>
              <a:ext cx="3456620" cy="978729"/>
            </a:xfrm>
            <a:prstGeom prst="rect">
              <a:avLst/>
            </a:prstGeom>
          </p:spPr>
          <p:txBody>
            <a:bodyPr wrap="square">
              <a:noAutofit/>
            </a:bodyPr>
            <a:p>
              <a:pPr>
                <a:lnSpc>
                  <a:spcPct val="120000"/>
                </a:lnSpc>
              </a:pPr>
              <a:r>
                <a:rPr lang="zh-CN" altLang="en-US" dirty="0"/>
                <a:t>串行代码可并行代码段预测与提示，对人工添加并行标记作指导</a:t>
              </a:r>
              <a:endParaRPr lang="en-US" altLang="zh-CN" dirty="0"/>
            </a:p>
          </p:txBody>
        </p:sp>
      </p:grpSp>
    </p:spTree>
    <p:custDataLst>
      <p:tags r:id="rId18"/>
    </p:custData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custDataLst>
              <p:tags r:id="rId1"/>
            </p:custDataLst>
          </p:nvPr>
        </p:nvSpPr>
        <p:spPr>
          <a:xfrm>
            <a:off x="641985" y="52070"/>
            <a:ext cx="2857500" cy="417830"/>
          </a:xfrm>
        </p:spPr>
        <p:txBody>
          <a:bodyPr lIns="0" tIns="0" rIns="0" bIns="0" anchor="ctr" anchorCtr="1">
            <a:normAutofit fontScale="90000"/>
          </a:bodyPr>
          <a:lstStyle/>
          <a:p>
            <a:r>
              <a:rPr lang="zh-CN" altLang="en-US" dirty="0">
                <a:solidFill>
                  <a:srgbClr val="C00000"/>
                </a:solidFill>
              </a:rPr>
              <a:t>研究内容与方法</a:t>
            </a:r>
            <a:endParaRPr lang="zh-CN" altLang="en-US" dirty="0">
              <a:solidFill>
                <a:srgbClr val="C00000"/>
              </a:solidFill>
            </a:endParaRPr>
          </a:p>
        </p:txBody>
      </p:sp>
      <p:grpSp>
        <p:nvGrpSpPr>
          <p:cNvPr id="21506" name="组合 7"/>
          <p:cNvGrpSpPr/>
          <p:nvPr/>
        </p:nvGrpSpPr>
        <p:grpSpPr>
          <a:xfrm>
            <a:off x="166370" y="208280"/>
            <a:ext cx="366395" cy="193040"/>
            <a:chOff x="1990725" y="838200"/>
            <a:chExt cx="295275" cy="142875"/>
          </a:xfrm>
        </p:grpSpPr>
        <p:cxnSp>
          <p:nvCxnSpPr>
            <p:cNvPr id="4" name="直接连接符 3"/>
            <p:cNvCxnSpPr/>
            <p:nvPr>
              <p:custDataLst>
                <p:tags r:id="rId2"/>
              </p:custDataLst>
            </p:nvPr>
          </p:nvCxnSpPr>
          <p:spPr>
            <a:xfrm>
              <a:off x="1990725" y="838200"/>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7" name="直接连接符 6"/>
            <p:cNvCxnSpPr/>
            <p:nvPr>
              <p:custDataLst>
                <p:tags r:id="rId3"/>
              </p:custDataLst>
            </p:nvPr>
          </p:nvCxnSpPr>
          <p:spPr>
            <a:xfrm>
              <a:off x="1990725" y="909637"/>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8" name="直接连接符 7"/>
            <p:cNvCxnSpPr/>
            <p:nvPr>
              <p:custDataLst>
                <p:tags r:id="rId4"/>
              </p:custDataLst>
            </p:nvPr>
          </p:nvCxnSpPr>
          <p:spPr>
            <a:xfrm>
              <a:off x="1990725" y="981075"/>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grpSp>
      <p:pic>
        <p:nvPicPr>
          <p:cNvPr id="87" name="图片 86" descr="timg"/>
          <p:cNvPicPr>
            <a:picLocks noChangeAspect="1"/>
          </p:cNvPicPr>
          <p:nvPr/>
        </p:nvPicPr>
        <p:blipFill>
          <a:blip r:embed="rId5"/>
          <a:stretch>
            <a:fillRect/>
          </a:stretch>
        </p:blipFill>
        <p:spPr>
          <a:xfrm>
            <a:off x="9907270" y="2540"/>
            <a:ext cx="2282190" cy="992505"/>
          </a:xfrm>
          <a:prstGeom prst="rect">
            <a:avLst/>
          </a:prstGeom>
        </p:spPr>
      </p:pic>
      <p:sp>
        <p:nvSpPr>
          <p:cNvPr id="19" name="文本框 18"/>
          <p:cNvSpPr txBox="1"/>
          <p:nvPr/>
        </p:nvSpPr>
        <p:spPr>
          <a:xfrm>
            <a:off x="166370" y="701040"/>
            <a:ext cx="2240280" cy="368300"/>
          </a:xfrm>
          <a:prstGeom prst="rect">
            <a:avLst/>
          </a:prstGeom>
          <a:noFill/>
        </p:spPr>
        <p:txBody>
          <a:bodyPr wrap="none" rtlCol="0" anchor="t">
            <a:spAutoFit/>
          </a:bodyPr>
          <a:p>
            <a:r>
              <a:rPr lang="zh-CN" altLang="en-US" b="1">
                <a:sym typeface="+mn-ea"/>
              </a:rPr>
              <a:t>并行标记语言部分：</a:t>
            </a:r>
            <a:endParaRPr lang="zh-CN" altLang="en-US"/>
          </a:p>
        </p:txBody>
      </p:sp>
      <p:grpSp>
        <p:nvGrpSpPr>
          <p:cNvPr id="22" name="组合 21"/>
          <p:cNvGrpSpPr/>
          <p:nvPr/>
        </p:nvGrpSpPr>
        <p:grpSpPr>
          <a:xfrm>
            <a:off x="2132965" y="1568450"/>
            <a:ext cx="9072880" cy="2072640"/>
            <a:chOff x="1011" y="3811"/>
            <a:chExt cx="14288" cy="3264"/>
          </a:xfrm>
        </p:grpSpPr>
        <p:sp>
          <p:nvSpPr>
            <p:cNvPr id="10" name="矩形 9"/>
            <p:cNvSpPr/>
            <p:nvPr/>
          </p:nvSpPr>
          <p:spPr>
            <a:xfrm>
              <a:off x="1011" y="4253"/>
              <a:ext cx="3090" cy="2294"/>
            </a:xfrm>
            <a:prstGeom prst="rect">
              <a:avLst/>
            </a:prstGeom>
            <a:solidFill>
              <a:srgbClr val="588491"/>
            </a:solidFill>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a:solidFill>
                    <a:schemeClr val="bg1"/>
                  </a:solidFill>
                </a:rPr>
                <a:t>参考编写良好的混合编程代码，提炼其常用函数、指令及格式。</a:t>
              </a:r>
              <a:endParaRPr lang="zh-CN" altLang="en-US">
                <a:solidFill>
                  <a:schemeClr val="bg1"/>
                </a:solidFill>
              </a:endParaRPr>
            </a:p>
          </p:txBody>
        </p:sp>
        <p:cxnSp>
          <p:nvCxnSpPr>
            <p:cNvPr id="11" name="直接箭头连接符 10"/>
            <p:cNvCxnSpPr>
              <a:stCxn id="10" idx="3"/>
            </p:cNvCxnSpPr>
            <p:nvPr/>
          </p:nvCxnSpPr>
          <p:spPr>
            <a:xfrm>
              <a:off x="4101" y="5400"/>
              <a:ext cx="1285" cy="7"/>
            </a:xfrm>
            <a:prstGeom prst="straightConnector1">
              <a:avLst/>
            </a:prstGeom>
            <a:ln w="28575">
              <a:tailEnd type="arrow"/>
            </a:ln>
          </p:spPr>
          <p:style>
            <a:lnRef idx="1">
              <a:schemeClr val="accent1"/>
            </a:lnRef>
            <a:fillRef idx="0">
              <a:schemeClr val="accent1"/>
            </a:fillRef>
            <a:effectRef idx="0">
              <a:schemeClr val="accent1"/>
            </a:effectRef>
            <a:fontRef idx="minor">
              <a:schemeClr val="tx1"/>
            </a:fontRef>
          </p:style>
        </p:cxnSp>
        <p:sp>
          <p:nvSpPr>
            <p:cNvPr id="12" name="矩形 11"/>
            <p:cNvSpPr/>
            <p:nvPr/>
          </p:nvSpPr>
          <p:spPr>
            <a:xfrm>
              <a:off x="5386" y="5074"/>
              <a:ext cx="3090" cy="660"/>
            </a:xfrm>
            <a:prstGeom prst="rect">
              <a:avLst/>
            </a:prstGeom>
            <a:solidFill>
              <a:srgbClr val="F1AF4F"/>
            </a:solidFill>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en-US" altLang="zh-CN">
                  <a:solidFill>
                    <a:schemeClr val="bg1"/>
                  </a:solidFill>
                </a:rPr>
                <a:t>XML</a:t>
              </a:r>
              <a:r>
                <a:rPr lang="zh-CN" altLang="en-US">
                  <a:solidFill>
                    <a:schemeClr val="bg1"/>
                  </a:solidFill>
                </a:rPr>
                <a:t>标签</a:t>
              </a:r>
              <a:endParaRPr lang="zh-CN" altLang="en-US">
                <a:solidFill>
                  <a:schemeClr val="bg1"/>
                </a:solidFill>
              </a:endParaRPr>
            </a:p>
          </p:txBody>
        </p:sp>
        <p:sp>
          <p:nvSpPr>
            <p:cNvPr id="13" name="矩形 12"/>
            <p:cNvSpPr/>
            <p:nvPr/>
          </p:nvSpPr>
          <p:spPr>
            <a:xfrm>
              <a:off x="12247" y="3811"/>
              <a:ext cx="3051" cy="872"/>
            </a:xfrm>
            <a:prstGeom prst="rect">
              <a:avLst/>
            </a:prstGeom>
            <a:solidFill>
              <a:srgbClr val="75AC8F"/>
            </a:solidFill>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en-US" altLang="zh-CN">
                  <a:solidFill>
                    <a:srgbClr val="C00000"/>
                  </a:solidFill>
                </a:rPr>
                <a:t>XLST</a:t>
              </a:r>
              <a:r>
                <a:rPr lang="zh-CN" altLang="en-US">
                  <a:solidFill>
                    <a:srgbClr val="C00000"/>
                  </a:solidFill>
                </a:rPr>
                <a:t>文件</a:t>
              </a:r>
              <a:endParaRPr lang="zh-CN" altLang="en-US">
                <a:solidFill>
                  <a:srgbClr val="C00000"/>
                </a:solidFill>
              </a:endParaRPr>
            </a:p>
            <a:p>
              <a:pPr algn="ctr"/>
              <a:r>
                <a:rPr lang="zh-CN" altLang="en-US">
                  <a:solidFill>
                    <a:srgbClr val="C00000"/>
                  </a:solidFill>
                </a:rPr>
                <a:t>（映射模板）</a:t>
              </a:r>
              <a:endParaRPr lang="zh-CN" altLang="en-US">
                <a:solidFill>
                  <a:srgbClr val="C00000"/>
                </a:solidFill>
              </a:endParaRPr>
            </a:p>
          </p:txBody>
        </p:sp>
        <p:sp>
          <p:nvSpPr>
            <p:cNvPr id="14" name="矩形 13"/>
            <p:cNvSpPr/>
            <p:nvPr/>
          </p:nvSpPr>
          <p:spPr>
            <a:xfrm>
              <a:off x="12209" y="6131"/>
              <a:ext cx="3090" cy="944"/>
            </a:xfrm>
            <a:prstGeom prst="rect">
              <a:avLst/>
            </a:prstGeom>
            <a:solidFill>
              <a:srgbClr val="CFE09A"/>
            </a:solidFill>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en-US" altLang="zh-CN">
                  <a:solidFill>
                    <a:srgbClr val="C00000"/>
                  </a:solidFill>
                </a:rPr>
                <a:t>DTD</a:t>
              </a:r>
              <a:r>
                <a:rPr lang="zh-CN" altLang="en-US">
                  <a:solidFill>
                    <a:srgbClr val="C00000"/>
                  </a:solidFill>
                </a:rPr>
                <a:t>文件</a:t>
              </a:r>
              <a:endParaRPr lang="zh-CN" altLang="en-US">
                <a:solidFill>
                  <a:srgbClr val="C00000"/>
                </a:solidFill>
              </a:endParaRPr>
            </a:p>
            <a:p>
              <a:pPr algn="ctr"/>
              <a:r>
                <a:rPr lang="zh-CN" altLang="en-US">
                  <a:solidFill>
                    <a:srgbClr val="C00000"/>
                  </a:solidFill>
                </a:rPr>
                <a:t>（语法规范）</a:t>
              </a:r>
              <a:endParaRPr lang="zh-CN" altLang="en-US">
                <a:solidFill>
                  <a:srgbClr val="C00000"/>
                </a:solidFill>
              </a:endParaRPr>
            </a:p>
          </p:txBody>
        </p:sp>
        <p:cxnSp>
          <p:nvCxnSpPr>
            <p:cNvPr id="20" name="直接箭头连接符 19"/>
            <p:cNvCxnSpPr>
              <a:stCxn id="13" idx="1"/>
              <a:endCxn id="12" idx="3"/>
            </p:cNvCxnSpPr>
            <p:nvPr/>
          </p:nvCxnSpPr>
          <p:spPr>
            <a:xfrm flipH="1">
              <a:off x="8476" y="4247"/>
              <a:ext cx="3771" cy="1157"/>
            </a:xfrm>
            <a:prstGeom prst="straightConnector1">
              <a:avLst/>
            </a:prstGeom>
            <a:ln w="28575">
              <a:tailEnd type="arrow"/>
            </a:ln>
          </p:spPr>
          <p:style>
            <a:lnRef idx="1">
              <a:schemeClr val="accent1"/>
            </a:lnRef>
            <a:fillRef idx="0">
              <a:schemeClr val="accent1"/>
            </a:fillRef>
            <a:effectRef idx="0">
              <a:schemeClr val="accent1"/>
            </a:effectRef>
            <a:fontRef idx="minor">
              <a:schemeClr val="tx1"/>
            </a:fontRef>
          </p:style>
        </p:cxnSp>
        <p:cxnSp>
          <p:nvCxnSpPr>
            <p:cNvPr id="21" name="直接箭头连接符 20"/>
            <p:cNvCxnSpPr>
              <a:stCxn id="14" idx="1"/>
              <a:endCxn id="12" idx="3"/>
            </p:cNvCxnSpPr>
            <p:nvPr/>
          </p:nvCxnSpPr>
          <p:spPr>
            <a:xfrm flipH="1" flipV="1">
              <a:off x="8476" y="5404"/>
              <a:ext cx="3733" cy="1199"/>
            </a:xfrm>
            <a:prstGeom prst="straightConnector1">
              <a:avLst/>
            </a:prstGeom>
            <a:ln w="28575">
              <a:tailEnd type="arrow"/>
            </a:ln>
          </p:spPr>
          <p:style>
            <a:lnRef idx="1">
              <a:schemeClr val="accent1"/>
            </a:lnRef>
            <a:fillRef idx="0">
              <a:schemeClr val="accent1"/>
            </a:fillRef>
            <a:effectRef idx="0">
              <a:schemeClr val="accent1"/>
            </a:effectRef>
            <a:fontRef idx="minor">
              <a:schemeClr val="tx1"/>
            </a:fontRef>
          </p:style>
        </p:cxnSp>
      </p:grpSp>
      <p:grpSp>
        <p:nvGrpSpPr>
          <p:cNvPr id="74" name="组合 73"/>
          <p:cNvGrpSpPr/>
          <p:nvPr/>
        </p:nvGrpSpPr>
        <p:grpSpPr>
          <a:xfrm>
            <a:off x="2132965" y="4807585"/>
            <a:ext cx="8945245" cy="1259205"/>
            <a:chOff x="1324" y="7571"/>
            <a:chExt cx="14087" cy="1983"/>
          </a:xfrm>
        </p:grpSpPr>
        <p:sp>
          <p:nvSpPr>
            <p:cNvPr id="52" name="流程图: 可选过程 51"/>
            <p:cNvSpPr/>
            <p:nvPr/>
          </p:nvSpPr>
          <p:spPr>
            <a:xfrm>
              <a:off x="4042" y="7593"/>
              <a:ext cx="2014" cy="1222"/>
            </a:xfrm>
            <a:prstGeom prst="flowChartAlternateProcess">
              <a:avLst/>
            </a:prstGeom>
            <a:solidFill>
              <a:schemeClr val="accent6">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a:solidFill>
                    <a:srgbClr val="C00000"/>
                  </a:solidFill>
                </a:rPr>
                <a:t>加入</a:t>
              </a:r>
              <a:r>
                <a:rPr lang="en-US" altLang="zh-CN">
                  <a:solidFill>
                    <a:srgbClr val="C00000"/>
                  </a:solidFill>
                </a:rPr>
                <a:t>XML</a:t>
              </a:r>
              <a:r>
                <a:rPr lang="zh-CN" altLang="en-US">
                  <a:solidFill>
                    <a:srgbClr val="C00000"/>
                  </a:solidFill>
                </a:rPr>
                <a:t>并行标记</a:t>
              </a:r>
              <a:endParaRPr lang="zh-CN" altLang="en-US">
                <a:solidFill>
                  <a:srgbClr val="C00000"/>
                </a:solidFill>
              </a:endParaRPr>
            </a:p>
          </p:txBody>
        </p:sp>
        <p:sp>
          <p:nvSpPr>
            <p:cNvPr id="53" name="流程图: 可选过程 52"/>
            <p:cNvSpPr/>
            <p:nvPr/>
          </p:nvSpPr>
          <p:spPr>
            <a:xfrm>
              <a:off x="7365" y="7571"/>
              <a:ext cx="2014" cy="1222"/>
            </a:xfrm>
            <a:prstGeom prst="flowChartAlternateProcess">
              <a:avLst/>
            </a:prstGeom>
            <a:solidFill>
              <a:schemeClr val="accent6">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en-US" altLang="zh-CN">
                  <a:solidFill>
                    <a:srgbClr val="C00000"/>
                  </a:solidFill>
                </a:rPr>
                <a:t>DTD</a:t>
              </a:r>
              <a:r>
                <a:rPr lang="zh-CN" altLang="en-US">
                  <a:solidFill>
                    <a:srgbClr val="C00000"/>
                  </a:solidFill>
                </a:rPr>
                <a:t>检查语法规范</a:t>
              </a:r>
              <a:endParaRPr lang="zh-CN" altLang="en-US">
                <a:solidFill>
                  <a:srgbClr val="C00000"/>
                </a:solidFill>
              </a:endParaRPr>
            </a:p>
          </p:txBody>
        </p:sp>
        <p:sp>
          <p:nvSpPr>
            <p:cNvPr id="54" name="竖卷形 53"/>
            <p:cNvSpPr/>
            <p:nvPr/>
          </p:nvSpPr>
          <p:spPr>
            <a:xfrm>
              <a:off x="1529" y="7678"/>
              <a:ext cx="1286" cy="1136"/>
            </a:xfrm>
            <a:prstGeom prst="verticalScroll">
              <a:avLst/>
            </a:prstGeom>
            <a:solidFill>
              <a:schemeClr val="accent6">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56" name="流程图: 可选过程 55"/>
            <p:cNvSpPr/>
            <p:nvPr/>
          </p:nvSpPr>
          <p:spPr>
            <a:xfrm>
              <a:off x="10744" y="7571"/>
              <a:ext cx="2014" cy="1222"/>
            </a:xfrm>
            <a:prstGeom prst="flowChartAlternateProcess">
              <a:avLst/>
            </a:prstGeom>
            <a:solidFill>
              <a:schemeClr val="accent6">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a:solidFill>
                    <a:srgbClr val="C00000"/>
                  </a:solidFill>
                </a:rPr>
                <a:t>按</a:t>
              </a:r>
              <a:r>
                <a:rPr lang="en-US" altLang="zh-CN">
                  <a:solidFill>
                    <a:srgbClr val="C00000"/>
                  </a:solidFill>
                </a:rPr>
                <a:t>XLST</a:t>
              </a:r>
              <a:r>
                <a:rPr lang="zh-CN" altLang="en-US">
                  <a:solidFill>
                    <a:srgbClr val="C00000"/>
                  </a:solidFill>
                </a:rPr>
                <a:t>进行转换</a:t>
              </a:r>
              <a:endParaRPr lang="zh-CN" altLang="en-US">
                <a:solidFill>
                  <a:srgbClr val="C00000"/>
                </a:solidFill>
              </a:endParaRPr>
            </a:p>
          </p:txBody>
        </p:sp>
        <p:cxnSp>
          <p:nvCxnSpPr>
            <p:cNvPr id="58" name="直接连接符 57"/>
            <p:cNvCxnSpPr/>
            <p:nvPr/>
          </p:nvCxnSpPr>
          <p:spPr>
            <a:xfrm flipV="1">
              <a:off x="1755" y="8024"/>
              <a:ext cx="865" cy="13"/>
            </a:xfrm>
            <a:prstGeom prst="line">
              <a:avLst/>
            </a:prstGeom>
            <a:ln w="19050">
              <a:solidFill>
                <a:schemeClr val="accent6">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59" name="直接连接符 58"/>
            <p:cNvCxnSpPr/>
            <p:nvPr/>
          </p:nvCxnSpPr>
          <p:spPr>
            <a:xfrm flipV="1">
              <a:off x="1739" y="8240"/>
              <a:ext cx="865" cy="13"/>
            </a:xfrm>
            <a:prstGeom prst="line">
              <a:avLst/>
            </a:prstGeom>
            <a:ln w="19050">
              <a:solidFill>
                <a:schemeClr val="accent6">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60" name="直接连接符 59"/>
            <p:cNvCxnSpPr/>
            <p:nvPr/>
          </p:nvCxnSpPr>
          <p:spPr>
            <a:xfrm flipV="1">
              <a:off x="1755" y="8510"/>
              <a:ext cx="865" cy="13"/>
            </a:xfrm>
            <a:prstGeom prst="line">
              <a:avLst/>
            </a:prstGeom>
            <a:ln w="19050">
              <a:solidFill>
                <a:schemeClr val="accent6">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61" name="竖卷形 60"/>
            <p:cNvSpPr/>
            <p:nvPr/>
          </p:nvSpPr>
          <p:spPr>
            <a:xfrm>
              <a:off x="13904" y="7679"/>
              <a:ext cx="1286" cy="1136"/>
            </a:xfrm>
            <a:prstGeom prst="verticalScroll">
              <a:avLst/>
            </a:prstGeom>
            <a:solidFill>
              <a:schemeClr val="accent6">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cxnSp>
          <p:nvCxnSpPr>
            <p:cNvPr id="62" name="直接连接符 61"/>
            <p:cNvCxnSpPr/>
            <p:nvPr/>
          </p:nvCxnSpPr>
          <p:spPr>
            <a:xfrm flipV="1">
              <a:off x="14067" y="8025"/>
              <a:ext cx="865" cy="13"/>
            </a:xfrm>
            <a:prstGeom prst="line">
              <a:avLst/>
            </a:prstGeom>
            <a:ln w="19050">
              <a:solidFill>
                <a:schemeClr val="accent6">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flipV="1">
              <a:off x="14051" y="8241"/>
              <a:ext cx="865" cy="13"/>
            </a:xfrm>
            <a:prstGeom prst="line">
              <a:avLst/>
            </a:prstGeom>
            <a:ln w="19050">
              <a:solidFill>
                <a:schemeClr val="accent6">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flipV="1">
              <a:off x="14067" y="8511"/>
              <a:ext cx="865" cy="13"/>
            </a:xfrm>
            <a:prstGeom prst="line">
              <a:avLst/>
            </a:prstGeom>
            <a:ln w="19050">
              <a:solidFill>
                <a:schemeClr val="accent6">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65" name="直接箭头连接符 64"/>
            <p:cNvCxnSpPr/>
            <p:nvPr/>
          </p:nvCxnSpPr>
          <p:spPr>
            <a:xfrm>
              <a:off x="2757" y="8254"/>
              <a:ext cx="1285" cy="7"/>
            </a:xfrm>
            <a:prstGeom prst="straightConnector1">
              <a:avLst/>
            </a:prstGeom>
            <a:ln w="28575">
              <a:tailEnd type="arrow"/>
            </a:ln>
          </p:spPr>
          <p:style>
            <a:lnRef idx="1">
              <a:schemeClr val="accent1"/>
            </a:lnRef>
            <a:fillRef idx="0">
              <a:schemeClr val="accent1"/>
            </a:fillRef>
            <a:effectRef idx="0">
              <a:schemeClr val="accent1"/>
            </a:effectRef>
            <a:fontRef idx="minor">
              <a:schemeClr val="tx1"/>
            </a:fontRef>
          </p:style>
        </p:cxnSp>
        <p:cxnSp>
          <p:nvCxnSpPr>
            <p:cNvPr id="66" name="直接箭头连接符 65"/>
            <p:cNvCxnSpPr/>
            <p:nvPr/>
          </p:nvCxnSpPr>
          <p:spPr>
            <a:xfrm>
              <a:off x="6117" y="8261"/>
              <a:ext cx="1285" cy="7"/>
            </a:xfrm>
            <a:prstGeom prst="straightConnector1">
              <a:avLst/>
            </a:prstGeom>
            <a:ln w="28575">
              <a:tailEnd type="arrow"/>
            </a:ln>
          </p:spPr>
          <p:style>
            <a:lnRef idx="1">
              <a:schemeClr val="accent1"/>
            </a:lnRef>
            <a:fillRef idx="0">
              <a:schemeClr val="accent1"/>
            </a:fillRef>
            <a:effectRef idx="0">
              <a:schemeClr val="accent1"/>
            </a:effectRef>
            <a:fontRef idx="minor">
              <a:schemeClr val="tx1"/>
            </a:fontRef>
          </p:style>
        </p:cxnSp>
        <p:cxnSp>
          <p:nvCxnSpPr>
            <p:cNvPr id="67" name="直接箭头连接符 66"/>
            <p:cNvCxnSpPr/>
            <p:nvPr/>
          </p:nvCxnSpPr>
          <p:spPr>
            <a:xfrm>
              <a:off x="9379" y="8268"/>
              <a:ext cx="1285" cy="7"/>
            </a:xfrm>
            <a:prstGeom prst="straightConnector1">
              <a:avLst/>
            </a:prstGeom>
            <a:ln w="28575">
              <a:tailEnd type="arrow"/>
            </a:ln>
          </p:spPr>
          <p:style>
            <a:lnRef idx="1">
              <a:schemeClr val="accent1"/>
            </a:lnRef>
            <a:fillRef idx="0">
              <a:schemeClr val="accent1"/>
            </a:fillRef>
            <a:effectRef idx="0">
              <a:schemeClr val="accent1"/>
            </a:effectRef>
            <a:fontRef idx="minor">
              <a:schemeClr val="tx1"/>
            </a:fontRef>
          </p:style>
        </p:cxnSp>
        <p:cxnSp>
          <p:nvCxnSpPr>
            <p:cNvPr id="68" name="直接箭头连接符 67"/>
            <p:cNvCxnSpPr/>
            <p:nvPr/>
          </p:nvCxnSpPr>
          <p:spPr>
            <a:xfrm>
              <a:off x="12766" y="8275"/>
              <a:ext cx="1285" cy="7"/>
            </a:xfrm>
            <a:prstGeom prst="straightConnector1">
              <a:avLst/>
            </a:prstGeom>
            <a:ln w="28575">
              <a:tailEnd type="arrow"/>
            </a:ln>
          </p:spPr>
          <p:style>
            <a:lnRef idx="1">
              <a:schemeClr val="accent1"/>
            </a:lnRef>
            <a:fillRef idx="0">
              <a:schemeClr val="accent1"/>
            </a:fillRef>
            <a:effectRef idx="0">
              <a:schemeClr val="accent1"/>
            </a:effectRef>
            <a:fontRef idx="minor">
              <a:schemeClr val="tx1"/>
            </a:fontRef>
          </p:style>
        </p:cxnSp>
        <p:sp>
          <p:nvSpPr>
            <p:cNvPr id="69" name="文本框 68"/>
            <p:cNvSpPr txBox="1"/>
            <p:nvPr/>
          </p:nvSpPr>
          <p:spPr>
            <a:xfrm>
              <a:off x="2866" y="7660"/>
              <a:ext cx="1008" cy="580"/>
            </a:xfrm>
            <a:prstGeom prst="rect">
              <a:avLst/>
            </a:prstGeom>
            <a:noFill/>
          </p:spPr>
          <p:txBody>
            <a:bodyPr wrap="none" rtlCol="0">
              <a:spAutoFit/>
            </a:bodyPr>
            <a:p>
              <a:r>
                <a:rPr lang="zh-CN" altLang="en-US"/>
                <a:t>人工</a:t>
              </a:r>
              <a:endParaRPr lang="zh-CN" altLang="en-US"/>
            </a:p>
          </p:txBody>
        </p:sp>
        <p:sp>
          <p:nvSpPr>
            <p:cNvPr id="70" name="文本框 69"/>
            <p:cNvSpPr txBox="1"/>
            <p:nvPr/>
          </p:nvSpPr>
          <p:spPr>
            <a:xfrm>
              <a:off x="6214" y="7676"/>
              <a:ext cx="1008" cy="580"/>
            </a:xfrm>
            <a:prstGeom prst="rect">
              <a:avLst/>
            </a:prstGeom>
            <a:noFill/>
          </p:spPr>
          <p:txBody>
            <a:bodyPr wrap="none" rtlCol="0">
              <a:spAutoFit/>
            </a:bodyPr>
            <a:p>
              <a:r>
                <a:rPr lang="zh-CN" altLang="en-US"/>
                <a:t>自动</a:t>
              </a:r>
              <a:endParaRPr lang="zh-CN" altLang="en-US"/>
            </a:p>
          </p:txBody>
        </p:sp>
        <p:sp>
          <p:nvSpPr>
            <p:cNvPr id="71" name="文本框 70"/>
            <p:cNvSpPr txBox="1"/>
            <p:nvPr/>
          </p:nvSpPr>
          <p:spPr>
            <a:xfrm>
              <a:off x="9370" y="7677"/>
              <a:ext cx="1368" cy="580"/>
            </a:xfrm>
            <a:prstGeom prst="rect">
              <a:avLst/>
            </a:prstGeom>
            <a:noFill/>
          </p:spPr>
          <p:txBody>
            <a:bodyPr wrap="none" rtlCol="0">
              <a:spAutoFit/>
            </a:bodyPr>
            <a:p>
              <a:r>
                <a:rPr lang="zh-CN" altLang="en-US"/>
                <a:t>浏览器</a:t>
              </a:r>
              <a:endParaRPr lang="zh-CN" altLang="en-US"/>
            </a:p>
          </p:txBody>
        </p:sp>
        <p:sp>
          <p:nvSpPr>
            <p:cNvPr id="72" name="文本框 71"/>
            <p:cNvSpPr txBox="1"/>
            <p:nvPr/>
          </p:nvSpPr>
          <p:spPr>
            <a:xfrm>
              <a:off x="1324" y="8974"/>
              <a:ext cx="1728" cy="580"/>
            </a:xfrm>
            <a:prstGeom prst="rect">
              <a:avLst/>
            </a:prstGeom>
            <a:noFill/>
          </p:spPr>
          <p:txBody>
            <a:bodyPr wrap="none" rtlCol="0">
              <a:spAutoFit/>
            </a:bodyPr>
            <a:p>
              <a:r>
                <a:rPr lang="zh-CN" altLang="en-US"/>
                <a:t>串行代码</a:t>
              </a:r>
              <a:endParaRPr lang="zh-CN" altLang="en-US"/>
            </a:p>
          </p:txBody>
        </p:sp>
        <p:sp>
          <p:nvSpPr>
            <p:cNvPr id="73" name="文本框 72"/>
            <p:cNvSpPr txBox="1"/>
            <p:nvPr/>
          </p:nvSpPr>
          <p:spPr>
            <a:xfrm>
              <a:off x="13683" y="8974"/>
              <a:ext cx="1728" cy="580"/>
            </a:xfrm>
            <a:prstGeom prst="rect">
              <a:avLst/>
            </a:prstGeom>
            <a:noFill/>
          </p:spPr>
          <p:txBody>
            <a:bodyPr wrap="none" rtlCol="0">
              <a:spAutoFit/>
            </a:bodyPr>
            <a:p>
              <a:r>
                <a:rPr lang="zh-CN" altLang="en-US"/>
                <a:t>并行代码</a:t>
              </a:r>
              <a:endParaRPr lang="zh-CN" altLang="en-US"/>
            </a:p>
          </p:txBody>
        </p:sp>
      </p:grpSp>
      <p:sp>
        <p:nvSpPr>
          <p:cNvPr id="75" name="文本框 74"/>
          <p:cNvSpPr txBox="1"/>
          <p:nvPr/>
        </p:nvSpPr>
        <p:spPr>
          <a:xfrm>
            <a:off x="902970" y="2395855"/>
            <a:ext cx="868680" cy="368300"/>
          </a:xfrm>
          <a:prstGeom prst="rect">
            <a:avLst/>
          </a:prstGeom>
          <a:noFill/>
        </p:spPr>
        <p:txBody>
          <a:bodyPr wrap="square" rtlCol="0">
            <a:spAutoFit/>
          </a:bodyPr>
          <a:p>
            <a:r>
              <a:rPr lang="zh-CN" altLang="en-US" b="1"/>
              <a:t>设计：</a:t>
            </a:r>
            <a:endParaRPr lang="zh-CN" altLang="en-US" b="1"/>
          </a:p>
        </p:txBody>
      </p:sp>
      <p:sp>
        <p:nvSpPr>
          <p:cNvPr id="76" name="文本框 75"/>
          <p:cNvSpPr txBox="1"/>
          <p:nvPr/>
        </p:nvSpPr>
        <p:spPr>
          <a:xfrm>
            <a:off x="902970" y="5059045"/>
            <a:ext cx="868680" cy="368300"/>
          </a:xfrm>
          <a:prstGeom prst="rect">
            <a:avLst/>
          </a:prstGeom>
          <a:noFill/>
        </p:spPr>
        <p:txBody>
          <a:bodyPr wrap="square" rtlCol="0">
            <a:spAutoFit/>
          </a:bodyPr>
          <a:p>
            <a:r>
              <a:rPr lang="zh-CN" altLang="en-US" b="1"/>
              <a:t>使用：</a:t>
            </a:r>
            <a:endParaRPr lang="zh-CN" altLang="en-US" b="1"/>
          </a:p>
        </p:txBody>
      </p:sp>
    </p:spTree>
    <p:custDataLst>
      <p:tags r:id="rId6"/>
    </p:custData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custDataLst>
              <p:tags r:id="rId1"/>
            </p:custDataLst>
          </p:nvPr>
        </p:nvSpPr>
        <p:spPr>
          <a:xfrm>
            <a:off x="641985" y="52070"/>
            <a:ext cx="2857500" cy="417830"/>
          </a:xfrm>
        </p:spPr>
        <p:txBody>
          <a:bodyPr lIns="0" tIns="0" rIns="0" bIns="0" anchor="ctr" anchorCtr="1">
            <a:normAutofit fontScale="90000"/>
          </a:bodyPr>
          <a:lstStyle/>
          <a:p>
            <a:r>
              <a:rPr lang="zh-CN" altLang="en-US" dirty="0">
                <a:solidFill>
                  <a:srgbClr val="C00000"/>
                </a:solidFill>
              </a:rPr>
              <a:t>研究内容与方法</a:t>
            </a:r>
            <a:endParaRPr lang="zh-CN" altLang="en-US" dirty="0">
              <a:solidFill>
                <a:srgbClr val="C00000"/>
              </a:solidFill>
            </a:endParaRPr>
          </a:p>
        </p:txBody>
      </p:sp>
      <p:grpSp>
        <p:nvGrpSpPr>
          <p:cNvPr id="21506" name="组合 7"/>
          <p:cNvGrpSpPr/>
          <p:nvPr/>
        </p:nvGrpSpPr>
        <p:grpSpPr>
          <a:xfrm>
            <a:off x="166370" y="208280"/>
            <a:ext cx="366395" cy="193040"/>
            <a:chOff x="1990725" y="838200"/>
            <a:chExt cx="295275" cy="142875"/>
          </a:xfrm>
        </p:grpSpPr>
        <p:cxnSp>
          <p:nvCxnSpPr>
            <p:cNvPr id="4" name="直接连接符 3"/>
            <p:cNvCxnSpPr/>
            <p:nvPr>
              <p:custDataLst>
                <p:tags r:id="rId2"/>
              </p:custDataLst>
            </p:nvPr>
          </p:nvCxnSpPr>
          <p:spPr>
            <a:xfrm>
              <a:off x="1990725" y="838200"/>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7" name="直接连接符 6"/>
            <p:cNvCxnSpPr/>
            <p:nvPr>
              <p:custDataLst>
                <p:tags r:id="rId3"/>
              </p:custDataLst>
            </p:nvPr>
          </p:nvCxnSpPr>
          <p:spPr>
            <a:xfrm>
              <a:off x="1990725" y="909637"/>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8" name="直接连接符 7"/>
            <p:cNvCxnSpPr/>
            <p:nvPr>
              <p:custDataLst>
                <p:tags r:id="rId4"/>
              </p:custDataLst>
            </p:nvPr>
          </p:nvCxnSpPr>
          <p:spPr>
            <a:xfrm>
              <a:off x="1990725" y="981075"/>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grpSp>
      <p:pic>
        <p:nvPicPr>
          <p:cNvPr id="87" name="图片 86" descr="timg"/>
          <p:cNvPicPr>
            <a:picLocks noChangeAspect="1"/>
          </p:cNvPicPr>
          <p:nvPr/>
        </p:nvPicPr>
        <p:blipFill>
          <a:blip r:embed="rId5"/>
          <a:stretch>
            <a:fillRect/>
          </a:stretch>
        </p:blipFill>
        <p:spPr>
          <a:xfrm>
            <a:off x="9907270" y="2540"/>
            <a:ext cx="2282190" cy="992505"/>
          </a:xfrm>
          <a:prstGeom prst="rect">
            <a:avLst/>
          </a:prstGeom>
        </p:spPr>
      </p:pic>
      <p:sp>
        <p:nvSpPr>
          <p:cNvPr id="19" name="文本框 18"/>
          <p:cNvSpPr txBox="1"/>
          <p:nvPr/>
        </p:nvSpPr>
        <p:spPr>
          <a:xfrm>
            <a:off x="166370" y="701040"/>
            <a:ext cx="2468880" cy="368300"/>
          </a:xfrm>
          <a:prstGeom prst="rect">
            <a:avLst/>
          </a:prstGeom>
          <a:noFill/>
        </p:spPr>
        <p:txBody>
          <a:bodyPr wrap="none" rtlCol="0" anchor="t">
            <a:spAutoFit/>
          </a:bodyPr>
          <a:p>
            <a:r>
              <a:rPr lang="zh-CN" altLang="en-US" b="1">
                <a:sym typeface="+mn-ea"/>
              </a:rPr>
              <a:t>标记语言编辑器部分：</a:t>
            </a:r>
            <a:endParaRPr lang="zh-CN" altLang="en-US"/>
          </a:p>
        </p:txBody>
      </p:sp>
      <p:pic>
        <p:nvPicPr>
          <p:cNvPr id="6" name="图片 5" descr="QQ图片20181224191254"/>
          <p:cNvPicPr>
            <a:picLocks noChangeAspect="1"/>
          </p:cNvPicPr>
          <p:nvPr/>
        </p:nvPicPr>
        <p:blipFill>
          <a:blip r:embed="rId6"/>
          <a:stretch>
            <a:fillRect/>
          </a:stretch>
        </p:blipFill>
        <p:spPr>
          <a:xfrm>
            <a:off x="2131060" y="1349375"/>
            <a:ext cx="10058400" cy="5130165"/>
          </a:xfrm>
          <a:prstGeom prst="rect">
            <a:avLst/>
          </a:prstGeom>
        </p:spPr>
      </p:pic>
      <p:sp>
        <p:nvSpPr>
          <p:cNvPr id="9" name="文本框 8"/>
          <p:cNvSpPr txBox="1"/>
          <p:nvPr/>
        </p:nvSpPr>
        <p:spPr>
          <a:xfrm>
            <a:off x="166370" y="3446780"/>
            <a:ext cx="1789430" cy="1198880"/>
          </a:xfrm>
          <a:prstGeom prst="rect">
            <a:avLst/>
          </a:prstGeom>
          <a:noFill/>
        </p:spPr>
        <p:txBody>
          <a:bodyPr wrap="square" rtlCol="0">
            <a:spAutoFit/>
          </a:bodyPr>
          <a:p>
            <a:r>
              <a:rPr lang="en-US" altLang="zh-CN" b="1">
                <a:solidFill>
                  <a:srgbClr val="FF0000"/>
                </a:solidFill>
              </a:rPr>
              <a:t>Web</a:t>
            </a:r>
            <a:r>
              <a:rPr lang="zh-CN" altLang="en-US" b="1">
                <a:solidFill>
                  <a:srgbClr val="FF0000"/>
                </a:solidFill>
              </a:rPr>
              <a:t>界面</a:t>
            </a:r>
            <a:r>
              <a:rPr lang="en-US" altLang="zh-CN" b="1">
                <a:solidFill>
                  <a:srgbClr val="FF0000"/>
                </a:solidFill>
              </a:rPr>
              <a:t>UI</a:t>
            </a:r>
            <a:r>
              <a:rPr lang="zh-CN" altLang="en-US" b="1">
                <a:solidFill>
                  <a:srgbClr val="FF0000"/>
                </a:solidFill>
              </a:rPr>
              <a:t>部分：</a:t>
            </a:r>
            <a:endParaRPr lang="zh-CN" altLang="en-US" b="1">
              <a:solidFill>
                <a:srgbClr val="FF0000"/>
              </a:solidFill>
            </a:endParaRPr>
          </a:p>
          <a:p>
            <a:r>
              <a:rPr lang="en-US" altLang="zh-CN" b="1">
                <a:solidFill>
                  <a:srgbClr val="FF0000"/>
                </a:solidFill>
              </a:rPr>
              <a:t>Bootstrap</a:t>
            </a:r>
            <a:r>
              <a:rPr lang="zh-CN" altLang="en-US" b="1">
                <a:solidFill>
                  <a:srgbClr val="FF0000"/>
                </a:solidFill>
              </a:rPr>
              <a:t>框架 </a:t>
            </a:r>
            <a:r>
              <a:rPr lang="en-US" altLang="zh-CN" b="1">
                <a:solidFill>
                  <a:srgbClr val="FF0000"/>
                </a:solidFill>
              </a:rPr>
              <a:t>+ HTML + CSS</a:t>
            </a:r>
            <a:endParaRPr lang="en-US" altLang="zh-CN" b="1">
              <a:solidFill>
                <a:srgbClr val="FF0000"/>
              </a:solidFill>
            </a:endParaRPr>
          </a:p>
        </p:txBody>
      </p:sp>
      <p:sp>
        <p:nvSpPr>
          <p:cNvPr id="15" name="文本框 14"/>
          <p:cNvSpPr txBox="1"/>
          <p:nvPr/>
        </p:nvSpPr>
        <p:spPr>
          <a:xfrm>
            <a:off x="9057005" y="4645660"/>
            <a:ext cx="2959735" cy="1476375"/>
          </a:xfrm>
          <a:prstGeom prst="rect">
            <a:avLst/>
          </a:prstGeom>
          <a:noFill/>
        </p:spPr>
        <p:txBody>
          <a:bodyPr wrap="square" rtlCol="0">
            <a:spAutoFit/>
          </a:bodyPr>
          <a:p>
            <a:r>
              <a:rPr lang="zh-CN" altLang="en-US" b="1">
                <a:solidFill>
                  <a:srgbClr val="00B050"/>
                </a:solidFill>
              </a:rPr>
              <a:t>编辑器部分：</a:t>
            </a:r>
            <a:endParaRPr lang="zh-CN" altLang="en-US" b="1">
              <a:solidFill>
                <a:srgbClr val="00B050"/>
              </a:solidFill>
            </a:endParaRPr>
          </a:p>
          <a:p>
            <a:r>
              <a:rPr lang="en-US" altLang="zh-CN" b="1">
                <a:solidFill>
                  <a:srgbClr val="00B050"/>
                </a:solidFill>
              </a:rPr>
              <a:t>Ace Editor + JavaScript</a:t>
            </a:r>
            <a:endParaRPr lang="en-US" altLang="zh-CN" b="1">
              <a:solidFill>
                <a:srgbClr val="00B050"/>
              </a:solidFill>
            </a:endParaRPr>
          </a:p>
          <a:p>
            <a:endParaRPr lang="en-US" altLang="zh-CN" b="1">
              <a:solidFill>
                <a:srgbClr val="00B050"/>
              </a:solidFill>
            </a:endParaRPr>
          </a:p>
          <a:p>
            <a:r>
              <a:rPr lang="zh-CN" altLang="en-US" b="1">
                <a:solidFill>
                  <a:srgbClr val="00B050"/>
                </a:solidFill>
              </a:rPr>
              <a:t>改造原有富文本编辑器风格，重写着色、主题等脚本</a:t>
            </a:r>
            <a:endParaRPr lang="zh-CN" altLang="en-US" b="1">
              <a:solidFill>
                <a:srgbClr val="00B050"/>
              </a:solidFill>
            </a:endParaRPr>
          </a:p>
        </p:txBody>
      </p:sp>
      <p:sp>
        <p:nvSpPr>
          <p:cNvPr id="135" name=" 135"/>
          <p:cNvSpPr/>
          <p:nvPr/>
        </p:nvSpPr>
        <p:spPr>
          <a:xfrm rot="7620000">
            <a:off x="812165" y="2551430"/>
            <a:ext cx="1627505" cy="306070"/>
          </a:xfrm>
          <a:custGeom>
            <a:avLst/>
            <a:gdLst>
              <a:gd name="connsiteX0" fmla="*/ 4381875 w 6516714"/>
              <a:gd name="connsiteY0" fmla="*/ 0 h 2476413"/>
              <a:gd name="connsiteX1" fmla="*/ 6516714 w 6516714"/>
              <a:gd name="connsiteY1" fmla="*/ 1238208 h 2476413"/>
              <a:gd name="connsiteX2" fmla="*/ 4381875 w 6516714"/>
              <a:gd name="connsiteY2" fmla="*/ 2476413 h 2476413"/>
              <a:gd name="connsiteX3" fmla="*/ 4381875 w 6516714"/>
              <a:gd name="connsiteY3" fmla="*/ 2456682 h 2476413"/>
              <a:gd name="connsiteX4" fmla="*/ 4855462 w 6516714"/>
              <a:gd name="connsiteY4" fmla="*/ 1644997 h 2476413"/>
              <a:gd name="connsiteX5" fmla="*/ 0 w 6516714"/>
              <a:gd name="connsiteY5" fmla="*/ 1238206 h 2476413"/>
              <a:gd name="connsiteX6" fmla="*/ 4855461 w 6516714"/>
              <a:gd name="connsiteY6" fmla="*/ 831415 h 2476413"/>
              <a:gd name="connsiteX7" fmla="*/ 4381875 w 6516714"/>
              <a:gd name="connsiteY7" fmla="*/ 19731 h 24764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516714" h="2476413">
                <a:moveTo>
                  <a:pt x="4381875" y="0"/>
                </a:moveTo>
                <a:lnTo>
                  <a:pt x="6516714" y="1238208"/>
                </a:lnTo>
                <a:lnTo>
                  <a:pt x="4381875" y="2476413"/>
                </a:lnTo>
                <a:lnTo>
                  <a:pt x="4381875" y="2456682"/>
                </a:lnTo>
                <a:lnTo>
                  <a:pt x="4855462" y="1644997"/>
                </a:lnTo>
                <a:lnTo>
                  <a:pt x="0" y="1238206"/>
                </a:lnTo>
                <a:lnTo>
                  <a:pt x="4855461" y="831415"/>
                </a:lnTo>
                <a:lnTo>
                  <a:pt x="4381875" y="19731"/>
                </a:lnTo>
                <a:close/>
              </a:path>
            </a:pathLst>
          </a:cu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16" name=" 135"/>
          <p:cNvSpPr/>
          <p:nvPr/>
        </p:nvSpPr>
        <p:spPr>
          <a:xfrm rot="1500000">
            <a:off x="7538085" y="4010025"/>
            <a:ext cx="1627505" cy="306070"/>
          </a:xfrm>
          <a:custGeom>
            <a:avLst/>
            <a:gdLst>
              <a:gd name="connsiteX0" fmla="*/ 4381875 w 6516714"/>
              <a:gd name="connsiteY0" fmla="*/ 0 h 2476413"/>
              <a:gd name="connsiteX1" fmla="*/ 6516714 w 6516714"/>
              <a:gd name="connsiteY1" fmla="*/ 1238208 h 2476413"/>
              <a:gd name="connsiteX2" fmla="*/ 4381875 w 6516714"/>
              <a:gd name="connsiteY2" fmla="*/ 2476413 h 2476413"/>
              <a:gd name="connsiteX3" fmla="*/ 4381875 w 6516714"/>
              <a:gd name="connsiteY3" fmla="*/ 2456682 h 2476413"/>
              <a:gd name="connsiteX4" fmla="*/ 4855462 w 6516714"/>
              <a:gd name="connsiteY4" fmla="*/ 1644997 h 2476413"/>
              <a:gd name="connsiteX5" fmla="*/ 0 w 6516714"/>
              <a:gd name="connsiteY5" fmla="*/ 1238206 h 2476413"/>
              <a:gd name="connsiteX6" fmla="*/ 4855461 w 6516714"/>
              <a:gd name="connsiteY6" fmla="*/ 831415 h 2476413"/>
              <a:gd name="connsiteX7" fmla="*/ 4381875 w 6516714"/>
              <a:gd name="connsiteY7" fmla="*/ 19731 h 24764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516714" h="2476413">
                <a:moveTo>
                  <a:pt x="4381875" y="0"/>
                </a:moveTo>
                <a:lnTo>
                  <a:pt x="6516714" y="1238208"/>
                </a:lnTo>
                <a:lnTo>
                  <a:pt x="4381875" y="2476413"/>
                </a:lnTo>
                <a:lnTo>
                  <a:pt x="4381875" y="2456682"/>
                </a:lnTo>
                <a:lnTo>
                  <a:pt x="4855462" y="1644997"/>
                </a:lnTo>
                <a:lnTo>
                  <a:pt x="0" y="1238206"/>
                </a:lnTo>
                <a:lnTo>
                  <a:pt x="4855461" y="831415"/>
                </a:lnTo>
                <a:lnTo>
                  <a:pt x="4381875" y="19731"/>
                </a:lnTo>
                <a:close/>
              </a:path>
            </a:pathLst>
          </a:cu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Tree>
    <p:custDataLst>
      <p:tags r:id="rId7"/>
    </p:custData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custDataLst>
              <p:tags r:id="rId1"/>
            </p:custDataLst>
          </p:nvPr>
        </p:nvSpPr>
        <p:spPr>
          <a:xfrm>
            <a:off x="641985" y="52070"/>
            <a:ext cx="2857500" cy="417830"/>
          </a:xfrm>
        </p:spPr>
        <p:txBody>
          <a:bodyPr lIns="0" tIns="0" rIns="0" bIns="0" anchor="ctr" anchorCtr="1">
            <a:normAutofit fontScale="90000"/>
          </a:bodyPr>
          <a:lstStyle/>
          <a:p>
            <a:r>
              <a:rPr lang="zh-CN" altLang="en-US" dirty="0">
                <a:solidFill>
                  <a:srgbClr val="C00000"/>
                </a:solidFill>
              </a:rPr>
              <a:t>研究内容与方法</a:t>
            </a:r>
            <a:endParaRPr lang="zh-CN" altLang="en-US" dirty="0">
              <a:solidFill>
                <a:srgbClr val="C00000"/>
              </a:solidFill>
            </a:endParaRPr>
          </a:p>
        </p:txBody>
      </p:sp>
      <p:grpSp>
        <p:nvGrpSpPr>
          <p:cNvPr id="21506" name="组合 7"/>
          <p:cNvGrpSpPr/>
          <p:nvPr/>
        </p:nvGrpSpPr>
        <p:grpSpPr>
          <a:xfrm>
            <a:off x="166370" y="208280"/>
            <a:ext cx="366395" cy="193040"/>
            <a:chOff x="1990725" y="838200"/>
            <a:chExt cx="295275" cy="142875"/>
          </a:xfrm>
        </p:grpSpPr>
        <p:cxnSp>
          <p:nvCxnSpPr>
            <p:cNvPr id="4" name="直接连接符 3"/>
            <p:cNvCxnSpPr/>
            <p:nvPr>
              <p:custDataLst>
                <p:tags r:id="rId2"/>
              </p:custDataLst>
            </p:nvPr>
          </p:nvCxnSpPr>
          <p:spPr>
            <a:xfrm>
              <a:off x="1990725" y="838200"/>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7" name="直接连接符 6"/>
            <p:cNvCxnSpPr/>
            <p:nvPr>
              <p:custDataLst>
                <p:tags r:id="rId3"/>
              </p:custDataLst>
            </p:nvPr>
          </p:nvCxnSpPr>
          <p:spPr>
            <a:xfrm>
              <a:off x="1990725" y="909637"/>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8" name="直接连接符 7"/>
            <p:cNvCxnSpPr/>
            <p:nvPr>
              <p:custDataLst>
                <p:tags r:id="rId4"/>
              </p:custDataLst>
            </p:nvPr>
          </p:nvCxnSpPr>
          <p:spPr>
            <a:xfrm>
              <a:off x="1990725" y="981075"/>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grpSp>
      <p:pic>
        <p:nvPicPr>
          <p:cNvPr id="87" name="图片 86" descr="timg"/>
          <p:cNvPicPr>
            <a:picLocks noChangeAspect="1"/>
          </p:cNvPicPr>
          <p:nvPr/>
        </p:nvPicPr>
        <p:blipFill>
          <a:blip r:embed="rId5"/>
          <a:stretch>
            <a:fillRect/>
          </a:stretch>
        </p:blipFill>
        <p:spPr>
          <a:xfrm>
            <a:off x="9907270" y="2540"/>
            <a:ext cx="2282190" cy="992505"/>
          </a:xfrm>
          <a:prstGeom prst="rect">
            <a:avLst/>
          </a:prstGeom>
        </p:spPr>
      </p:pic>
      <p:sp>
        <p:nvSpPr>
          <p:cNvPr id="19" name="文本框 18"/>
          <p:cNvSpPr txBox="1"/>
          <p:nvPr/>
        </p:nvSpPr>
        <p:spPr>
          <a:xfrm>
            <a:off x="166370" y="701040"/>
            <a:ext cx="2697480" cy="368300"/>
          </a:xfrm>
          <a:prstGeom prst="rect">
            <a:avLst/>
          </a:prstGeom>
          <a:noFill/>
        </p:spPr>
        <p:txBody>
          <a:bodyPr wrap="none" rtlCol="0" anchor="t">
            <a:spAutoFit/>
          </a:bodyPr>
          <a:p>
            <a:r>
              <a:rPr lang="zh-CN" altLang="en-US" b="1">
                <a:sym typeface="+mn-ea"/>
              </a:rPr>
              <a:t>可并行性预测模型部分：</a:t>
            </a:r>
            <a:endParaRPr lang="zh-CN" altLang="en-US"/>
          </a:p>
        </p:txBody>
      </p:sp>
      <p:grpSp>
        <p:nvGrpSpPr>
          <p:cNvPr id="72" name="组合 71"/>
          <p:cNvGrpSpPr/>
          <p:nvPr/>
        </p:nvGrpSpPr>
        <p:grpSpPr>
          <a:xfrm>
            <a:off x="982345" y="1445260"/>
            <a:ext cx="9555480" cy="4412615"/>
            <a:chOff x="-1466" y="2124"/>
            <a:chExt cx="15048" cy="6949"/>
          </a:xfrm>
        </p:grpSpPr>
        <p:grpSp>
          <p:nvGrpSpPr>
            <p:cNvPr id="32" name="组合 31"/>
            <p:cNvGrpSpPr/>
            <p:nvPr/>
          </p:nvGrpSpPr>
          <p:grpSpPr>
            <a:xfrm>
              <a:off x="-1466" y="2124"/>
              <a:ext cx="15048" cy="3414"/>
              <a:chOff x="-1466" y="2124"/>
              <a:chExt cx="15048" cy="3414"/>
            </a:xfrm>
          </p:grpSpPr>
          <p:cxnSp>
            <p:nvCxnSpPr>
              <p:cNvPr id="24" name="直接箭头连接符 23"/>
              <p:cNvCxnSpPr/>
              <p:nvPr/>
            </p:nvCxnSpPr>
            <p:spPr>
              <a:xfrm>
                <a:off x="2836" y="3735"/>
                <a:ext cx="1424" cy="12"/>
              </a:xfrm>
              <a:prstGeom prst="straightConnector1">
                <a:avLst/>
              </a:prstGeom>
              <a:ln w="28575">
                <a:tailEnd type="arrow"/>
              </a:ln>
            </p:spPr>
            <p:style>
              <a:lnRef idx="1">
                <a:schemeClr val="accent1"/>
              </a:lnRef>
              <a:fillRef idx="0">
                <a:schemeClr val="accent1"/>
              </a:fillRef>
              <a:effectRef idx="0">
                <a:schemeClr val="accent1"/>
              </a:effectRef>
              <a:fontRef idx="minor">
                <a:schemeClr val="tx1"/>
              </a:fontRef>
            </p:style>
          </p:cxnSp>
          <p:grpSp>
            <p:nvGrpSpPr>
              <p:cNvPr id="31" name="组合 30"/>
              <p:cNvGrpSpPr/>
              <p:nvPr/>
            </p:nvGrpSpPr>
            <p:grpSpPr>
              <a:xfrm>
                <a:off x="-1466" y="2124"/>
                <a:ext cx="15048" cy="3414"/>
                <a:chOff x="-1487" y="2124"/>
                <a:chExt cx="15048" cy="3414"/>
              </a:xfrm>
            </p:grpSpPr>
            <p:grpSp>
              <p:nvGrpSpPr>
                <p:cNvPr id="3" name="组合 2"/>
                <p:cNvGrpSpPr/>
                <p:nvPr/>
              </p:nvGrpSpPr>
              <p:grpSpPr>
                <a:xfrm>
                  <a:off x="668" y="2704"/>
                  <a:ext cx="2378" cy="2056"/>
                  <a:chOff x="1571" y="3628"/>
                  <a:chExt cx="2378" cy="2056"/>
                </a:xfrm>
              </p:grpSpPr>
              <p:sp>
                <p:nvSpPr>
                  <p:cNvPr id="2" name="竖卷形 1"/>
                  <p:cNvSpPr/>
                  <p:nvPr/>
                </p:nvSpPr>
                <p:spPr>
                  <a:xfrm>
                    <a:off x="1571" y="3628"/>
                    <a:ext cx="2379" cy="2057"/>
                  </a:xfrm>
                  <a:prstGeom prst="verticalScroll">
                    <a:avLst/>
                  </a:prstGeom>
                  <a:solidFill>
                    <a:schemeClr val="accent6">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cxnSp>
                <p:nvCxnSpPr>
                  <p:cNvPr id="58" name="直接连接符 57"/>
                  <p:cNvCxnSpPr/>
                  <p:nvPr/>
                </p:nvCxnSpPr>
                <p:spPr>
                  <a:xfrm>
                    <a:off x="1986" y="4352"/>
                    <a:ext cx="1599" cy="22"/>
                  </a:xfrm>
                  <a:prstGeom prst="line">
                    <a:avLst/>
                  </a:prstGeom>
                  <a:ln w="19050">
                    <a:solidFill>
                      <a:schemeClr val="accent6">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59" name="直接连接符 58"/>
                  <p:cNvCxnSpPr/>
                  <p:nvPr/>
                </p:nvCxnSpPr>
                <p:spPr>
                  <a:xfrm>
                    <a:off x="1970" y="4568"/>
                    <a:ext cx="1599" cy="22"/>
                  </a:xfrm>
                  <a:prstGeom prst="line">
                    <a:avLst/>
                  </a:prstGeom>
                  <a:ln w="19050">
                    <a:solidFill>
                      <a:schemeClr val="accent6">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60" name="直接连接符 59"/>
                  <p:cNvCxnSpPr/>
                  <p:nvPr/>
                </p:nvCxnSpPr>
                <p:spPr>
                  <a:xfrm>
                    <a:off x="1986" y="4838"/>
                    <a:ext cx="1599" cy="22"/>
                  </a:xfrm>
                  <a:prstGeom prst="line">
                    <a:avLst/>
                  </a:prstGeom>
                  <a:ln w="19050">
                    <a:solidFill>
                      <a:schemeClr val="accent6">
                        <a:lumMod val="50000"/>
                      </a:schemeClr>
                    </a:solidFill>
                    <a:prstDash val="dash"/>
                  </a:ln>
                </p:spPr>
                <p:style>
                  <a:lnRef idx="1">
                    <a:schemeClr val="accent1"/>
                  </a:lnRef>
                  <a:fillRef idx="0">
                    <a:schemeClr val="accent1"/>
                  </a:fillRef>
                  <a:effectRef idx="0">
                    <a:schemeClr val="accent1"/>
                  </a:effectRef>
                  <a:fontRef idx="minor">
                    <a:schemeClr val="tx1"/>
                  </a:fontRef>
                </p:style>
              </p:cxnSp>
            </p:grpSp>
            <p:grpSp>
              <p:nvGrpSpPr>
                <p:cNvPr id="29" name="组合 28"/>
                <p:cNvGrpSpPr/>
                <p:nvPr/>
              </p:nvGrpSpPr>
              <p:grpSpPr>
                <a:xfrm>
                  <a:off x="11182" y="2773"/>
                  <a:ext cx="2379" cy="2057"/>
                  <a:chOff x="12575" y="2850"/>
                  <a:chExt cx="2379" cy="2057"/>
                </a:xfrm>
              </p:grpSpPr>
              <p:sp>
                <p:nvSpPr>
                  <p:cNvPr id="11" name="竖卷形 10"/>
                  <p:cNvSpPr/>
                  <p:nvPr/>
                </p:nvSpPr>
                <p:spPr>
                  <a:xfrm>
                    <a:off x="12575" y="2850"/>
                    <a:ext cx="2379" cy="2057"/>
                  </a:xfrm>
                  <a:prstGeom prst="verticalScroll">
                    <a:avLst/>
                  </a:prstGeom>
                  <a:solidFill>
                    <a:schemeClr val="accent6">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17" name="文本框 16"/>
                  <p:cNvSpPr txBox="1"/>
                  <p:nvPr/>
                </p:nvSpPr>
                <p:spPr>
                  <a:xfrm>
                    <a:off x="12845" y="3364"/>
                    <a:ext cx="1790" cy="1113"/>
                  </a:xfrm>
                  <a:prstGeom prst="rect">
                    <a:avLst/>
                  </a:prstGeom>
                  <a:noFill/>
                </p:spPr>
                <p:txBody>
                  <a:bodyPr wrap="none" rtlCol="0">
                    <a:spAutoFit/>
                  </a:bodyPr>
                  <a:p>
                    <a:r>
                      <a:rPr lang="en-US" altLang="zh-CN" sz="1000">
                        <a:solidFill>
                          <a:schemeClr val="accent6">
                            <a:lumMod val="50000"/>
                          </a:schemeClr>
                        </a:solidFill>
                      </a:rPr>
                      <a:t>0110....12014...1</a:t>
                    </a:r>
                    <a:endParaRPr lang="en-US" altLang="zh-CN" sz="1000">
                      <a:solidFill>
                        <a:schemeClr val="accent6">
                          <a:lumMod val="50000"/>
                        </a:schemeClr>
                      </a:solidFill>
                    </a:endParaRPr>
                  </a:p>
                  <a:p>
                    <a:r>
                      <a:rPr lang="en-US" altLang="zh-CN" sz="1000">
                        <a:solidFill>
                          <a:schemeClr val="accent6">
                            <a:lumMod val="50000"/>
                          </a:schemeClr>
                        </a:solidFill>
                      </a:rPr>
                      <a:t>..........................</a:t>
                    </a:r>
                    <a:endParaRPr lang="en-US" altLang="zh-CN" sz="1000">
                      <a:solidFill>
                        <a:schemeClr val="accent6">
                          <a:lumMod val="50000"/>
                        </a:schemeClr>
                      </a:solidFill>
                    </a:endParaRPr>
                  </a:p>
                  <a:p>
                    <a:r>
                      <a:rPr lang="en-US" altLang="zh-CN" sz="1000">
                        <a:solidFill>
                          <a:schemeClr val="accent6">
                            <a:lumMod val="50000"/>
                          </a:schemeClr>
                        </a:solidFill>
                      </a:rPr>
                      <a:t>..........................</a:t>
                    </a:r>
                    <a:endParaRPr lang="en-US" altLang="zh-CN" sz="1000">
                      <a:solidFill>
                        <a:schemeClr val="accent6">
                          <a:lumMod val="50000"/>
                        </a:schemeClr>
                      </a:solidFill>
                    </a:endParaRPr>
                  </a:p>
                  <a:p>
                    <a:r>
                      <a:rPr lang="en-US" altLang="zh-CN" sz="1000">
                        <a:solidFill>
                          <a:schemeClr val="accent6">
                            <a:lumMod val="50000"/>
                          </a:schemeClr>
                        </a:solidFill>
                      </a:rPr>
                      <a:t>.120023100102..</a:t>
                    </a:r>
                    <a:endParaRPr lang="en-US" altLang="zh-CN" sz="1000">
                      <a:solidFill>
                        <a:schemeClr val="accent6">
                          <a:lumMod val="50000"/>
                        </a:schemeClr>
                      </a:solidFill>
                    </a:endParaRPr>
                  </a:p>
                </p:txBody>
              </p:sp>
            </p:grpSp>
            <p:sp>
              <p:nvSpPr>
                <p:cNvPr id="25" name="文本框 24"/>
                <p:cNvSpPr txBox="1"/>
                <p:nvPr/>
              </p:nvSpPr>
              <p:spPr>
                <a:xfrm>
                  <a:off x="2855" y="2758"/>
                  <a:ext cx="1427" cy="1016"/>
                </a:xfrm>
                <a:prstGeom prst="rect">
                  <a:avLst/>
                </a:prstGeom>
                <a:noFill/>
              </p:spPr>
              <p:txBody>
                <a:bodyPr wrap="square" rtlCol="0">
                  <a:spAutoFit/>
                </a:bodyPr>
                <a:p>
                  <a:r>
                    <a:rPr lang="zh-CN" altLang="en-US">
                      <a:solidFill>
                        <a:srgbClr val="FF0000"/>
                      </a:solidFill>
                    </a:rPr>
                    <a:t>向量化表示</a:t>
                  </a:r>
                  <a:endParaRPr lang="zh-CN" altLang="en-US">
                    <a:solidFill>
                      <a:srgbClr val="FF0000"/>
                    </a:solidFill>
                  </a:endParaRPr>
                </a:p>
              </p:txBody>
            </p:sp>
            <p:sp>
              <p:nvSpPr>
                <p:cNvPr id="26" name="文本框 25"/>
                <p:cNvSpPr txBox="1"/>
                <p:nvPr/>
              </p:nvSpPr>
              <p:spPr>
                <a:xfrm>
                  <a:off x="997" y="4957"/>
                  <a:ext cx="1728" cy="580"/>
                </a:xfrm>
                <a:prstGeom prst="rect">
                  <a:avLst/>
                </a:prstGeom>
                <a:noFill/>
              </p:spPr>
              <p:txBody>
                <a:bodyPr wrap="none" rtlCol="0">
                  <a:spAutoFit/>
                </a:bodyPr>
                <a:p>
                  <a:r>
                    <a:rPr lang="zh-CN" altLang="en-US"/>
                    <a:t>串行代码</a:t>
                  </a:r>
                  <a:endParaRPr lang="zh-CN" altLang="en-US"/>
                </a:p>
              </p:txBody>
            </p:sp>
            <p:sp>
              <p:nvSpPr>
                <p:cNvPr id="28" name="文本框 27"/>
                <p:cNvSpPr txBox="1"/>
                <p:nvPr/>
              </p:nvSpPr>
              <p:spPr>
                <a:xfrm>
                  <a:off x="11763" y="4958"/>
                  <a:ext cx="1169" cy="580"/>
                </a:xfrm>
                <a:prstGeom prst="rect">
                  <a:avLst/>
                </a:prstGeom>
                <a:noFill/>
              </p:spPr>
              <p:txBody>
                <a:bodyPr wrap="square" rtlCol="0">
                  <a:spAutoFit/>
                </a:bodyPr>
                <a:p>
                  <a:r>
                    <a:rPr lang="en-US" altLang="zh-CN"/>
                    <a:t>Input</a:t>
                  </a:r>
                  <a:endParaRPr lang="zh-CN" altLang="en-US"/>
                </a:p>
              </p:txBody>
            </p:sp>
            <p:sp>
              <p:nvSpPr>
                <p:cNvPr id="30" name="文本框 29"/>
                <p:cNvSpPr txBox="1"/>
                <p:nvPr/>
              </p:nvSpPr>
              <p:spPr>
                <a:xfrm>
                  <a:off x="-1487" y="2124"/>
                  <a:ext cx="1678" cy="580"/>
                </a:xfrm>
                <a:prstGeom prst="rect">
                  <a:avLst/>
                </a:prstGeom>
                <a:noFill/>
              </p:spPr>
              <p:txBody>
                <a:bodyPr wrap="square" rtlCol="0">
                  <a:spAutoFit/>
                </a:bodyPr>
                <a:p>
                  <a:r>
                    <a:rPr lang="en-US" altLang="zh-CN"/>
                    <a:t>step 1</a:t>
                  </a:r>
                  <a:r>
                    <a:rPr lang="zh-CN" altLang="en-US"/>
                    <a:t>：</a:t>
                  </a:r>
                  <a:endParaRPr lang="zh-CN" altLang="en-US"/>
                </a:p>
              </p:txBody>
            </p:sp>
          </p:grpSp>
        </p:grpSp>
        <p:grpSp>
          <p:nvGrpSpPr>
            <p:cNvPr id="71" name="组合 70"/>
            <p:cNvGrpSpPr/>
            <p:nvPr/>
          </p:nvGrpSpPr>
          <p:grpSpPr>
            <a:xfrm>
              <a:off x="689" y="5834"/>
              <a:ext cx="12893" cy="3239"/>
              <a:chOff x="6393" y="2734"/>
              <a:chExt cx="12893" cy="3239"/>
            </a:xfrm>
          </p:grpSpPr>
          <p:sp>
            <p:nvSpPr>
              <p:cNvPr id="57" name="竖卷形 56"/>
              <p:cNvSpPr/>
              <p:nvPr/>
            </p:nvSpPr>
            <p:spPr>
              <a:xfrm>
                <a:off x="6393" y="2734"/>
                <a:ext cx="2379" cy="2057"/>
              </a:xfrm>
              <a:prstGeom prst="verticalScroll">
                <a:avLst/>
              </a:prstGeom>
              <a:solidFill>
                <a:schemeClr val="accent6">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61" name="竖卷形 60"/>
              <p:cNvSpPr/>
              <p:nvPr/>
            </p:nvSpPr>
            <p:spPr>
              <a:xfrm>
                <a:off x="16907" y="2822"/>
                <a:ext cx="2379" cy="2057"/>
              </a:xfrm>
              <a:prstGeom prst="verticalScroll">
                <a:avLst/>
              </a:prstGeom>
              <a:solidFill>
                <a:schemeClr val="accent6">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62" name="文本框 61"/>
              <p:cNvSpPr txBox="1"/>
              <p:nvPr/>
            </p:nvSpPr>
            <p:spPr>
              <a:xfrm>
                <a:off x="17219" y="3248"/>
                <a:ext cx="1790" cy="1113"/>
              </a:xfrm>
              <a:prstGeom prst="rect">
                <a:avLst/>
              </a:prstGeom>
              <a:noFill/>
            </p:spPr>
            <p:txBody>
              <a:bodyPr wrap="none" rtlCol="0">
                <a:spAutoFit/>
              </a:bodyPr>
              <a:p>
                <a:r>
                  <a:rPr lang="en-US" altLang="zh-CN" sz="1000">
                    <a:solidFill>
                      <a:schemeClr val="accent6">
                        <a:lumMod val="50000"/>
                      </a:schemeClr>
                    </a:solidFill>
                  </a:rPr>
                  <a:t>0110....12014...1</a:t>
                </a:r>
                <a:endParaRPr lang="en-US" altLang="zh-CN" sz="1000">
                  <a:solidFill>
                    <a:schemeClr val="accent6">
                      <a:lumMod val="50000"/>
                    </a:schemeClr>
                  </a:solidFill>
                </a:endParaRPr>
              </a:p>
              <a:p>
                <a:r>
                  <a:rPr lang="en-US" altLang="zh-CN" sz="1000">
                    <a:solidFill>
                      <a:schemeClr val="accent6">
                        <a:lumMod val="50000"/>
                      </a:schemeClr>
                    </a:solidFill>
                  </a:rPr>
                  <a:t>..........................</a:t>
                </a:r>
                <a:endParaRPr lang="en-US" altLang="zh-CN" sz="1000">
                  <a:solidFill>
                    <a:schemeClr val="accent6">
                      <a:lumMod val="50000"/>
                    </a:schemeClr>
                  </a:solidFill>
                </a:endParaRPr>
              </a:p>
              <a:p>
                <a:r>
                  <a:rPr lang="en-US" altLang="zh-CN" sz="1000">
                    <a:solidFill>
                      <a:schemeClr val="accent6">
                        <a:lumMod val="50000"/>
                      </a:schemeClr>
                    </a:solidFill>
                  </a:rPr>
                  <a:t>..........................</a:t>
                </a:r>
                <a:endParaRPr lang="en-US" altLang="zh-CN" sz="1000">
                  <a:solidFill>
                    <a:schemeClr val="accent6">
                      <a:lumMod val="50000"/>
                    </a:schemeClr>
                  </a:solidFill>
                </a:endParaRPr>
              </a:p>
              <a:p>
                <a:r>
                  <a:rPr lang="en-US" altLang="zh-CN" sz="1000">
                    <a:solidFill>
                      <a:schemeClr val="accent6">
                        <a:lumMod val="50000"/>
                      </a:schemeClr>
                    </a:solidFill>
                  </a:rPr>
                  <a:t>.120023100102..</a:t>
                </a:r>
                <a:endParaRPr lang="en-US" altLang="zh-CN" sz="1000">
                  <a:solidFill>
                    <a:schemeClr val="accent6">
                      <a:lumMod val="50000"/>
                    </a:schemeClr>
                  </a:solidFill>
                </a:endParaRPr>
              </a:p>
            </p:txBody>
          </p:sp>
          <p:cxnSp>
            <p:nvCxnSpPr>
              <p:cNvPr id="64" name="直接连接符 63"/>
              <p:cNvCxnSpPr/>
              <p:nvPr/>
            </p:nvCxnSpPr>
            <p:spPr>
              <a:xfrm>
                <a:off x="6783" y="3406"/>
                <a:ext cx="1599" cy="22"/>
              </a:xfrm>
              <a:prstGeom prst="line">
                <a:avLst/>
              </a:prstGeom>
              <a:ln w="19050">
                <a:solidFill>
                  <a:schemeClr val="accent6">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65" name="直接连接符 64"/>
              <p:cNvCxnSpPr/>
              <p:nvPr/>
            </p:nvCxnSpPr>
            <p:spPr>
              <a:xfrm>
                <a:off x="6783" y="3694"/>
                <a:ext cx="1599" cy="22"/>
              </a:xfrm>
              <a:prstGeom prst="line">
                <a:avLst/>
              </a:prstGeom>
              <a:ln w="19050">
                <a:solidFill>
                  <a:schemeClr val="accent6">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66" name="直接连接符 65"/>
              <p:cNvCxnSpPr/>
              <p:nvPr/>
            </p:nvCxnSpPr>
            <p:spPr>
              <a:xfrm>
                <a:off x="6783" y="4037"/>
                <a:ext cx="1599" cy="22"/>
              </a:xfrm>
              <a:prstGeom prst="line">
                <a:avLst/>
              </a:prstGeom>
              <a:ln w="19050">
                <a:solidFill>
                  <a:schemeClr val="accent6">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67" name="文本框 66"/>
              <p:cNvSpPr txBox="1"/>
              <p:nvPr/>
            </p:nvSpPr>
            <p:spPr>
              <a:xfrm>
                <a:off x="6393" y="4957"/>
                <a:ext cx="2088" cy="1016"/>
              </a:xfrm>
              <a:prstGeom prst="rect">
                <a:avLst/>
              </a:prstGeom>
              <a:noFill/>
            </p:spPr>
            <p:txBody>
              <a:bodyPr wrap="none" rtlCol="0">
                <a:spAutoFit/>
              </a:bodyPr>
              <a:p>
                <a:r>
                  <a:rPr lang="zh-CN" altLang="en-US"/>
                  <a:t>串行代码中</a:t>
                </a:r>
                <a:endParaRPr lang="zh-CN" altLang="en-US"/>
              </a:p>
              <a:p>
                <a:r>
                  <a:rPr lang="zh-CN" altLang="en-US"/>
                  <a:t>的可并行段</a:t>
                </a:r>
                <a:endParaRPr lang="zh-CN" altLang="en-US"/>
              </a:p>
            </p:txBody>
          </p:sp>
          <p:sp>
            <p:nvSpPr>
              <p:cNvPr id="68" name="文本框 67"/>
              <p:cNvSpPr txBox="1"/>
              <p:nvPr/>
            </p:nvSpPr>
            <p:spPr>
              <a:xfrm>
                <a:off x="8615" y="2753"/>
                <a:ext cx="1427" cy="1016"/>
              </a:xfrm>
              <a:prstGeom prst="rect">
                <a:avLst/>
              </a:prstGeom>
              <a:noFill/>
            </p:spPr>
            <p:txBody>
              <a:bodyPr wrap="square" rtlCol="0">
                <a:spAutoFit/>
              </a:bodyPr>
              <a:p>
                <a:r>
                  <a:rPr lang="zh-CN" altLang="en-US">
                    <a:solidFill>
                      <a:srgbClr val="FF0000"/>
                    </a:solidFill>
                  </a:rPr>
                  <a:t>向量化表示</a:t>
                </a:r>
                <a:endParaRPr lang="zh-CN" altLang="en-US">
                  <a:solidFill>
                    <a:srgbClr val="FF0000"/>
                  </a:solidFill>
                </a:endParaRPr>
              </a:p>
            </p:txBody>
          </p:sp>
          <p:cxnSp>
            <p:nvCxnSpPr>
              <p:cNvPr id="69" name="直接箭头连接符 68"/>
              <p:cNvCxnSpPr/>
              <p:nvPr/>
            </p:nvCxnSpPr>
            <p:spPr>
              <a:xfrm>
                <a:off x="8535" y="3757"/>
                <a:ext cx="1424" cy="12"/>
              </a:xfrm>
              <a:prstGeom prst="straightConnector1">
                <a:avLst/>
              </a:prstGeom>
              <a:ln w="28575">
                <a:tailEnd type="arrow"/>
              </a:ln>
            </p:spPr>
            <p:style>
              <a:lnRef idx="1">
                <a:schemeClr val="accent1"/>
              </a:lnRef>
              <a:fillRef idx="0">
                <a:schemeClr val="accent1"/>
              </a:fillRef>
              <a:effectRef idx="0">
                <a:schemeClr val="accent1"/>
              </a:effectRef>
              <a:fontRef idx="minor">
                <a:schemeClr val="tx1"/>
              </a:fontRef>
            </p:style>
          </p:cxnSp>
          <p:sp>
            <p:nvSpPr>
              <p:cNvPr id="70" name="文本框 69"/>
              <p:cNvSpPr txBox="1"/>
              <p:nvPr/>
            </p:nvSpPr>
            <p:spPr>
              <a:xfrm>
                <a:off x="17407" y="4957"/>
                <a:ext cx="1415" cy="580"/>
              </a:xfrm>
              <a:prstGeom prst="rect">
                <a:avLst/>
              </a:prstGeom>
              <a:noFill/>
            </p:spPr>
            <p:txBody>
              <a:bodyPr wrap="square" rtlCol="0">
                <a:spAutoFit/>
              </a:bodyPr>
              <a:p>
                <a:r>
                  <a:rPr lang="en-US" altLang="zh-CN"/>
                  <a:t>Output</a:t>
                </a:r>
                <a:endParaRPr lang="en-US" altLang="zh-CN"/>
              </a:p>
            </p:txBody>
          </p:sp>
        </p:grpSp>
      </p:grpSp>
      <p:sp>
        <p:nvSpPr>
          <p:cNvPr id="6" name="矩形 5"/>
          <p:cNvSpPr/>
          <p:nvPr/>
        </p:nvSpPr>
        <p:spPr>
          <a:xfrm>
            <a:off x="2568575" y="2335530"/>
            <a:ext cx="1099820" cy="357505"/>
          </a:xfrm>
          <a:prstGeom prst="rect">
            <a:avLst/>
          </a:prstGeom>
          <a:noFill/>
          <a:ln w="12700">
            <a:solidFill>
              <a:srgbClr val="FF0000"/>
            </a:solid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cxnSp>
        <p:nvCxnSpPr>
          <p:cNvPr id="12" name="直接连接符 11"/>
          <p:cNvCxnSpPr>
            <a:stCxn id="6" idx="1"/>
          </p:cNvCxnSpPr>
          <p:nvPr/>
        </p:nvCxnSpPr>
        <p:spPr>
          <a:xfrm flipH="1" flipV="1">
            <a:off x="1936750" y="2510790"/>
            <a:ext cx="631825" cy="3810"/>
          </a:xfrm>
          <a:prstGeom prst="line">
            <a:avLst/>
          </a:prstGeom>
        </p:spPr>
        <p:style>
          <a:lnRef idx="1">
            <a:schemeClr val="accent1"/>
          </a:lnRef>
          <a:fillRef idx="0">
            <a:schemeClr val="accent1"/>
          </a:fillRef>
          <a:effectRef idx="0">
            <a:schemeClr val="accent1"/>
          </a:effectRef>
          <a:fontRef idx="minor">
            <a:schemeClr val="tx1"/>
          </a:fontRef>
        </p:style>
      </p:cxnSp>
      <p:cxnSp>
        <p:nvCxnSpPr>
          <p:cNvPr id="13" name="直接连接符 12"/>
          <p:cNvCxnSpPr/>
          <p:nvPr/>
        </p:nvCxnSpPr>
        <p:spPr>
          <a:xfrm>
            <a:off x="1936750" y="2510790"/>
            <a:ext cx="0" cy="3023235"/>
          </a:xfrm>
          <a:prstGeom prst="line">
            <a:avLst/>
          </a:prstGeom>
        </p:spPr>
        <p:style>
          <a:lnRef idx="1">
            <a:schemeClr val="accent1"/>
          </a:lnRef>
          <a:fillRef idx="0">
            <a:schemeClr val="accent1"/>
          </a:fillRef>
          <a:effectRef idx="0">
            <a:schemeClr val="accent1"/>
          </a:effectRef>
          <a:fontRef idx="minor">
            <a:schemeClr val="tx1"/>
          </a:fontRef>
        </p:style>
      </p:cxnSp>
      <p:cxnSp>
        <p:nvCxnSpPr>
          <p:cNvPr id="14" name="直接箭头连接符 13"/>
          <p:cNvCxnSpPr>
            <a:endCxn id="67" idx="1"/>
          </p:cNvCxnSpPr>
          <p:nvPr/>
        </p:nvCxnSpPr>
        <p:spPr>
          <a:xfrm>
            <a:off x="1923415" y="5534025"/>
            <a:ext cx="427355" cy="127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graphicFrame>
        <p:nvGraphicFramePr>
          <p:cNvPr id="15" name="表格 14"/>
          <p:cNvGraphicFramePr/>
          <p:nvPr/>
        </p:nvGraphicFramePr>
        <p:xfrm>
          <a:off x="4667885" y="1773555"/>
          <a:ext cx="3300730" cy="3272790"/>
        </p:xfrm>
        <a:graphic>
          <a:graphicData uri="http://schemas.openxmlformats.org/drawingml/2006/table">
            <a:tbl>
              <a:tblPr firstRow="1" bandRow="1">
                <a:tableStyleId>{5C22544A-7EE6-4342-B048-85BDC9FD1C3A}</a:tableStyleId>
              </a:tblPr>
              <a:tblGrid>
                <a:gridCol w="1650365"/>
                <a:gridCol w="1650365"/>
              </a:tblGrid>
              <a:tr h="545465">
                <a:tc gridSpan="2">
                  <a:txBody>
                    <a:bodyPr/>
                    <a:p>
                      <a:pPr algn="ctr">
                        <a:buNone/>
                      </a:pPr>
                      <a:r>
                        <a:rPr lang="en-US" altLang="zh-CN" sz="1800">
                          <a:solidFill>
                            <a:schemeClr val="tx1"/>
                          </a:solidFill>
                        </a:rPr>
                        <a:t>Weight Matrix</a:t>
                      </a:r>
                      <a:endParaRPr lang="en-US" altLang="zh-CN" sz="1800">
                        <a:solidFill>
                          <a:schemeClr val="tx1"/>
                        </a:solidFill>
                      </a:endParaRPr>
                    </a:p>
                  </a:txBody>
                  <a:tcPr anchor="ctr" anchorCtr="0">
                    <a:noFill/>
                  </a:tcPr>
                </a:tc>
                <a:tc hMerge="1">
                  <a:tcPr/>
                </a:tc>
              </a:tr>
              <a:tr h="545465">
                <a:tc>
                  <a:txBody>
                    <a:bodyPr/>
                    <a:p>
                      <a:pPr algn="ctr">
                        <a:buNone/>
                      </a:pPr>
                      <a:r>
                        <a:rPr lang="en-US" altLang="zh-CN"/>
                        <a:t>int</a:t>
                      </a:r>
                      <a:endParaRPr lang="en-US" altLang="zh-CN"/>
                    </a:p>
                  </a:txBody>
                  <a:tcPr anchor="ctr" anchorCtr="0"/>
                </a:tc>
                <a:tc>
                  <a:txBody>
                    <a:bodyPr/>
                    <a:p>
                      <a:pPr algn="ctr">
                        <a:buNone/>
                      </a:pPr>
                      <a:r>
                        <a:rPr lang="en-US" altLang="zh-CN"/>
                        <a:t>0000001</a:t>
                      </a:r>
                      <a:endParaRPr lang="en-US" altLang="zh-CN"/>
                    </a:p>
                  </a:txBody>
                  <a:tcPr anchor="ctr" anchorCtr="0"/>
                </a:tc>
              </a:tr>
              <a:tr h="545465">
                <a:tc>
                  <a:txBody>
                    <a:bodyPr/>
                    <a:p>
                      <a:pPr algn="ctr">
                        <a:buNone/>
                      </a:pPr>
                      <a:r>
                        <a:rPr lang="en-US" altLang="zh-CN"/>
                        <a:t>for</a:t>
                      </a:r>
                      <a:endParaRPr lang="en-US" altLang="zh-CN"/>
                    </a:p>
                  </a:txBody>
                  <a:tcPr anchor="ctr" anchorCtr="0"/>
                </a:tc>
                <a:tc>
                  <a:txBody>
                    <a:bodyPr/>
                    <a:p>
                      <a:pPr algn="ctr">
                        <a:buNone/>
                      </a:pPr>
                      <a:r>
                        <a:rPr lang="en-US" altLang="zh-CN"/>
                        <a:t>0000010</a:t>
                      </a:r>
                      <a:endParaRPr lang="en-US" altLang="zh-CN"/>
                    </a:p>
                  </a:txBody>
                  <a:tcPr anchor="ctr" anchorCtr="0"/>
                </a:tc>
              </a:tr>
              <a:tr h="545465">
                <a:tc>
                  <a:txBody>
                    <a:bodyPr/>
                    <a:p>
                      <a:pPr algn="ctr">
                        <a:buNone/>
                      </a:pPr>
                      <a:r>
                        <a:rPr lang="en-US" altLang="zh-CN" b="1"/>
                        <a:t>...</a:t>
                      </a:r>
                      <a:endParaRPr lang="en-US" altLang="zh-CN" b="1"/>
                    </a:p>
                  </a:txBody>
                  <a:tcPr anchor="ctr" anchorCtr="0"/>
                </a:tc>
                <a:tc>
                  <a:txBody>
                    <a:bodyPr/>
                    <a:p>
                      <a:pPr algn="ctr">
                        <a:buNone/>
                      </a:pPr>
                      <a:r>
                        <a:rPr lang="en-US" altLang="zh-CN" b="1"/>
                        <a:t>...</a:t>
                      </a:r>
                      <a:endParaRPr lang="en-US" altLang="zh-CN" b="1"/>
                    </a:p>
                  </a:txBody>
                  <a:tcPr anchor="ctr" anchorCtr="0"/>
                </a:tc>
              </a:tr>
              <a:tr h="545465">
                <a:tc>
                  <a:txBody>
                    <a:bodyPr/>
                    <a:p>
                      <a:pPr algn="ctr">
                        <a:buNone/>
                      </a:pPr>
                      <a:r>
                        <a:rPr lang="en-US" altLang="zh-CN" b="1"/>
                        <a:t>...</a:t>
                      </a:r>
                      <a:endParaRPr lang="en-US" altLang="zh-CN" b="1"/>
                    </a:p>
                  </a:txBody>
                  <a:tcPr anchor="ctr" anchorCtr="0"/>
                </a:tc>
                <a:tc>
                  <a:txBody>
                    <a:bodyPr/>
                    <a:p>
                      <a:pPr algn="ctr">
                        <a:buNone/>
                      </a:pPr>
                      <a:r>
                        <a:rPr lang="en-US" altLang="zh-CN" b="1"/>
                        <a:t>...</a:t>
                      </a:r>
                      <a:endParaRPr lang="en-US" altLang="zh-CN" b="1"/>
                    </a:p>
                  </a:txBody>
                  <a:tcPr anchor="ctr" anchorCtr="0"/>
                </a:tc>
              </a:tr>
              <a:tr h="545465">
                <a:tc>
                  <a:txBody>
                    <a:bodyPr/>
                    <a:p>
                      <a:pPr algn="ctr">
                        <a:buNone/>
                      </a:pPr>
                      <a:r>
                        <a:rPr lang="en-US" altLang="zh-CN"/>
                        <a:t>}</a:t>
                      </a:r>
                      <a:endParaRPr lang="en-US" altLang="zh-CN"/>
                    </a:p>
                  </a:txBody>
                  <a:tcPr anchor="ctr" anchorCtr="0"/>
                </a:tc>
                <a:tc>
                  <a:txBody>
                    <a:bodyPr/>
                    <a:p>
                      <a:pPr algn="ctr">
                        <a:buNone/>
                      </a:pPr>
                      <a:r>
                        <a:rPr lang="en-US" altLang="zh-CN"/>
                        <a:t>1111111</a:t>
                      </a:r>
                      <a:endParaRPr lang="en-US" altLang="zh-CN"/>
                    </a:p>
                  </a:txBody>
                  <a:tcPr anchor="ctr" anchorCtr="0"/>
                </a:tc>
              </a:tr>
            </a:tbl>
          </a:graphicData>
        </a:graphic>
      </p:graphicFrame>
      <p:cxnSp>
        <p:nvCxnSpPr>
          <p:cNvPr id="16" name="直接箭头连接符 15"/>
          <p:cNvCxnSpPr/>
          <p:nvPr/>
        </p:nvCxnSpPr>
        <p:spPr>
          <a:xfrm>
            <a:off x="7945755" y="4465955"/>
            <a:ext cx="1179195" cy="0"/>
          </a:xfrm>
          <a:prstGeom prst="straightConnector1">
            <a:avLst/>
          </a:prstGeom>
          <a:ln w="28575">
            <a:tailEnd type="arrow"/>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flipV="1">
            <a:off x="7912100" y="2682240"/>
            <a:ext cx="1212850" cy="10795"/>
          </a:xfrm>
          <a:prstGeom prst="straightConnector1">
            <a:avLst/>
          </a:prstGeom>
          <a:ln w="28575">
            <a:tailEnd type="arrow"/>
          </a:ln>
        </p:spPr>
        <p:style>
          <a:lnRef idx="1">
            <a:schemeClr val="accent1"/>
          </a:lnRef>
          <a:fillRef idx="0">
            <a:schemeClr val="accent1"/>
          </a:fillRef>
          <a:effectRef idx="0">
            <a:schemeClr val="accent1"/>
          </a:effectRef>
          <a:fontRef idx="minor">
            <a:schemeClr val="tx1"/>
          </a:fontRef>
        </p:style>
      </p:cxnSp>
      <p:sp>
        <p:nvSpPr>
          <p:cNvPr id="20" name="文本框 19"/>
          <p:cNvSpPr txBox="1"/>
          <p:nvPr/>
        </p:nvSpPr>
        <p:spPr>
          <a:xfrm>
            <a:off x="7863840" y="2213610"/>
            <a:ext cx="1343025" cy="368300"/>
          </a:xfrm>
          <a:prstGeom prst="rect">
            <a:avLst/>
          </a:prstGeom>
          <a:noFill/>
        </p:spPr>
        <p:txBody>
          <a:bodyPr wrap="square" rtlCol="0" anchor="t">
            <a:spAutoFit/>
          </a:bodyPr>
          <a:p>
            <a:r>
              <a:rPr lang="zh-CN" altLang="en-US">
                <a:solidFill>
                  <a:srgbClr val="FF0000"/>
                </a:solidFill>
              </a:rPr>
              <a:t>Emb</a:t>
            </a:r>
            <a:r>
              <a:rPr lang="en-US" altLang="zh-CN">
                <a:solidFill>
                  <a:srgbClr val="FF0000"/>
                </a:solidFill>
              </a:rPr>
              <a:t>ed</a:t>
            </a:r>
            <a:r>
              <a:rPr lang="zh-CN" altLang="en-US">
                <a:solidFill>
                  <a:srgbClr val="FF0000"/>
                </a:solidFill>
              </a:rPr>
              <a:t>ding</a:t>
            </a:r>
            <a:endParaRPr lang="zh-CN" altLang="en-US">
              <a:solidFill>
                <a:srgbClr val="FF0000"/>
              </a:solidFill>
            </a:endParaRPr>
          </a:p>
        </p:txBody>
      </p:sp>
      <p:sp>
        <p:nvSpPr>
          <p:cNvPr id="21" name="文本框 20"/>
          <p:cNvSpPr txBox="1"/>
          <p:nvPr/>
        </p:nvSpPr>
        <p:spPr>
          <a:xfrm>
            <a:off x="7863840" y="4082415"/>
            <a:ext cx="1343025" cy="368300"/>
          </a:xfrm>
          <a:prstGeom prst="rect">
            <a:avLst/>
          </a:prstGeom>
          <a:noFill/>
        </p:spPr>
        <p:txBody>
          <a:bodyPr wrap="square" rtlCol="0" anchor="t">
            <a:spAutoFit/>
          </a:bodyPr>
          <a:p>
            <a:r>
              <a:rPr lang="zh-CN" altLang="en-US">
                <a:solidFill>
                  <a:srgbClr val="FF0000"/>
                </a:solidFill>
              </a:rPr>
              <a:t>Emb</a:t>
            </a:r>
            <a:r>
              <a:rPr lang="en-US" altLang="zh-CN">
                <a:solidFill>
                  <a:srgbClr val="FF0000"/>
                </a:solidFill>
              </a:rPr>
              <a:t>ed</a:t>
            </a:r>
            <a:r>
              <a:rPr lang="zh-CN" altLang="en-US">
                <a:solidFill>
                  <a:srgbClr val="FF0000"/>
                </a:solidFill>
              </a:rPr>
              <a:t>ding</a:t>
            </a:r>
            <a:endParaRPr lang="zh-CN" altLang="en-US">
              <a:solidFill>
                <a:srgbClr val="FF0000"/>
              </a:solidFill>
            </a:endParaRPr>
          </a:p>
        </p:txBody>
      </p:sp>
    </p:spTree>
    <p:custDataLst>
      <p:tags r:id="rId6"/>
    </p:custData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custDataLst>
              <p:tags r:id="rId1"/>
            </p:custDataLst>
          </p:nvPr>
        </p:nvSpPr>
        <p:spPr>
          <a:xfrm>
            <a:off x="641985" y="52070"/>
            <a:ext cx="2857500" cy="417830"/>
          </a:xfrm>
        </p:spPr>
        <p:txBody>
          <a:bodyPr lIns="0" tIns="0" rIns="0" bIns="0" anchor="ctr" anchorCtr="1">
            <a:normAutofit fontScale="90000"/>
          </a:bodyPr>
          <a:lstStyle/>
          <a:p>
            <a:r>
              <a:rPr lang="zh-CN" altLang="en-US" dirty="0">
                <a:solidFill>
                  <a:srgbClr val="C00000"/>
                </a:solidFill>
              </a:rPr>
              <a:t>研究内容与方法</a:t>
            </a:r>
            <a:endParaRPr lang="zh-CN" altLang="en-US" dirty="0">
              <a:solidFill>
                <a:srgbClr val="C00000"/>
              </a:solidFill>
            </a:endParaRPr>
          </a:p>
        </p:txBody>
      </p:sp>
      <p:grpSp>
        <p:nvGrpSpPr>
          <p:cNvPr id="21506" name="组合 7"/>
          <p:cNvGrpSpPr/>
          <p:nvPr/>
        </p:nvGrpSpPr>
        <p:grpSpPr>
          <a:xfrm>
            <a:off x="166370" y="208280"/>
            <a:ext cx="366395" cy="193040"/>
            <a:chOff x="1990725" y="838200"/>
            <a:chExt cx="295275" cy="142875"/>
          </a:xfrm>
        </p:grpSpPr>
        <p:cxnSp>
          <p:nvCxnSpPr>
            <p:cNvPr id="4" name="直接连接符 3"/>
            <p:cNvCxnSpPr/>
            <p:nvPr>
              <p:custDataLst>
                <p:tags r:id="rId2"/>
              </p:custDataLst>
            </p:nvPr>
          </p:nvCxnSpPr>
          <p:spPr>
            <a:xfrm>
              <a:off x="1990725" y="838200"/>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7" name="直接连接符 6"/>
            <p:cNvCxnSpPr/>
            <p:nvPr>
              <p:custDataLst>
                <p:tags r:id="rId3"/>
              </p:custDataLst>
            </p:nvPr>
          </p:nvCxnSpPr>
          <p:spPr>
            <a:xfrm>
              <a:off x="1990725" y="909637"/>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8" name="直接连接符 7"/>
            <p:cNvCxnSpPr/>
            <p:nvPr>
              <p:custDataLst>
                <p:tags r:id="rId4"/>
              </p:custDataLst>
            </p:nvPr>
          </p:nvCxnSpPr>
          <p:spPr>
            <a:xfrm>
              <a:off x="1990725" y="981075"/>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grpSp>
      <p:pic>
        <p:nvPicPr>
          <p:cNvPr id="87" name="图片 86" descr="timg"/>
          <p:cNvPicPr>
            <a:picLocks noChangeAspect="1"/>
          </p:cNvPicPr>
          <p:nvPr/>
        </p:nvPicPr>
        <p:blipFill>
          <a:blip r:embed="rId5"/>
          <a:stretch>
            <a:fillRect/>
          </a:stretch>
        </p:blipFill>
        <p:spPr>
          <a:xfrm>
            <a:off x="9907270" y="2540"/>
            <a:ext cx="2282190" cy="992505"/>
          </a:xfrm>
          <a:prstGeom prst="rect">
            <a:avLst/>
          </a:prstGeom>
        </p:spPr>
      </p:pic>
      <p:sp>
        <p:nvSpPr>
          <p:cNvPr id="19" name="文本框 18"/>
          <p:cNvSpPr txBox="1"/>
          <p:nvPr/>
        </p:nvSpPr>
        <p:spPr>
          <a:xfrm>
            <a:off x="166370" y="701040"/>
            <a:ext cx="2697480" cy="368300"/>
          </a:xfrm>
          <a:prstGeom prst="rect">
            <a:avLst/>
          </a:prstGeom>
          <a:noFill/>
        </p:spPr>
        <p:txBody>
          <a:bodyPr wrap="none" rtlCol="0" anchor="t">
            <a:spAutoFit/>
          </a:bodyPr>
          <a:p>
            <a:r>
              <a:rPr lang="zh-CN" altLang="en-US" b="1">
                <a:sym typeface="+mn-ea"/>
              </a:rPr>
              <a:t>可并行性预测模型部分：</a:t>
            </a:r>
            <a:endParaRPr lang="zh-CN" altLang="en-US"/>
          </a:p>
        </p:txBody>
      </p:sp>
      <p:sp>
        <p:nvSpPr>
          <p:cNvPr id="33" name="文本框 32"/>
          <p:cNvSpPr txBox="1"/>
          <p:nvPr/>
        </p:nvSpPr>
        <p:spPr>
          <a:xfrm>
            <a:off x="166370" y="1597025"/>
            <a:ext cx="1065530" cy="368300"/>
          </a:xfrm>
          <a:prstGeom prst="rect">
            <a:avLst/>
          </a:prstGeom>
          <a:noFill/>
        </p:spPr>
        <p:txBody>
          <a:bodyPr wrap="square" rtlCol="0">
            <a:spAutoFit/>
          </a:bodyPr>
          <a:p>
            <a:r>
              <a:rPr lang="en-US" altLang="zh-CN"/>
              <a:t>step 2</a:t>
            </a:r>
            <a:r>
              <a:rPr lang="zh-CN" altLang="en-US"/>
              <a:t>：</a:t>
            </a:r>
            <a:endParaRPr lang="zh-CN" altLang="en-US"/>
          </a:p>
        </p:txBody>
      </p:sp>
      <p:pic>
        <p:nvPicPr>
          <p:cNvPr id="25" name="图片 24" descr="Encoder-Decoder框架"/>
          <p:cNvPicPr>
            <a:picLocks noChangeAspect="1"/>
          </p:cNvPicPr>
          <p:nvPr/>
        </p:nvPicPr>
        <p:blipFill>
          <a:blip r:embed="rId6"/>
          <a:stretch>
            <a:fillRect/>
          </a:stretch>
        </p:blipFill>
        <p:spPr>
          <a:xfrm>
            <a:off x="5735320" y="995045"/>
            <a:ext cx="6205855" cy="1941195"/>
          </a:xfrm>
          <a:prstGeom prst="rect">
            <a:avLst/>
          </a:prstGeom>
        </p:spPr>
      </p:pic>
      <p:pic>
        <p:nvPicPr>
          <p:cNvPr id="27" name="图片 26" descr="e&amp;d stru1"/>
          <p:cNvPicPr>
            <a:picLocks noChangeAspect="1"/>
          </p:cNvPicPr>
          <p:nvPr/>
        </p:nvPicPr>
        <p:blipFill>
          <a:blip r:embed="rId7"/>
          <a:stretch>
            <a:fillRect/>
          </a:stretch>
        </p:blipFill>
        <p:spPr>
          <a:xfrm>
            <a:off x="5735320" y="3437255"/>
            <a:ext cx="6205855" cy="2385060"/>
          </a:xfrm>
          <a:prstGeom prst="rect">
            <a:avLst/>
          </a:prstGeom>
        </p:spPr>
      </p:pic>
      <p:sp>
        <p:nvSpPr>
          <p:cNvPr id="51" name="文本框 50"/>
          <p:cNvSpPr txBox="1"/>
          <p:nvPr/>
        </p:nvSpPr>
        <p:spPr>
          <a:xfrm>
            <a:off x="4669790" y="1597025"/>
            <a:ext cx="1065530" cy="368300"/>
          </a:xfrm>
          <a:prstGeom prst="rect">
            <a:avLst/>
          </a:prstGeom>
          <a:noFill/>
        </p:spPr>
        <p:txBody>
          <a:bodyPr wrap="square" rtlCol="0">
            <a:spAutoFit/>
          </a:bodyPr>
          <a:p>
            <a:r>
              <a:rPr lang="en-US" altLang="zh-CN"/>
              <a:t>step 3</a:t>
            </a:r>
            <a:r>
              <a:rPr lang="zh-CN" altLang="en-US"/>
              <a:t>：</a:t>
            </a:r>
            <a:endParaRPr lang="zh-CN" altLang="en-US"/>
          </a:p>
        </p:txBody>
      </p:sp>
      <p:sp>
        <p:nvSpPr>
          <p:cNvPr id="3" name="文本框 2"/>
          <p:cNvSpPr txBox="1"/>
          <p:nvPr/>
        </p:nvSpPr>
        <p:spPr>
          <a:xfrm>
            <a:off x="8225790" y="2983230"/>
            <a:ext cx="1449070" cy="306705"/>
          </a:xfrm>
          <a:prstGeom prst="rect">
            <a:avLst/>
          </a:prstGeom>
          <a:noFill/>
        </p:spPr>
        <p:txBody>
          <a:bodyPr wrap="none" rtlCol="0">
            <a:spAutoFit/>
          </a:bodyPr>
          <a:p>
            <a:r>
              <a:rPr lang="en-US" altLang="zh-CN" sz="1400"/>
              <a:t>Seq2Seq</a:t>
            </a:r>
            <a:r>
              <a:rPr lang="zh-CN" altLang="en-US" sz="1400"/>
              <a:t>模型图</a:t>
            </a:r>
            <a:endParaRPr lang="zh-CN" altLang="en-US" sz="1400"/>
          </a:p>
        </p:txBody>
      </p:sp>
      <p:sp>
        <p:nvSpPr>
          <p:cNvPr id="9" name="文本框 8"/>
          <p:cNvSpPr txBox="1"/>
          <p:nvPr/>
        </p:nvSpPr>
        <p:spPr>
          <a:xfrm>
            <a:off x="8225790" y="5822315"/>
            <a:ext cx="1804670" cy="306705"/>
          </a:xfrm>
          <a:prstGeom prst="rect">
            <a:avLst/>
          </a:prstGeom>
          <a:noFill/>
        </p:spPr>
        <p:txBody>
          <a:bodyPr wrap="none" rtlCol="0">
            <a:spAutoFit/>
          </a:bodyPr>
          <a:p>
            <a:r>
              <a:rPr lang="en-US" altLang="zh-CN" sz="1400"/>
              <a:t>Seq2Seq</a:t>
            </a:r>
            <a:r>
              <a:rPr lang="zh-CN" altLang="en-US" sz="1400"/>
              <a:t>模型展开图</a:t>
            </a:r>
            <a:endParaRPr lang="zh-CN" altLang="en-US" sz="1400"/>
          </a:p>
        </p:txBody>
      </p:sp>
      <p:grpSp>
        <p:nvGrpSpPr>
          <p:cNvPr id="15" name="组合 14"/>
          <p:cNvGrpSpPr/>
          <p:nvPr/>
        </p:nvGrpSpPr>
        <p:grpSpPr>
          <a:xfrm>
            <a:off x="1231900" y="1965325"/>
            <a:ext cx="3261360" cy="3144520"/>
            <a:chOff x="1940" y="3095"/>
            <a:chExt cx="5136" cy="4952"/>
          </a:xfrm>
        </p:grpSpPr>
        <p:sp>
          <p:nvSpPr>
            <p:cNvPr id="45" name="左大括号 44"/>
            <p:cNvSpPr/>
            <p:nvPr/>
          </p:nvSpPr>
          <p:spPr>
            <a:xfrm>
              <a:off x="1940" y="3095"/>
              <a:ext cx="469" cy="4093"/>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p>
              <a:pPr algn="ctr"/>
              <a:endParaRPr lang="zh-CN" altLang="en-US"/>
            </a:p>
          </p:txBody>
        </p:sp>
        <p:sp>
          <p:nvSpPr>
            <p:cNvPr id="46" name="左大括号 45"/>
            <p:cNvSpPr/>
            <p:nvPr/>
          </p:nvSpPr>
          <p:spPr>
            <a:xfrm rot="10800000">
              <a:off x="6608" y="3118"/>
              <a:ext cx="469" cy="4093"/>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p>
              <a:pPr algn="ctr"/>
              <a:endParaRPr lang="zh-CN" altLang="en-US"/>
            </a:p>
          </p:txBody>
        </p:sp>
        <p:sp>
          <p:nvSpPr>
            <p:cNvPr id="47" name="文本框 46"/>
            <p:cNvSpPr txBox="1"/>
            <p:nvPr/>
          </p:nvSpPr>
          <p:spPr>
            <a:xfrm>
              <a:off x="3789" y="7467"/>
              <a:ext cx="1368" cy="580"/>
            </a:xfrm>
            <a:prstGeom prst="rect">
              <a:avLst/>
            </a:prstGeom>
            <a:noFill/>
          </p:spPr>
          <p:txBody>
            <a:bodyPr wrap="none" rtlCol="0">
              <a:spAutoFit/>
            </a:bodyPr>
            <a:p>
              <a:r>
                <a:rPr lang="zh-CN" altLang="en-US"/>
                <a:t>训练集</a:t>
              </a:r>
              <a:endParaRPr lang="zh-CN" altLang="en-US"/>
            </a:p>
          </p:txBody>
        </p:sp>
        <p:sp>
          <p:nvSpPr>
            <p:cNvPr id="11" name="双括号 10"/>
            <p:cNvSpPr/>
            <p:nvPr/>
          </p:nvSpPr>
          <p:spPr>
            <a:xfrm>
              <a:off x="2876" y="3233"/>
              <a:ext cx="3194" cy="573"/>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p>
              <a:pPr algn="ctr"/>
              <a:r>
                <a:rPr lang="en-US" altLang="zh-CN"/>
                <a:t>Input</a:t>
              </a:r>
              <a:r>
                <a:rPr lang="en-US" altLang="zh-CN" baseline="-25000"/>
                <a:t>1</a:t>
              </a:r>
              <a:r>
                <a:rPr lang="zh-CN" altLang="en-US"/>
                <a:t>，</a:t>
              </a:r>
              <a:r>
                <a:rPr lang="en-US" altLang="zh-CN"/>
                <a:t>Output</a:t>
              </a:r>
              <a:r>
                <a:rPr lang="en-US" altLang="zh-CN" baseline="-25000"/>
                <a:t>1</a:t>
              </a:r>
              <a:endParaRPr lang="en-US" altLang="zh-CN" baseline="-25000"/>
            </a:p>
          </p:txBody>
        </p:sp>
        <p:sp>
          <p:nvSpPr>
            <p:cNvPr id="12" name="双括号 11"/>
            <p:cNvSpPr/>
            <p:nvPr/>
          </p:nvSpPr>
          <p:spPr>
            <a:xfrm>
              <a:off x="2876" y="4051"/>
              <a:ext cx="3194" cy="573"/>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p>
              <a:pPr algn="ctr"/>
              <a:r>
                <a:rPr lang="en-US" altLang="zh-CN"/>
                <a:t>Input</a:t>
              </a:r>
              <a:r>
                <a:rPr lang="en-US" altLang="zh-CN" baseline="-25000"/>
                <a:t>2</a:t>
              </a:r>
              <a:r>
                <a:rPr lang="zh-CN" altLang="en-US"/>
                <a:t>，</a:t>
              </a:r>
              <a:r>
                <a:rPr lang="en-US" altLang="zh-CN"/>
                <a:t>Output</a:t>
              </a:r>
              <a:r>
                <a:rPr lang="en-US" altLang="zh-CN" baseline="-25000"/>
                <a:t>2</a:t>
              </a:r>
              <a:endParaRPr lang="en-US" altLang="zh-CN" baseline="-25000"/>
            </a:p>
          </p:txBody>
        </p:sp>
        <p:sp>
          <p:nvSpPr>
            <p:cNvPr id="13" name="双括号 12"/>
            <p:cNvSpPr/>
            <p:nvPr/>
          </p:nvSpPr>
          <p:spPr>
            <a:xfrm>
              <a:off x="2876" y="6301"/>
              <a:ext cx="3194" cy="573"/>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p>
              <a:pPr algn="ctr"/>
              <a:r>
                <a:rPr lang="en-US" altLang="zh-CN"/>
                <a:t>Input</a:t>
              </a:r>
              <a:r>
                <a:rPr lang="en-US" altLang="zh-CN" baseline="-25000"/>
                <a:t>n</a:t>
              </a:r>
              <a:r>
                <a:rPr lang="zh-CN" altLang="en-US"/>
                <a:t>，</a:t>
              </a:r>
              <a:r>
                <a:rPr lang="en-US" altLang="zh-CN"/>
                <a:t>Output</a:t>
              </a:r>
              <a:r>
                <a:rPr lang="en-US" altLang="zh-CN" baseline="-25000"/>
                <a:t>n</a:t>
              </a:r>
              <a:endParaRPr lang="en-US" altLang="zh-CN" baseline="-25000"/>
            </a:p>
          </p:txBody>
        </p:sp>
        <p:sp>
          <p:nvSpPr>
            <p:cNvPr id="14" name="文本框 13"/>
            <p:cNvSpPr txBox="1"/>
            <p:nvPr/>
          </p:nvSpPr>
          <p:spPr>
            <a:xfrm>
              <a:off x="2875" y="5110"/>
              <a:ext cx="3195" cy="580"/>
            </a:xfrm>
            <a:prstGeom prst="rect">
              <a:avLst/>
            </a:prstGeom>
            <a:noFill/>
          </p:spPr>
          <p:txBody>
            <a:bodyPr wrap="square" rtlCol="0" anchor="ctr" anchorCtr="0">
              <a:spAutoFit/>
            </a:bodyPr>
            <a:p>
              <a:pPr algn="ctr"/>
              <a:r>
                <a:rPr lang="en-US" altLang="zh-CN" b="1"/>
                <a:t>...</a:t>
              </a:r>
              <a:endParaRPr lang="en-US" altLang="zh-CN" b="1"/>
            </a:p>
          </p:txBody>
        </p:sp>
      </p:grpSp>
    </p:spTree>
    <p:custDataLst>
      <p:tags r:id="rId8"/>
    </p:custData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custDataLst>
              <p:tags r:id="rId1"/>
            </p:custDataLst>
          </p:nvPr>
        </p:nvSpPr>
        <p:spPr>
          <a:xfrm>
            <a:off x="641985" y="52070"/>
            <a:ext cx="2857500" cy="417830"/>
          </a:xfrm>
        </p:spPr>
        <p:txBody>
          <a:bodyPr lIns="0" tIns="0" rIns="0" bIns="0" anchor="ctr" anchorCtr="1">
            <a:normAutofit fontScale="90000"/>
          </a:bodyPr>
          <a:lstStyle/>
          <a:p>
            <a:r>
              <a:rPr lang="zh-CN" altLang="en-US" dirty="0">
                <a:solidFill>
                  <a:srgbClr val="C00000"/>
                </a:solidFill>
              </a:rPr>
              <a:t>研究内容与方法</a:t>
            </a:r>
            <a:endParaRPr lang="zh-CN" altLang="en-US" dirty="0">
              <a:solidFill>
                <a:srgbClr val="C00000"/>
              </a:solidFill>
            </a:endParaRPr>
          </a:p>
        </p:txBody>
      </p:sp>
      <p:grpSp>
        <p:nvGrpSpPr>
          <p:cNvPr id="21506" name="组合 7"/>
          <p:cNvGrpSpPr/>
          <p:nvPr/>
        </p:nvGrpSpPr>
        <p:grpSpPr>
          <a:xfrm>
            <a:off x="166370" y="208280"/>
            <a:ext cx="366395" cy="193040"/>
            <a:chOff x="1990725" y="838200"/>
            <a:chExt cx="295275" cy="142875"/>
          </a:xfrm>
        </p:grpSpPr>
        <p:cxnSp>
          <p:nvCxnSpPr>
            <p:cNvPr id="4" name="直接连接符 3"/>
            <p:cNvCxnSpPr/>
            <p:nvPr>
              <p:custDataLst>
                <p:tags r:id="rId2"/>
              </p:custDataLst>
            </p:nvPr>
          </p:nvCxnSpPr>
          <p:spPr>
            <a:xfrm>
              <a:off x="1990725" y="838200"/>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7" name="直接连接符 6"/>
            <p:cNvCxnSpPr/>
            <p:nvPr>
              <p:custDataLst>
                <p:tags r:id="rId3"/>
              </p:custDataLst>
            </p:nvPr>
          </p:nvCxnSpPr>
          <p:spPr>
            <a:xfrm>
              <a:off x="1990725" y="909637"/>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8" name="直接连接符 7"/>
            <p:cNvCxnSpPr/>
            <p:nvPr>
              <p:custDataLst>
                <p:tags r:id="rId4"/>
              </p:custDataLst>
            </p:nvPr>
          </p:nvCxnSpPr>
          <p:spPr>
            <a:xfrm>
              <a:off x="1990725" y="981075"/>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grpSp>
      <p:pic>
        <p:nvPicPr>
          <p:cNvPr id="87" name="图片 86" descr="timg"/>
          <p:cNvPicPr>
            <a:picLocks noChangeAspect="1"/>
          </p:cNvPicPr>
          <p:nvPr/>
        </p:nvPicPr>
        <p:blipFill>
          <a:blip r:embed="rId5"/>
          <a:stretch>
            <a:fillRect/>
          </a:stretch>
        </p:blipFill>
        <p:spPr>
          <a:xfrm>
            <a:off x="9907270" y="2540"/>
            <a:ext cx="2282190" cy="992505"/>
          </a:xfrm>
          <a:prstGeom prst="rect">
            <a:avLst/>
          </a:prstGeom>
        </p:spPr>
      </p:pic>
      <p:sp>
        <p:nvSpPr>
          <p:cNvPr id="19" name="文本框 18"/>
          <p:cNvSpPr txBox="1"/>
          <p:nvPr/>
        </p:nvSpPr>
        <p:spPr>
          <a:xfrm>
            <a:off x="166370" y="701040"/>
            <a:ext cx="2697480" cy="368300"/>
          </a:xfrm>
          <a:prstGeom prst="rect">
            <a:avLst/>
          </a:prstGeom>
          <a:noFill/>
        </p:spPr>
        <p:txBody>
          <a:bodyPr wrap="none" rtlCol="0" anchor="t">
            <a:spAutoFit/>
          </a:bodyPr>
          <a:p>
            <a:r>
              <a:rPr lang="zh-CN" altLang="en-US" b="1">
                <a:sym typeface="+mn-ea"/>
              </a:rPr>
              <a:t>可并行性预测模型部分：</a:t>
            </a:r>
            <a:endParaRPr lang="zh-CN" altLang="en-US"/>
          </a:p>
        </p:txBody>
      </p:sp>
      <p:pic>
        <p:nvPicPr>
          <p:cNvPr id="2" name="图片 1"/>
          <p:cNvPicPr>
            <a:picLocks noChangeAspect="1"/>
          </p:cNvPicPr>
          <p:nvPr/>
        </p:nvPicPr>
        <p:blipFill>
          <a:blip r:embed="rId6"/>
          <a:stretch>
            <a:fillRect/>
          </a:stretch>
        </p:blipFill>
        <p:spPr>
          <a:xfrm>
            <a:off x="662305" y="1069340"/>
            <a:ext cx="10868025" cy="5753100"/>
          </a:xfrm>
          <a:prstGeom prst="rect">
            <a:avLst/>
          </a:prstGeom>
        </p:spPr>
      </p:pic>
      <p:sp>
        <p:nvSpPr>
          <p:cNvPr id="9" name="文本框 8"/>
          <p:cNvSpPr txBox="1"/>
          <p:nvPr/>
        </p:nvSpPr>
        <p:spPr>
          <a:xfrm>
            <a:off x="3903980" y="3378200"/>
            <a:ext cx="7626350" cy="1137285"/>
          </a:xfrm>
          <a:prstGeom prst="rect">
            <a:avLst/>
          </a:prstGeom>
          <a:solidFill>
            <a:srgbClr val="92D050">
              <a:alpha val="30000"/>
            </a:srgbClr>
          </a:solidFill>
        </p:spPr>
        <p:txBody>
          <a:bodyPr wrap="square" rtlCol="0">
            <a:spAutoFit/>
          </a:bodyPr>
          <a:p>
            <a:endParaRPr lang="zh-CN" altLang="en-US" sz="1600"/>
          </a:p>
          <a:p>
            <a:endParaRPr lang="zh-CN" altLang="en-US" sz="1600"/>
          </a:p>
          <a:p>
            <a:endParaRPr lang="zh-CN" altLang="en-US"/>
          </a:p>
          <a:p>
            <a:endParaRPr lang="zh-CN" altLang="en-US"/>
          </a:p>
        </p:txBody>
      </p:sp>
    </p:spTree>
    <p:custDataLst>
      <p:tags r:id="rId7"/>
    </p:custData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custDataLst>
              <p:tags r:id="rId1"/>
            </p:custDataLst>
          </p:nvPr>
        </p:nvSpPr>
        <p:spPr>
          <a:xfrm>
            <a:off x="641985" y="52070"/>
            <a:ext cx="2857500" cy="417830"/>
          </a:xfrm>
        </p:spPr>
        <p:txBody>
          <a:bodyPr lIns="0" tIns="0" rIns="0" bIns="0" anchor="ctr" anchorCtr="1">
            <a:normAutofit fontScale="90000"/>
          </a:bodyPr>
          <a:lstStyle/>
          <a:p>
            <a:r>
              <a:rPr lang="zh-CN" altLang="en-US" dirty="0">
                <a:solidFill>
                  <a:srgbClr val="C00000"/>
                </a:solidFill>
              </a:rPr>
              <a:t>预期目标与计划</a:t>
            </a:r>
            <a:endParaRPr lang="zh-CN" altLang="en-US" dirty="0">
              <a:solidFill>
                <a:srgbClr val="C00000"/>
              </a:solidFill>
            </a:endParaRPr>
          </a:p>
        </p:txBody>
      </p:sp>
      <p:grpSp>
        <p:nvGrpSpPr>
          <p:cNvPr id="21506" name="组合 7"/>
          <p:cNvGrpSpPr/>
          <p:nvPr/>
        </p:nvGrpSpPr>
        <p:grpSpPr>
          <a:xfrm>
            <a:off x="166370" y="208280"/>
            <a:ext cx="366395" cy="193040"/>
            <a:chOff x="1990725" y="838200"/>
            <a:chExt cx="295275" cy="142875"/>
          </a:xfrm>
        </p:grpSpPr>
        <p:cxnSp>
          <p:nvCxnSpPr>
            <p:cNvPr id="4" name="直接连接符 3"/>
            <p:cNvCxnSpPr/>
            <p:nvPr>
              <p:custDataLst>
                <p:tags r:id="rId2"/>
              </p:custDataLst>
            </p:nvPr>
          </p:nvCxnSpPr>
          <p:spPr>
            <a:xfrm>
              <a:off x="1990725" y="838200"/>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7" name="直接连接符 6"/>
            <p:cNvCxnSpPr/>
            <p:nvPr>
              <p:custDataLst>
                <p:tags r:id="rId3"/>
              </p:custDataLst>
            </p:nvPr>
          </p:nvCxnSpPr>
          <p:spPr>
            <a:xfrm>
              <a:off x="1990725" y="909637"/>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8" name="直接连接符 7"/>
            <p:cNvCxnSpPr/>
            <p:nvPr>
              <p:custDataLst>
                <p:tags r:id="rId4"/>
              </p:custDataLst>
            </p:nvPr>
          </p:nvCxnSpPr>
          <p:spPr>
            <a:xfrm>
              <a:off x="1990725" y="981075"/>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grpSp>
      <p:pic>
        <p:nvPicPr>
          <p:cNvPr id="87" name="图片 86" descr="timg"/>
          <p:cNvPicPr>
            <a:picLocks noChangeAspect="1"/>
          </p:cNvPicPr>
          <p:nvPr/>
        </p:nvPicPr>
        <p:blipFill>
          <a:blip r:embed="rId5"/>
          <a:stretch>
            <a:fillRect/>
          </a:stretch>
        </p:blipFill>
        <p:spPr>
          <a:xfrm>
            <a:off x="9907270" y="2540"/>
            <a:ext cx="2282190" cy="992505"/>
          </a:xfrm>
          <a:prstGeom prst="rect">
            <a:avLst/>
          </a:prstGeom>
        </p:spPr>
      </p:pic>
      <p:sp>
        <p:nvSpPr>
          <p:cNvPr id="2" name="文本框 1"/>
          <p:cNvSpPr txBox="1"/>
          <p:nvPr/>
        </p:nvSpPr>
        <p:spPr>
          <a:xfrm>
            <a:off x="166370" y="701040"/>
            <a:ext cx="1325880" cy="368300"/>
          </a:xfrm>
          <a:prstGeom prst="rect">
            <a:avLst/>
          </a:prstGeom>
          <a:noFill/>
        </p:spPr>
        <p:txBody>
          <a:bodyPr wrap="none" rtlCol="0" anchor="t">
            <a:spAutoFit/>
          </a:bodyPr>
          <a:p>
            <a:r>
              <a:rPr lang="zh-CN" altLang="en-US" b="1">
                <a:sym typeface="+mn-ea"/>
              </a:rPr>
              <a:t>预期目标：</a:t>
            </a:r>
            <a:endParaRPr lang="zh-CN" altLang="en-US"/>
          </a:p>
        </p:txBody>
      </p:sp>
      <p:sp>
        <p:nvSpPr>
          <p:cNvPr id="3" name="文本框 2"/>
          <p:cNvSpPr txBox="1"/>
          <p:nvPr/>
        </p:nvSpPr>
        <p:spPr>
          <a:xfrm>
            <a:off x="166370" y="3244850"/>
            <a:ext cx="1097280" cy="368300"/>
          </a:xfrm>
          <a:prstGeom prst="rect">
            <a:avLst/>
          </a:prstGeom>
          <a:noFill/>
        </p:spPr>
        <p:txBody>
          <a:bodyPr wrap="none" rtlCol="0" anchor="t">
            <a:spAutoFit/>
          </a:bodyPr>
          <a:p>
            <a:r>
              <a:rPr lang="zh-CN" altLang="en-US" b="1">
                <a:sym typeface="+mn-ea"/>
              </a:rPr>
              <a:t>创新点：</a:t>
            </a:r>
            <a:endParaRPr lang="zh-CN" altLang="en-US"/>
          </a:p>
        </p:txBody>
      </p:sp>
      <p:sp>
        <p:nvSpPr>
          <p:cNvPr id="100" name="文本框 99"/>
          <p:cNvSpPr txBox="1"/>
          <p:nvPr/>
        </p:nvSpPr>
        <p:spPr>
          <a:xfrm>
            <a:off x="1263650" y="1489710"/>
            <a:ext cx="8643620" cy="1014730"/>
          </a:xfrm>
          <a:prstGeom prst="rect">
            <a:avLst/>
          </a:prstGeom>
          <a:noFill/>
          <a:ln w="9525">
            <a:noFill/>
          </a:ln>
        </p:spPr>
        <p:txBody>
          <a:bodyPr wrap="square">
            <a:spAutoFit/>
          </a:bodyPr>
          <a:p>
            <a:pPr marL="342900" indent="-342900">
              <a:buClr>
                <a:srgbClr val="C00000"/>
              </a:buClr>
              <a:buFont typeface="Wingdings" panose="05000000000000000000" charset="0"/>
              <a:buChar char="Ø"/>
            </a:pPr>
            <a:r>
              <a:rPr lang="zh-CN" sz="2000" b="0">
                <a:solidFill>
                  <a:srgbClr val="212121"/>
                </a:solidFill>
                <a:latin typeface="黑体" panose="02010609060101010101" charset="-122"/>
                <a:ea typeface="黑体" panose="02010609060101010101" charset="-122"/>
              </a:rPr>
              <a:t>实现一个编辑界面友好、操作体验方便快捷、具备可并行代码段提示功能的并行标记语言编辑器</a:t>
            </a:r>
            <a:endParaRPr lang="zh-CN" sz="2000" b="0">
              <a:solidFill>
                <a:srgbClr val="212121"/>
              </a:solidFill>
              <a:latin typeface="黑体" panose="02010609060101010101" charset="-122"/>
              <a:ea typeface="黑体" panose="02010609060101010101" charset="-122"/>
            </a:endParaRPr>
          </a:p>
          <a:p>
            <a:pPr marL="342900" indent="-342900">
              <a:buClr>
                <a:srgbClr val="C00000"/>
              </a:buClr>
              <a:buFont typeface="Wingdings" panose="05000000000000000000" charset="0"/>
              <a:buChar char="Ø"/>
            </a:pPr>
            <a:r>
              <a:rPr lang="zh-CN" sz="2000">
                <a:solidFill>
                  <a:srgbClr val="212121"/>
                </a:solidFill>
                <a:latin typeface="黑体" panose="02010609060101010101" charset="-122"/>
                <a:ea typeface="黑体" panose="02010609060101010101" charset="-122"/>
                <a:sym typeface="+mn-ea"/>
              </a:rPr>
              <a:t>实现一个易懂易用、覆盖并行混合编程模型基本功能的并行标记语言</a:t>
            </a:r>
            <a:endParaRPr lang="zh-CN" altLang="en-US" sz="2000">
              <a:latin typeface="黑体" panose="02010609060101010101" charset="-122"/>
              <a:ea typeface="黑体" panose="02010609060101010101" charset="-122"/>
            </a:endParaRPr>
          </a:p>
        </p:txBody>
      </p:sp>
      <p:sp>
        <p:nvSpPr>
          <p:cNvPr id="10" name="文本框 9"/>
          <p:cNvSpPr txBox="1"/>
          <p:nvPr/>
        </p:nvSpPr>
        <p:spPr>
          <a:xfrm>
            <a:off x="1263650" y="4118610"/>
            <a:ext cx="8643620" cy="706755"/>
          </a:xfrm>
          <a:prstGeom prst="rect">
            <a:avLst/>
          </a:prstGeom>
          <a:noFill/>
          <a:ln w="9525">
            <a:noFill/>
          </a:ln>
        </p:spPr>
        <p:txBody>
          <a:bodyPr wrap="square">
            <a:spAutoFit/>
          </a:bodyPr>
          <a:p>
            <a:pPr marL="342900" indent="-342900">
              <a:buClr>
                <a:srgbClr val="C00000"/>
              </a:buClr>
              <a:buFont typeface="Wingdings" panose="05000000000000000000" charset="0"/>
              <a:buChar char="Ø"/>
            </a:pPr>
            <a:r>
              <a:rPr lang="zh-CN" sz="2000" b="0">
                <a:solidFill>
                  <a:srgbClr val="212121"/>
                </a:solidFill>
                <a:latin typeface="黑体" panose="02010609060101010101" charset="-122"/>
                <a:ea typeface="黑体" panose="02010609060101010101" charset="-122"/>
              </a:rPr>
              <a:t>将</a:t>
            </a:r>
            <a:r>
              <a:rPr lang="en-US" altLang="zh-CN" sz="2000" b="0">
                <a:solidFill>
                  <a:srgbClr val="212121"/>
                </a:solidFill>
                <a:latin typeface="黑体" panose="02010609060101010101" charset="-122"/>
                <a:ea typeface="黑体" panose="02010609060101010101" charset="-122"/>
              </a:rPr>
              <a:t>XML</a:t>
            </a:r>
            <a:r>
              <a:rPr lang="zh-CN" altLang="en-US" sz="2000" b="0">
                <a:solidFill>
                  <a:srgbClr val="212121"/>
                </a:solidFill>
                <a:latin typeface="黑体" panose="02010609060101010101" charset="-122"/>
                <a:ea typeface="黑体" panose="02010609060101010101" charset="-122"/>
              </a:rPr>
              <a:t>技术应用于并行编程，简化并行编程接口，降低并行编程技术门槛</a:t>
            </a:r>
            <a:endParaRPr lang="zh-CN" sz="2000" b="0">
              <a:solidFill>
                <a:srgbClr val="212121"/>
              </a:solidFill>
              <a:latin typeface="黑体" panose="02010609060101010101" charset="-122"/>
              <a:ea typeface="黑体" panose="02010609060101010101" charset="-122"/>
            </a:endParaRPr>
          </a:p>
          <a:p>
            <a:pPr marL="342900" indent="-342900">
              <a:buClr>
                <a:srgbClr val="C00000"/>
              </a:buClr>
              <a:buFont typeface="Wingdings" panose="05000000000000000000" charset="0"/>
              <a:buChar char="Ø"/>
            </a:pPr>
            <a:r>
              <a:rPr lang="zh-CN" altLang="en-US" sz="2000">
                <a:latin typeface="黑体" panose="02010609060101010101" charset="-122"/>
                <a:ea typeface="黑体" panose="02010609060101010101" charset="-122"/>
              </a:rPr>
              <a:t>利用循环神经网络（</a:t>
            </a:r>
            <a:r>
              <a:rPr lang="en-US" altLang="zh-CN" sz="2000">
                <a:latin typeface="黑体" panose="02010609060101010101" charset="-122"/>
                <a:ea typeface="黑体" panose="02010609060101010101" charset="-122"/>
              </a:rPr>
              <a:t>RNN</a:t>
            </a:r>
            <a:r>
              <a:rPr lang="zh-CN" altLang="en-US" sz="2000">
                <a:latin typeface="黑体" panose="02010609060101010101" charset="-122"/>
                <a:ea typeface="黑体" panose="02010609060101010101" charset="-122"/>
              </a:rPr>
              <a:t>）研究程序的可并行性问题</a:t>
            </a:r>
            <a:endParaRPr lang="zh-CN" altLang="en-US" sz="2000">
              <a:latin typeface="黑体" panose="02010609060101010101" charset="-122"/>
              <a:ea typeface="黑体" panose="02010609060101010101" charset="-122"/>
            </a:endParaRPr>
          </a:p>
        </p:txBody>
      </p:sp>
    </p:spTree>
    <p:custDataLst>
      <p:tags r:id="rId6"/>
    </p:custData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custDataLst>
              <p:tags r:id="rId1"/>
            </p:custDataLst>
          </p:nvPr>
        </p:nvSpPr>
        <p:spPr>
          <a:xfrm>
            <a:off x="641985" y="52070"/>
            <a:ext cx="2857500" cy="417830"/>
          </a:xfrm>
        </p:spPr>
        <p:txBody>
          <a:bodyPr lIns="0" tIns="0" rIns="0" bIns="0" anchor="ctr" anchorCtr="1">
            <a:normAutofit fontScale="90000"/>
          </a:bodyPr>
          <a:lstStyle/>
          <a:p>
            <a:r>
              <a:rPr lang="zh-CN" altLang="en-US" dirty="0">
                <a:solidFill>
                  <a:srgbClr val="C00000"/>
                </a:solidFill>
              </a:rPr>
              <a:t>预期目标与计划</a:t>
            </a:r>
            <a:endParaRPr lang="zh-CN" altLang="en-US" dirty="0">
              <a:solidFill>
                <a:srgbClr val="C00000"/>
              </a:solidFill>
            </a:endParaRPr>
          </a:p>
        </p:txBody>
      </p:sp>
      <p:grpSp>
        <p:nvGrpSpPr>
          <p:cNvPr id="21506" name="组合 7"/>
          <p:cNvGrpSpPr/>
          <p:nvPr/>
        </p:nvGrpSpPr>
        <p:grpSpPr>
          <a:xfrm>
            <a:off x="166370" y="208280"/>
            <a:ext cx="366395" cy="193040"/>
            <a:chOff x="1990725" y="838200"/>
            <a:chExt cx="295275" cy="142875"/>
          </a:xfrm>
        </p:grpSpPr>
        <p:cxnSp>
          <p:nvCxnSpPr>
            <p:cNvPr id="4" name="直接连接符 3"/>
            <p:cNvCxnSpPr/>
            <p:nvPr>
              <p:custDataLst>
                <p:tags r:id="rId2"/>
              </p:custDataLst>
            </p:nvPr>
          </p:nvCxnSpPr>
          <p:spPr>
            <a:xfrm>
              <a:off x="1990725" y="838200"/>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7" name="直接连接符 6"/>
            <p:cNvCxnSpPr/>
            <p:nvPr>
              <p:custDataLst>
                <p:tags r:id="rId3"/>
              </p:custDataLst>
            </p:nvPr>
          </p:nvCxnSpPr>
          <p:spPr>
            <a:xfrm>
              <a:off x="1990725" y="909637"/>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8" name="直接连接符 7"/>
            <p:cNvCxnSpPr/>
            <p:nvPr>
              <p:custDataLst>
                <p:tags r:id="rId4"/>
              </p:custDataLst>
            </p:nvPr>
          </p:nvCxnSpPr>
          <p:spPr>
            <a:xfrm>
              <a:off x="1990725" y="981075"/>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grpSp>
      <p:pic>
        <p:nvPicPr>
          <p:cNvPr id="87" name="图片 86" descr="timg"/>
          <p:cNvPicPr>
            <a:picLocks noChangeAspect="1"/>
          </p:cNvPicPr>
          <p:nvPr/>
        </p:nvPicPr>
        <p:blipFill>
          <a:blip r:embed="rId5"/>
          <a:stretch>
            <a:fillRect/>
          </a:stretch>
        </p:blipFill>
        <p:spPr>
          <a:xfrm>
            <a:off x="9907270" y="2540"/>
            <a:ext cx="2282190" cy="992505"/>
          </a:xfrm>
          <a:prstGeom prst="rect">
            <a:avLst/>
          </a:prstGeom>
        </p:spPr>
      </p:pic>
      <p:sp>
        <p:nvSpPr>
          <p:cNvPr id="2" name="文本框 1"/>
          <p:cNvSpPr txBox="1"/>
          <p:nvPr/>
        </p:nvSpPr>
        <p:spPr>
          <a:xfrm>
            <a:off x="166370" y="701040"/>
            <a:ext cx="1325880" cy="368300"/>
          </a:xfrm>
          <a:prstGeom prst="rect">
            <a:avLst/>
          </a:prstGeom>
          <a:noFill/>
        </p:spPr>
        <p:txBody>
          <a:bodyPr wrap="none" rtlCol="0" anchor="t">
            <a:spAutoFit/>
          </a:bodyPr>
          <a:p>
            <a:r>
              <a:rPr lang="zh-CN" altLang="en-US" b="1">
                <a:sym typeface="+mn-ea"/>
              </a:rPr>
              <a:t>研究计划：</a:t>
            </a:r>
            <a:endParaRPr lang="zh-CN" altLang="en-US"/>
          </a:p>
        </p:txBody>
      </p:sp>
      <p:cxnSp>
        <p:nvCxnSpPr>
          <p:cNvPr id="17" name="直接箭头连接符 16"/>
          <p:cNvCxnSpPr/>
          <p:nvPr/>
        </p:nvCxnSpPr>
        <p:spPr>
          <a:xfrm>
            <a:off x="641985" y="3192145"/>
            <a:ext cx="10502900" cy="0"/>
          </a:xfrm>
          <a:prstGeom prst="straightConnector1">
            <a:avLst/>
          </a:prstGeom>
          <a:ln w="38100">
            <a:solidFill>
              <a:schemeClr val="accent6">
                <a:lumMod val="50000"/>
              </a:schemeClr>
            </a:solidFill>
            <a:tailEnd type="arrow"/>
          </a:ln>
        </p:spPr>
        <p:style>
          <a:lnRef idx="1">
            <a:schemeClr val="accent1"/>
          </a:lnRef>
          <a:fillRef idx="0">
            <a:schemeClr val="accent1"/>
          </a:fillRef>
          <a:effectRef idx="0">
            <a:schemeClr val="accent1"/>
          </a:effectRef>
          <a:fontRef idx="minor">
            <a:schemeClr val="tx1"/>
          </a:fontRef>
        </p:style>
      </p:cxnSp>
      <p:sp>
        <p:nvSpPr>
          <p:cNvPr id="184" name=" 184"/>
          <p:cNvSpPr/>
          <p:nvPr/>
        </p:nvSpPr>
        <p:spPr>
          <a:xfrm>
            <a:off x="1492250" y="3115945"/>
            <a:ext cx="165100" cy="152400"/>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18" name=" 184"/>
          <p:cNvSpPr/>
          <p:nvPr/>
        </p:nvSpPr>
        <p:spPr>
          <a:xfrm>
            <a:off x="4096385" y="3115945"/>
            <a:ext cx="165100" cy="152400"/>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19" name=" 184"/>
          <p:cNvSpPr/>
          <p:nvPr/>
        </p:nvSpPr>
        <p:spPr>
          <a:xfrm>
            <a:off x="6750050" y="3115945"/>
            <a:ext cx="165100" cy="152400"/>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20" name=" 184"/>
          <p:cNvSpPr/>
          <p:nvPr/>
        </p:nvSpPr>
        <p:spPr>
          <a:xfrm>
            <a:off x="9417050" y="3115945"/>
            <a:ext cx="165100" cy="152400"/>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22" name="文本框 21"/>
          <p:cNvSpPr txBox="1"/>
          <p:nvPr/>
        </p:nvSpPr>
        <p:spPr>
          <a:xfrm>
            <a:off x="1070610" y="2747645"/>
            <a:ext cx="1008380" cy="368300"/>
          </a:xfrm>
          <a:prstGeom prst="rect">
            <a:avLst/>
          </a:prstGeom>
          <a:noFill/>
        </p:spPr>
        <p:txBody>
          <a:bodyPr wrap="none" rtlCol="0">
            <a:spAutoFit/>
          </a:bodyPr>
          <a:p>
            <a:r>
              <a:rPr lang="en-US" altLang="zh-CN"/>
              <a:t>2018.10</a:t>
            </a:r>
            <a:endParaRPr lang="en-US" altLang="zh-CN"/>
          </a:p>
        </p:txBody>
      </p:sp>
      <p:sp>
        <p:nvSpPr>
          <p:cNvPr id="23" name="文本框 22"/>
          <p:cNvSpPr txBox="1"/>
          <p:nvPr/>
        </p:nvSpPr>
        <p:spPr>
          <a:xfrm>
            <a:off x="3674745" y="2747645"/>
            <a:ext cx="1008380" cy="368300"/>
          </a:xfrm>
          <a:prstGeom prst="rect">
            <a:avLst/>
          </a:prstGeom>
          <a:noFill/>
        </p:spPr>
        <p:txBody>
          <a:bodyPr wrap="none" rtlCol="0">
            <a:spAutoFit/>
          </a:bodyPr>
          <a:p>
            <a:r>
              <a:rPr lang="en-US" altLang="zh-CN"/>
              <a:t>2019.05</a:t>
            </a:r>
            <a:endParaRPr lang="en-US" altLang="zh-CN"/>
          </a:p>
        </p:txBody>
      </p:sp>
      <p:sp>
        <p:nvSpPr>
          <p:cNvPr id="29" name="文本框 28"/>
          <p:cNvSpPr txBox="1"/>
          <p:nvPr/>
        </p:nvSpPr>
        <p:spPr>
          <a:xfrm>
            <a:off x="6328410" y="2747645"/>
            <a:ext cx="1008380" cy="368300"/>
          </a:xfrm>
          <a:prstGeom prst="rect">
            <a:avLst/>
          </a:prstGeom>
          <a:noFill/>
        </p:spPr>
        <p:txBody>
          <a:bodyPr wrap="none" rtlCol="0">
            <a:spAutoFit/>
          </a:bodyPr>
          <a:p>
            <a:r>
              <a:rPr lang="en-US" altLang="zh-CN"/>
              <a:t>2019.10</a:t>
            </a:r>
            <a:endParaRPr lang="en-US" altLang="zh-CN"/>
          </a:p>
        </p:txBody>
      </p:sp>
      <p:sp>
        <p:nvSpPr>
          <p:cNvPr id="30" name="文本框 29"/>
          <p:cNvSpPr txBox="1"/>
          <p:nvPr/>
        </p:nvSpPr>
        <p:spPr>
          <a:xfrm>
            <a:off x="8995410" y="2747645"/>
            <a:ext cx="1008380" cy="368300"/>
          </a:xfrm>
          <a:prstGeom prst="rect">
            <a:avLst/>
          </a:prstGeom>
          <a:noFill/>
        </p:spPr>
        <p:txBody>
          <a:bodyPr wrap="none" rtlCol="0">
            <a:spAutoFit/>
          </a:bodyPr>
          <a:p>
            <a:r>
              <a:rPr lang="en-US" altLang="zh-CN"/>
              <a:t>2019.12</a:t>
            </a:r>
            <a:endParaRPr lang="en-US" altLang="zh-CN"/>
          </a:p>
        </p:txBody>
      </p:sp>
      <p:sp>
        <p:nvSpPr>
          <p:cNvPr id="35" name="文本框 34"/>
          <p:cNvSpPr txBox="1"/>
          <p:nvPr/>
        </p:nvSpPr>
        <p:spPr>
          <a:xfrm>
            <a:off x="1492250" y="3700145"/>
            <a:ext cx="4102735" cy="1886585"/>
          </a:xfrm>
          <a:prstGeom prst="rect">
            <a:avLst/>
          </a:prstGeom>
          <a:noFill/>
          <a:ln>
            <a:solidFill>
              <a:srgbClr val="C00000"/>
            </a:solidFill>
          </a:ln>
        </p:spPr>
        <p:txBody>
          <a:bodyPr wrap="square" rtlCol="0">
            <a:spAutoFit/>
          </a:bodyPr>
          <a:p>
            <a:pPr algn="l" fontAlgn="auto">
              <a:lnSpc>
                <a:spcPts val="2000"/>
              </a:lnSpc>
            </a:pPr>
            <a:r>
              <a:rPr lang="zh-CN" altLang="en-US" sz="1400">
                <a:latin typeface="微软雅黑" panose="020B0503020204020204" charset="-122"/>
                <a:ea typeface="微软雅黑" panose="020B0503020204020204" charset="-122"/>
                <a:cs typeface="微软雅黑" panose="020B0503020204020204" charset="-122"/>
              </a:rPr>
              <a:t>(1) 总结相关论文中标记语言的实现思路与技术路线，确定本课题研究方案</a:t>
            </a:r>
            <a:endParaRPr lang="zh-CN" altLang="en-US" sz="1400">
              <a:latin typeface="微软雅黑" panose="020B0503020204020204" charset="-122"/>
              <a:ea typeface="微软雅黑" panose="020B0503020204020204" charset="-122"/>
              <a:cs typeface="微软雅黑" panose="020B0503020204020204" charset="-122"/>
            </a:endParaRPr>
          </a:p>
          <a:p>
            <a:pPr algn="l" fontAlgn="auto">
              <a:lnSpc>
                <a:spcPts val="2000"/>
              </a:lnSpc>
            </a:pPr>
            <a:r>
              <a:rPr lang="zh-CN" altLang="en-US" sz="1400">
                <a:latin typeface="微软雅黑" panose="020B0503020204020204" charset="-122"/>
                <a:ea typeface="微软雅黑" panose="020B0503020204020204" charset="-122"/>
                <a:cs typeface="微软雅黑" panose="020B0503020204020204" charset="-122"/>
              </a:rPr>
              <a:t>(2) 并行标记语言的设计与实现</a:t>
            </a:r>
            <a:endParaRPr lang="zh-CN" altLang="en-US" sz="1400">
              <a:latin typeface="微软雅黑" panose="020B0503020204020204" charset="-122"/>
              <a:ea typeface="微软雅黑" panose="020B0503020204020204" charset="-122"/>
              <a:cs typeface="微软雅黑" panose="020B0503020204020204" charset="-122"/>
            </a:endParaRPr>
          </a:p>
          <a:p>
            <a:pPr algn="l" fontAlgn="auto">
              <a:lnSpc>
                <a:spcPts val="2000"/>
              </a:lnSpc>
            </a:pPr>
            <a:r>
              <a:rPr lang="zh-CN" altLang="en-US" sz="1400">
                <a:latin typeface="微软雅黑" panose="020B0503020204020204" charset="-122"/>
                <a:ea typeface="微软雅黑" panose="020B0503020204020204" charset="-122"/>
                <a:cs typeface="微软雅黑" panose="020B0503020204020204" charset="-122"/>
              </a:rPr>
              <a:t>(3) 标记语言编辑器的设计与实现</a:t>
            </a:r>
            <a:endParaRPr lang="zh-CN" altLang="en-US" sz="1400">
              <a:latin typeface="微软雅黑" panose="020B0503020204020204" charset="-122"/>
              <a:ea typeface="微软雅黑" panose="020B0503020204020204" charset="-122"/>
              <a:cs typeface="微软雅黑" panose="020B0503020204020204" charset="-122"/>
            </a:endParaRPr>
          </a:p>
          <a:p>
            <a:pPr algn="l" fontAlgn="auto">
              <a:lnSpc>
                <a:spcPts val="2000"/>
              </a:lnSpc>
            </a:pPr>
            <a:r>
              <a:rPr lang="zh-CN" altLang="en-US" sz="1400">
                <a:latin typeface="微软雅黑" panose="020B0503020204020204" charset="-122"/>
                <a:ea typeface="微软雅黑" panose="020B0503020204020204" charset="-122"/>
                <a:cs typeface="微软雅黑" panose="020B0503020204020204" charset="-122"/>
              </a:rPr>
              <a:t>(4) 试验与结果分析</a:t>
            </a:r>
            <a:endParaRPr lang="zh-CN" altLang="en-US" sz="1400">
              <a:latin typeface="微软雅黑" panose="020B0503020204020204" charset="-122"/>
              <a:ea typeface="微软雅黑" panose="020B0503020204020204" charset="-122"/>
              <a:cs typeface="微软雅黑" panose="020B0503020204020204" charset="-122"/>
            </a:endParaRPr>
          </a:p>
          <a:p>
            <a:pPr algn="l" fontAlgn="auto">
              <a:lnSpc>
                <a:spcPts val="2000"/>
              </a:lnSpc>
            </a:pPr>
            <a:r>
              <a:rPr lang="zh-CN" altLang="en-US" sz="1400">
                <a:latin typeface="微软雅黑" panose="020B0503020204020204" charset="-122"/>
                <a:ea typeface="微软雅黑" panose="020B0503020204020204" charset="-122"/>
                <a:cs typeface="微软雅黑" panose="020B0503020204020204" charset="-122"/>
              </a:rPr>
              <a:t>(5) 第二阶段数据集收集（大量的串行程序及其对应的并行程序）</a:t>
            </a:r>
            <a:endParaRPr lang="zh-CN" altLang="en-US" sz="1400">
              <a:latin typeface="微软雅黑" panose="020B0503020204020204" charset="-122"/>
              <a:ea typeface="微软雅黑" panose="020B0503020204020204" charset="-122"/>
              <a:cs typeface="微软雅黑" panose="020B0503020204020204" charset="-122"/>
            </a:endParaRPr>
          </a:p>
        </p:txBody>
      </p:sp>
      <p:sp>
        <p:nvSpPr>
          <p:cNvPr id="36" name="文本框 35"/>
          <p:cNvSpPr txBox="1"/>
          <p:nvPr/>
        </p:nvSpPr>
        <p:spPr>
          <a:xfrm>
            <a:off x="5051425" y="995045"/>
            <a:ext cx="3635375" cy="1373505"/>
          </a:xfrm>
          <a:prstGeom prst="rect">
            <a:avLst/>
          </a:prstGeom>
          <a:noFill/>
          <a:ln>
            <a:solidFill>
              <a:srgbClr val="C00000"/>
            </a:solidFill>
          </a:ln>
        </p:spPr>
        <p:txBody>
          <a:bodyPr wrap="square" rtlCol="0">
            <a:spAutoFit/>
          </a:bodyPr>
          <a:p>
            <a:pPr algn="l" fontAlgn="auto">
              <a:lnSpc>
                <a:spcPts val="2000"/>
              </a:lnSpc>
            </a:pPr>
            <a:r>
              <a:rPr lang="zh-CN" altLang="en-US" sz="1400">
                <a:latin typeface="微软雅黑" panose="020B0503020204020204" charset="-122"/>
                <a:ea typeface="微软雅黑" panose="020B0503020204020204" charset="-122"/>
                <a:cs typeface="微软雅黑" panose="020B0503020204020204" charset="-122"/>
              </a:rPr>
              <a:t>(1) 数据集预处理</a:t>
            </a:r>
            <a:endParaRPr lang="zh-CN" altLang="en-US" sz="1400">
              <a:latin typeface="微软雅黑" panose="020B0503020204020204" charset="-122"/>
              <a:ea typeface="微软雅黑" panose="020B0503020204020204" charset="-122"/>
              <a:cs typeface="微软雅黑" panose="020B0503020204020204" charset="-122"/>
            </a:endParaRPr>
          </a:p>
          <a:p>
            <a:pPr algn="l" fontAlgn="auto">
              <a:lnSpc>
                <a:spcPts val="2000"/>
              </a:lnSpc>
            </a:pPr>
            <a:r>
              <a:rPr lang="zh-CN" altLang="en-US" sz="1400">
                <a:latin typeface="微软雅黑" panose="020B0503020204020204" charset="-122"/>
                <a:ea typeface="微软雅黑" panose="020B0503020204020204" charset="-122"/>
                <a:cs typeface="微软雅黑" panose="020B0503020204020204" charset="-122"/>
              </a:rPr>
              <a:t>(2) RNN、LSTM、Seq2Seq论文涉猎、用法学习及代码研读</a:t>
            </a:r>
            <a:endParaRPr lang="zh-CN" altLang="en-US" sz="1400">
              <a:latin typeface="微软雅黑" panose="020B0503020204020204" charset="-122"/>
              <a:ea typeface="微软雅黑" panose="020B0503020204020204" charset="-122"/>
              <a:cs typeface="微软雅黑" panose="020B0503020204020204" charset="-122"/>
            </a:endParaRPr>
          </a:p>
          <a:p>
            <a:pPr algn="l" fontAlgn="auto">
              <a:lnSpc>
                <a:spcPts val="2000"/>
              </a:lnSpc>
            </a:pPr>
            <a:r>
              <a:rPr lang="zh-CN" altLang="en-US" sz="1400">
                <a:latin typeface="微软雅黑" panose="020B0503020204020204" charset="-122"/>
                <a:ea typeface="微软雅黑" panose="020B0503020204020204" charset="-122"/>
                <a:cs typeface="微软雅黑" panose="020B0503020204020204" charset="-122"/>
              </a:rPr>
              <a:t>(3) 模型构建及训练</a:t>
            </a:r>
            <a:endParaRPr lang="zh-CN" altLang="en-US" sz="1400">
              <a:latin typeface="微软雅黑" panose="020B0503020204020204" charset="-122"/>
              <a:ea typeface="微软雅黑" panose="020B0503020204020204" charset="-122"/>
              <a:cs typeface="微软雅黑" panose="020B0503020204020204" charset="-122"/>
            </a:endParaRPr>
          </a:p>
          <a:p>
            <a:pPr algn="l" fontAlgn="auto">
              <a:lnSpc>
                <a:spcPts val="2000"/>
              </a:lnSpc>
            </a:pPr>
            <a:r>
              <a:rPr lang="zh-CN" altLang="en-US" sz="1400">
                <a:latin typeface="微软雅黑" panose="020B0503020204020204" charset="-122"/>
                <a:ea typeface="微软雅黑" panose="020B0503020204020204" charset="-122"/>
                <a:cs typeface="微软雅黑" panose="020B0503020204020204" charset="-122"/>
              </a:rPr>
              <a:t>(4) 测试与结果分析</a:t>
            </a:r>
            <a:endParaRPr lang="zh-CN" altLang="en-US" sz="1400">
              <a:latin typeface="微软雅黑" panose="020B0503020204020204" charset="-122"/>
              <a:ea typeface="微软雅黑" panose="020B0503020204020204" charset="-122"/>
              <a:cs typeface="微软雅黑" panose="020B0503020204020204" charset="-122"/>
            </a:endParaRPr>
          </a:p>
        </p:txBody>
      </p:sp>
      <p:sp>
        <p:nvSpPr>
          <p:cNvPr id="37" name="文本框 36"/>
          <p:cNvSpPr txBox="1"/>
          <p:nvPr/>
        </p:nvSpPr>
        <p:spPr>
          <a:xfrm>
            <a:off x="7261225" y="3956685"/>
            <a:ext cx="3635375" cy="603885"/>
          </a:xfrm>
          <a:prstGeom prst="rect">
            <a:avLst/>
          </a:prstGeom>
          <a:noFill/>
          <a:ln>
            <a:solidFill>
              <a:srgbClr val="C00000"/>
            </a:solidFill>
          </a:ln>
        </p:spPr>
        <p:txBody>
          <a:bodyPr wrap="square" rtlCol="0">
            <a:spAutoFit/>
          </a:bodyPr>
          <a:p>
            <a:pPr algn="l" fontAlgn="auto">
              <a:lnSpc>
                <a:spcPts val="2000"/>
              </a:lnSpc>
            </a:pPr>
            <a:r>
              <a:rPr lang="zh-CN" altLang="en-US" sz="1400">
                <a:latin typeface="微软雅黑" panose="020B0503020204020204" charset="-122"/>
                <a:ea typeface="微软雅黑" panose="020B0503020204020204" charset="-122"/>
                <a:cs typeface="微软雅黑" panose="020B0503020204020204" charset="-122"/>
              </a:rPr>
              <a:t>(1) 撰写学位论文</a:t>
            </a:r>
            <a:endParaRPr lang="zh-CN" altLang="en-US" sz="1400">
              <a:latin typeface="微软雅黑" panose="020B0503020204020204" charset="-122"/>
              <a:ea typeface="微软雅黑" panose="020B0503020204020204" charset="-122"/>
              <a:cs typeface="微软雅黑" panose="020B0503020204020204" charset="-122"/>
            </a:endParaRPr>
          </a:p>
          <a:p>
            <a:pPr algn="l" fontAlgn="auto">
              <a:lnSpc>
                <a:spcPts val="2000"/>
              </a:lnSpc>
            </a:pPr>
            <a:r>
              <a:rPr lang="zh-CN" altLang="en-US" sz="1400">
                <a:latin typeface="微软雅黑" panose="020B0503020204020204" charset="-122"/>
                <a:ea typeface="微软雅黑" panose="020B0503020204020204" charset="-122"/>
                <a:cs typeface="微软雅黑" panose="020B0503020204020204" charset="-122"/>
              </a:rPr>
              <a:t>(2) 准备答辩相关工作</a:t>
            </a:r>
            <a:endParaRPr lang="zh-CN" altLang="en-US" sz="1400">
              <a:latin typeface="微软雅黑" panose="020B0503020204020204" charset="-122"/>
              <a:ea typeface="微软雅黑" panose="020B0503020204020204" charset="-122"/>
              <a:cs typeface="微软雅黑" panose="020B0503020204020204" charset="-122"/>
            </a:endParaRPr>
          </a:p>
        </p:txBody>
      </p:sp>
      <p:sp>
        <p:nvSpPr>
          <p:cNvPr id="135" name=" 135"/>
          <p:cNvSpPr/>
          <p:nvPr/>
        </p:nvSpPr>
        <p:spPr>
          <a:xfrm rot="2160000">
            <a:off x="2588895" y="3326765"/>
            <a:ext cx="803275" cy="267335"/>
          </a:xfrm>
          <a:custGeom>
            <a:avLst/>
            <a:gdLst>
              <a:gd name="connsiteX0" fmla="*/ 4381875 w 6516714"/>
              <a:gd name="connsiteY0" fmla="*/ 0 h 2476413"/>
              <a:gd name="connsiteX1" fmla="*/ 6516714 w 6516714"/>
              <a:gd name="connsiteY1" fmla="*/ 1238208 h 2476413"/>
              <a:gd name="connsiteX2" fmla="*/ 4381875 w 6516714"/>
              <a:gd name="connsiteY2" fmla="*/ 2476413 h 2476413"/>
              <a:gd name="connsiteX3" fmla="*/ 4381875 w 6516714"/>
              <a:gd name="connsiteY3" fmla="*/ 2456682 h 2476413"/>
              <a:gd name="connsiteX4" fmla="*/ 4855462 w 6516714"/>
              <a:gd name="connsiteY4" fmla="*/ 1644997 h 2476413"/>
              <a:gd name="connsiteX5" fmla="*/ 0 w 6516714"/>
              <a:gd name="connsiteY5" fmla="*/ 1238206 h 2476413"/>
              <a:gd name="connsiteX6" fmla="*/ 4855461 w 6516714"/>
              <a:gd name="connsiteY6" fmla="*/ 831415 h 2476413"/>
              <a:gd name="connsiteX7" fmla="*/ 4381875 w 6516714"/>
              <a:gd name="connsiteY7" fmla="*/ 19731 h 24764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516714" h="2476413">
                <a:moveTo>
                  <a:pt x="4381875" y="0"/>
                </a:moveTo>
                <a:lnTo>
                  <a:pt x="6516714" y="1238208"/>
                </a:lnTo>
                <a:lnTo>
                  <a:pt x="4381875" y="2476413"/>
                </a:lnTo>
                <a:lnTo>
                  <a:pt x="4381875" y="2456682"/>
                </a:lnTo>
                <a:lnTo>
                  <a:pt x="4855462" y="1644997"/>
                </a:lnTo>
                <a:lnTo>
                  <a:pt x="0" y="1238206"/>
                </a:lnTo>
                <a:lnTo>
                  <a:pt x="4855461" y="831415"/>
                </a:lnTo>
                <a:lnTo>
                  <a:pt x="4381875" y="19731"/>
                </a:lnTo>
                <a:close/>
              </a:path>
            </a:pathLst>
          </a:cu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39" name=" 135"/>
          <p:cNvSpPr/>
          <p:nvPr/>
        </p:nvSpPr>
        <p:spPr>
          <a:xfrm rot="17460000">
            <a:off x="5275580" y="2638425"/>
            <a:ext cx="803275" cy="267335"/>
          </a:xfrm>
          <a:custGeom>
            <a:avLst/>
            <a:gdLst>
              <a:gd name="connsiteX0" fmla="*/ 4381875 w 6516714"/>
              <a:gd name="connsiteY0" fmla="*/ 0 h 2476413"/>
              <a:gd name="connsiteX1" fmla="*/ 6516714 w 6516714"/>
              <a:gd name="connsiteY1" fmla="*/ 1238208 h 2476413"/>
              <a:gd name="connsiteX2" fmla="*/ 4381875 w 6516714"/>
              <a:gd name="connsiteY2" fmla="*/ 2476413 h 2476413"/>
              <a:gd name="connsiteX3" fmla="*/ 4381875 w 6516714"/>
              <a:gd name="connsiteY3" fmla="*/ 2456682 h 2476413"/>
              <a:gd name="connsiteX4" fmla="*/ 4855462 w 6516714"/>
              <a:gd name="connsiteY4" fmla="*/ 1644997 h 2476413"/>
              <a:gd name="connsiteX5" fmla="*/ 0 w 6516714"/>
              <a:gd name="connsiteY5" fmla="*/ 1238206 h 2476413"/>
              <a:gd name="connsiteX6" fmla="*/ 4855461 w 6516714"/>
              <a:gd name="connsiteY6" fmla="*/ 831415 h 2476413"/>
              <a:gd name="connsiteX7" fmla="*/ 4381875 w 6516714"/>
              <a:gd name="connsiteY7" fmla="*/ 19731 h 24764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516714" h="2476413">
                <a:moveTo>
                  <a:pt x="4381875" y="0"/>
                </a:moveTo>
                <a:lnTo>
                  <a:pt x="6516714" y="1238208"/>
                </a:lnTo>
                <a:lnTo>
                  <a:pt x="4381875" y="2476413"/>
                </a:lnTo>
                <a:lnTo>
                  <a:pt x="4381875" y="2456682"/>
                </a:lnTo>
                <a:lnTo>
                  <a:pt x="4855462" y="1644997"/>
                </a:lnTo>
                <a:lnTo>
                  <a:pt x="0" y="1238206"/>
                </a:lnTo>
                <a:lnTo>
                  <a:pt x="4855461" y="831415"/>
                </a:lnTo>
                <a:lnTo>
                  <a:pt x="4381875" y="19731"/>
                </a:lnTo>
                <a:close/>
              </a:path>
            </a:pathLst>
          </a:cu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40" name=" 135"/>
          <p:cNvSpPr/>
          <p:nvPr/>
        </p:nvSpPr>
        <p:spPr>
          <a:xfrm rot="2160000">
            <a:off x="7623810" y="3467100"/>
            <a:ext cx="1261745" cy="208915"/>
          </a:xfrm>
          <a:custGeom>
            <a:avLst/>
            <a:gdLst>
              <a:gd name="connsiteX0" fmla="*/ 4381875 w 6516714"/>
              <a:gd name="connsiteY0" fmla="*/ 0 h 2476413"/>
              <a:gd name="connsiteX1" fmla="*/ 6516714 w 6516714"/>
              <a:gd name="connsiteY1" fmla="*/ 1238208 h 2476413"/>
              <a:gd name="connsiteX2" fmla="*/ 4381875 w 6516714"/>
              <a:gd name="connsiteY2" fmla="*/ 2476413 h 2476413"/>
              <a:gd name="connsiteX3" fmla="*/ 4381875 w 6516714"/>
              <a:gd name="connsiteY3" fmla="*/ 2456682 h 2476413"/>
              <a:gd name="connsiteX4" fmla="*/ 4855462 w 6516714"/>
              <a:gd name="connsiteY4" fmla="*/ 1644997 h 2476413"/>
              <a:gd name="connsiteX5" fmla="*/ 0 w 6516714"/>
              <a:gd name="connsiteY5" fmla="*/ 1238206 h 2476413"/>
              <a:gd name="connsiteX6" fmla="*/ 4855461 w 6516714"/>
              <a:gd name="connsiteY6" fmla="*/ 831415 h 2476413"/>
              <a:gd name="connsiteX7" fmla="*/ 4381875 w 6516714"/>
              <a:gd name="connsiteY7" fmla="*/ 19731 h 24764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516714" h="2476413">
                <a:moveTo>
                  <a:pt x="4381875" y="0"/>
                </a:moveTo>
                <a:lnTo>
                  <a:pt x="6516714" y="1238208"/>
                </a:lnTo>
                <a:lnTo>
                  <a:pt x="4381875" y="2476413"/>
                </a:lnTo>
                <a:lnTo>
                  <a:pt x="4381875" y="2456682"/>
                </a:lnTo>
                <a:lnTo>
                  <a:pt x="4855462" y="1644997"/>
                </a:lnTo>
                <a:lnTo>
                  <a:pt x="0" y="1238206"/>
                </a:lnTo>
                <a:lnTo>
                  <a:pt x="4855461" y="831415"/>
                </a:lnTo>
                <a:lnTo>
                  <a:pt x="4381875" y="19731"/>
                </a:lnTo>
                <a:close/>
              </a:path>
            </a:pathLst>
          </a:cu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Tree>
    <p:custDataLst>
      <p:tags r:id="rId6"/>
    </p:custData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1985" name="标题 1"/>
          <p:cNvSpPr>
            <a:spLocks noGrp="1"/>
          </p:cNvSpPr>
          <p:nvPr>
            <p:ph type="title" hasCustomPrompt="1"/>
            <p:custDataLst>
              <p:tags r:id="rId1"/>
            </p:custDataLst>
          </p:nvPr>
        </p:nvSpPr>
        <p:spPr>
          <a:xfrm>
            <a:off x="4016375" y="2252663"/>
            <a:ext cx="4071938" cy="1325562"/>
          </a:xfrm>
        </p:spPr>
        <p:txBody>
          <a:bodyPr vert="horz" lIns="91440" tIns="45720" rIns="91440" bIns="45720" anchor="b"/>
          <a:p>
            <a:pPr defTabSz="685800">
              <a:buNone/>
            </a:pPr>
            <a:r>
              <a:rPr lang="zh-CN" altLang="en-US" kern="1200">
                <a:latin typeface="+mj-lt"/>
                <a:ea typeface="+mj-ea"/>
                <a:cs typeface="+mj-cs"/>
              </a:rPr>
              <a:t>谢谢观看</a:t>
            </a:r>
            <a:endParaRPr lang="zh-CN" altLang="en-US" kern="1200">
              <a:latin typeface="+mj-lt"/>
              <a:ea typeface="+mj-ea"/>
              <a:cs typeface="+mj-cs"/>
            </a:endParaRPr>
          </a:p>
        </p:txBody>
      </p:sp>
      <p:sp>
        <p:nvSpPr>
          <p:cNvPr id="41986" name="文本占位符 2"/>
          <p:cNvSpPr>
            <a:spLocks noGrp="1"/>
          </p:cNvSpPr>
          <p:nvPr>
            <p:ph sz="quarter" idx="13" hasCustomPrompt="1"/>
            <p:custDataLst>
              <p:tags r:id="rId2"/>
            </p:custDataLst>
          </p:nvPr>
        </p:nvSpPr>
        <p:spPr>
          <a:xfrm>
            <a:off x="4295775" y="3617913"/>
            <a:ext cx="3513138" cy="534987"/>
          </a:xfrm>
        </p:spPr>
        <p:txBody>
          <a:bodyPr vert="horz" lIns="91440" tIns="45720" rIns="91440" bIns="45720" anchor="t"/>
          <a:p>
            <a:pPr defTabSz="685800"/>
            <a:r>
              <a:rPr lang="en-US" altLang="zh-CN" kern="1200">
                <a:latin typeface="+mn-lt"/>
                <a:ea typeface="+mn-ea"/>
                <a:cs typeface="+mn-cs"/>
              </a:rPr>
              <a:t>THANK YOU</a:t>
            </a:r>
            <a:endParaRPr lang="en-US" altLang="zh-CN" kern="1200">
              <a:latin typeface="+mn-lt"/>
              <a:ea typeface="+mn-ea"/>
              <a:cs typeface="+mn-cs"/>
            </a:endParaRPr>
          </a:p>
        </p:txBody>
      </p:sp>
      <p:pic>
        <p:nvPicPr>
          <p:cNvPr id="87" name="图片 86" descr="timg"/>
          <p:cNvPicPr>
            <a:picLocks noChangeAspect="1"/>
          </p:cNvPicPr>
          <p:nvPr/>
        </p:nvPicPr>
        <p:blipFill>
          <a:blip r:embed="rId3"/>
          <a:stretch>
            <a:fillRect/>
          </a:stretch>
        </p:blipFill>
        <p:spPr>
          <a:xfrm>
            <a:off x="9907270" y="2540"/>
            <a:ext cx="2282190" cy="992505"/>
          </a:xfrm>
          <a:prstGeom prst="rect">
            <a:avLst/>
          </a:prstGeom>
        </p:spPr>
      </p:pic>
    </p:spTree>
    <p:custDataLst>
      <p:tags r:id="rId4"/>
    </p:custData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标题 4"/>
          <p:cNvSpPr>
            <a:spLocks noGrp="1"/>
          </p:cNvSpPr>
          <p:nvPr>
            <p:ph type="title"/>
            <p:custDataLst>
              <p:tags r:id="rId1"/>
            </p:custDataLst>
          </p:nvPr>
        </p:nvSpPr>
        <p:spPr>
          <a:xfrm>
            <a:off x="641985" y="52070"/>
            <a:ext cx="2857500" cy="417830"/>
          </a:xfrm>
        </p:spPr>
        <p:txBody>
          <a:bodyPr lIns="0" tIns="0" rIns="0" bIns="0" anchor="ctr" anchorCtr="1">
            <a:normAutofit fontScale="90000"/>
          </a:bodyPr>
          <a:lstStyle/>
          <a:p>
            <a:r>
              <a:rPr lang="zh-CN" altLang="en-US" dirty="0">
                <a:solidFill>
                  <a:srgbClr val="C00000"/>
                </a:solidFill>
              </a:rPr>
              <a:t>研究内容与方法</a:t>
            </a:r>
            <a:endParaRPr lang="zh-CN" altLang="en-US" dirty="0">
              <a:solidFill>
                <a:srgbClr val="C00000"/>
              </a:solidFill>
            </a:endParaRPr>
          </a:p>
        </p:txBody>
      </p:sp>
      <p:grpSp>
        <p:nvGrpSpPr>
          <p:cNvPr id="21506" name="组合 7"/>
          <p:cNvGrpSpPr/>
          <p:nvPr/>
        </p:nvGrpSpPr>
        <p:grpSpPr>
          <a:xfrm>
            <a:off x="166370" y="208280"/>
            <a:ext cx="366395" cy="193040"/>
            <a:chOff x="1990725" y="838200"/>
            <a:chExt cx="295275" cy="142875"/>
          </a:xfrm>
        </p:grpSpPr>
        <p:cxnSp>
          <p:nvCxnSpPr>
            <p:cNvPr id="4" name="直接连接符 3"/>
            <p:cNvCxnSpPr/>
            <p:nvPr>
              <p:custDataLst>
                <p:tags r:id="rId2"/>
              </p:custDataLst>
            </p:nvPr>
          </p:nvCxnSpPr>
          <p:spPr>
            <a:xfrm>
              <a:off x="1990725" y="838200"/>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7" name="直接连接符 6"/>
            <p:cNvCxnSpPr/>
            <p:nvPr>
              <p:custDataLst>
                <p:tags r:id="rId3"/>
              </p:custDataLst>
            </p:nvPr>
          </p:nvCxnSpPr>
          <p:spPr>
            <a:xfrm>
              <a:off x="1990725" y="909637"/>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8" name="直接连接符 7"/>
            <p:cNvCxnSpPr/>
            <p:nvPr>
              <p:custDataLst>
                <p:tags r:id="rId4"/>
              </p:custDataLst>
            </p:nvPr>
          </p:nvCxnSpPr>
          <p:spPr>
            <a:xfrm>
              <a:off x="1990725" y="981075"/>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grpSp>
      <p:pic>
        <p:nvPicPr>
          <p:cNvPr id="87" name="图片 86" descr="timg"/>
          <p:cNvPicPr>
            <a:picLocks noChangeAspect="1"/>
          </p:cNvPicPr>
          <p:nvPr/>
        </p:nvPicPr>
        <p:blipFill>
          <a:blip r:embed="rId5"/>
          <a:stretch>
            <a:fillRect/>
          </a:stretch>
        </p:blipFill>
        <p:spPr>
          <a:xfrm>
            <a:off x="9907270" y="2540"/>
            <a:ext cx="2282190" cy="992505"/>
          </a:xfrm>
          <a:prstGeom prst="rect">
            <a:avLst/>
          </a:prstGeom>
        </p:spPr>
      </p:pic>
      <p:sp>
        <p:nvSpPr>
          <p:cNvPr id="19" name="文本框 18"/>
          <p:cNvSpPr txBox="1"/>
          <p:nvPr/>
        </p:nvSpPr>
        <p:spPr>
          <a:xfrm>
            <a:off x="166370" y="701040"/>
            <a:ext cx="2697480" cy="368300"/>
          </a:xfrm>
          <a:prstGeom prst="rect">
            <a:avLst/>
          </a:prstGeom>
          <a:noFill/>
        </p:spPr>
        <p:txBody>
          <a:bodyPr wrap="none" rtlCol="0" anchor="t">
            <a:spAutoFit/>
          </a:bodyPr>
          <a:p>
            <a:r>
              <a:rPr lang="zh-CN" altLang="en-US" b="1">
                <a:sym typeface="+mn-ea"/>
              </a:rPr>
              <a:t>可并行性预测模型部分：</a:t>
            </a:r>
            <a:endParaRPr lang="zh-CN" altLang="en-US"/>
          </a:p>
        </p:txBody>
      </p:sp>
      <p:graphicFrame>
        <p:nvGraphicFramePr>
          <p:cNvPr id="10" name="表格 9"/>
          <p:cNvGraphicFramePr/>
          <p:nvPr/>
        </p:nvGraphicFramePr>
        <p:xfrm>
          <a:off x="1029335" y="1374140"/>
          <a:ext cx="10133330" cy="4464685"/>
        </p:xfrm>
        <a:graphic>
          <a:graphicData uri="http://schemas.openxmlformats.org/drawingml/2006/table">
            <a:tbl>
              <a:tblPr firstRow="1" bandRow="1">
                <a:tableStyleId>{ED083AE6-46FA-4A59-8FB0-9F97EB10719F}</a:tableStyleId>
              </a:tblPr>
              <a:tblGrid>
                <a:gridCol w="1930400"/>
                <a:gridCol w="612775"/>
                <a:gridCol w="4211955"/>
                <a:gridCol w="3378200"/>
              </a:tblGrid>
              <a:tr h="1056640">
                <a:tc>
                  <a:txBody>
                    <a:bodyPr/>
                    <a:p>
                      <a:pPr algn="ctr">
                        <a:buNone/>
                      </a:pPr>
                      <a:r>
                        <a:rPr lang="zh-CN" altLang="en-US"/>
                        <a:t>Kyunghyun Cho, </a:t>
                      </a:r>
                      <a:endParaRPr lang="zh-CN" altLang="en-US"/>
                    </a:p>
                    <a:p>
                      <a:pPr algn="ctr">
                        <a:buNone/>
                      </a:pPr>
                      <a:r>
                        <a:rPr lang="zh-CN" altLang="en-US"/>
                        <a:t>Bart van Merrienboe</a:t>
                      </a:r>
                      <a:endParaRPr lang="zh-CN" altLang="en-US"/>
                    </a:p>
                    <a:p>
                      <a:pPr algn="ctr">
                        <a:buNone/>
                      </a:pPr>
                      <a:r>
                        <a:rPr lang="zh-CN" altLang="en-US"/>
                        <a:t>等</a:t>
                      </a:r>
                      <a:endParaRPr lang="zh-CN" altLang="en-US"/>
                    </a:p>
                  </a:txBody>
                  <a:tcPr anchor="ctr" anchorCtr="0"/>
                </a:tc>
                <a:tc>
                  <a:txBody>
                    <a:bodyPr/>
                    <a:p>
                      <a:pPr algn="ctr">
                        <a:buNone/>
                      </a:pPr>
                      <a:r>
                        <a:rPr lang="en-US" altLang="zh-CN">
                          <a:solidFill>
                            <a:srgbClr val="0070C0"/>
                          </a:solidFill>
                        </a:rPr>
                        <a:t>2014</a:t>
                      </a:r>
                      <a:endParaRPr lang="en-US" altLang="zh-CN">
                        <a:solidFill>
                          <a:srgbClr val="0070C0"/>
                        </a:solidFill>
                      </a:endParaRPr>
                    </a:p>
                  </a:txBody>
                  <a:tcPr anchor="ctr" anchorCtr="0"/>
                </a:tc>
                <a:tc>
                  <a:txBody>
                    <a:bodyPr/>
                    <a:p>
                      <a:pPr>
                        <a:buNone/>
                      </a:pPr>
                      <a:r>
                        <a:rPr lang="zh-CN" altLang="en-US" b="1"/>
                        <a:t>Learning Phrase Representations using RNN Encoder-Decoder for Statistical Machine Translation </a:t>
                      </a:r>
                      <a:endParaRPr lang="zh-CN" altLang="en-US" b="1"/>
                    </a:p>
                  </a:txBody>
                  <a:tcPr anchor="ctr" anchorCtr="0"/>
                </a:tc>
                <a:tc>
                  <a:txBody>
                    <a:bodyPr/>
                    <a:p>
                      <a:pPr>
                        <a:buNone/>
                      </a:pPr>
                      <a:r>
                        <a:rPr lang="zh-CN" altLang="en-US" b="0">
                          <a:solidFill>
                            <a:srgbClr val="C00000"/>
                          </a:solidFill>
                        </a:rPr>
                        <a:t>较早提出 Encoder-Decoder 这样一个伟大的结构，且首次提出了 Gated Recurrent Unit （GRU）这个使用频率非常高的 RNN 结构。</a:t>
                      </a:r>
                      <a:endParaRPr lang="zh-CN" altLang="en-US" b="0">
                        <a:solidFill>
                          <a:srgbClr val="C00000"/>
                        </a:solidFill>
                      </a:endParaRPr>
                    </a:p>
                  </a:txBody>
                  <a:tcPr anchor="ctr" anchorCtr="0"/>
                </a:tc>
              </a:tr>
              <a:tr h="1294765">
                <a:tc>
                  <a:txBody>
                    <a:bodyPr/>
                    <a:p>
                      <a:pPr algn="ctr">
                        <a:buNone/>
                      </a:pPr>
                      <a:r>
                        <a:rPr lang="zh-CN" altLang="en-US" b="1"/>
                        <a:t>Ilya Sutskever, </a:t>
                      </a:r>
                      <a:endParaRPr lang="zh-CN" altLang="en-US" b="1"/>
                    </a:p>
                    <a:p>
                      <a:pPr algn="ctr">
                        <a:buNone/>
                      </a:pPr>
                      <a:r>
                        <a:rPr lang="zh-CN" altLang="en-US" b="1"/>
                        <a:t>Oriol Vinyals </a:t>
                      </a:r>
                      <a:endParaRPr lang="zh-CN" altLang="en-US" b="1"/>
                    </a:p>
                    <a:p>
                      <a:pPr algn="ctr">
                        <a:buNone/>
                      </a:pPr>
                      <a:r>
                        <a:rPr lang="zh-CN" altLang="en-US" b="1"/>
                        <a:t>等</a:t>
                      </a:r>
                      <a:endParaRPr lang="zh-CN" altLang="en-US" b="1"/>
                    </a:p>
                  </a:txBody>
                  <a:tcPr anchor="ctr" anchorCtr="0"/>
                </a:tc>
                <a:tc>
                  <a:txBody>
                    <a:bodyPr/>
                    <a:p>
                      <a:pPr algn="ctr">
                        <a:buNone/>
                      </a:pPr>
                      <a:r>
                        <a:rPr lang="en-US" altLang="zh-CN" b="1">
                          <a:solidFill>
                            <a:srgbClr val="0070C0"/>
                          </a:solidFill>
                        </a:rPr>
                        <a:t>2014</a:t>
                      </a:r>
                      <a:endParaRPr lang="en-US" altLang="zh-CN" b="1">
                        <a:solidFill>
                          <a:srgbClr val="0070C0"/>
                        </a:solidFill>
                      </a:endParaRPr>
                    </a:p>
                  </a:txBody>
                  <a:tcPr anchor="ctr" anchorCtr="0"/>
                </a:tc>
                <a:tc>
                  <a:txBody>
                    <a:bodyPr/>
                    <a:p>
                      <a:pPr>
                        <a:buNone/>
                      </a:pPr>
                      <a:r>
                        <a:rPr lang="zh-CN" altLang="en-US" b="1"/>
                        <a:t>Sequence to Sequence Learning with Neural Networks </a:t>
                      </a:r>
                      <a:endParaRPr lang="zh-CN" altLang="en-US" b="1"/>
                    </a:p>
                  </a:txBody>
                  <a:tcPr anchor="ctr" anchorCtr="0"/>
                </a:tc>
                <a:tc>
                  <a:txBody>
                    <a:bodyPr/>
                    <a:p>
                      <a:pPr>
                        <a:buNone/>
                      </a:pPr>
                      <a:r>
                        <a:rPr lang="zh-CN" altLang="en-US">
                          <a:solidFill>
                            <a:srgbClr val="C00000"/>
                          </a:solidFill>
                        </a:rPr>
                        <a:t>与上不同的是，Encoder 最后输出的中间语义只作用于 Decoder 的第一个时刻。使用</a:t>
                      </a:r>
                      <a:r>
                        <a:rPr lang="en-US" altLang="zh-CN">
                          <a:solidFill>
                            <a:srgbClr val="C00000"/>
                          </a:solidFill>
                        </a:rPr>
                        <a:t>4</a:t>
                      </a:r>
                      <a:r>
                        <a:rPr lang="zh-CN" altLang="en-US">
                          <a:solidFill>
                            <a:srgbClr val="C00000"/>
                          </a:solidFill>
                        </a:rPr>
                        <a:t>层</a:t>
                      </a:r>
                      <a:r>
                        <a:rPr lang="en-US" altLang="zh-CN">
                          <a:solidFill>
                            <a:srgbClr val="C00000"/>
                          </a:solidFill>
                        </a:rPr>
                        <a:t>LSTM</a:t>
                      </a:r>
                      <a:r>
                        <a:rPr lang="zh-CN" altLang="en-US">
                          <a:solidFill>
                            <a:srgbClr val="C00000"/>
                          </a:solidFill>
                        </a:rPr>
                        <a:t>结构，将原句顺序颠倒后输入</a:t>
                      </a:r>
                      <a:r>
                        <a:rPr lang="en-US" altLang="zh-CN">
                          <a:solidFill>
                            <a:srgbClr val="C00000"/>
                          </a:solidFill>
                        </a:rPr>
                        <a:t>Encoder</a:t>
                      </a:r>
                      <a:r>
                        <a:rPr lang="zh-CN" altLang="en-US">
                          <a:solidFill>
                            <a:srgbClr val="C00000"/>
                          </a:solidFill>
                        </a:rPr>
                        <a:t>，使模型可以很好地处理长句子</a:t>
                      </a:r>
                      <a:endParaRPr lang="zh-CN" altLang="en-US">
                        <a:solidFill>
                          <a:srgbClr val="C00000"/>
                        </a:solidFill>
                      </a:endParaRPr>
                    </a:p>
                  </a:txBody>
                  <a:tcPr anchor="ctr" anchorCtr="0"/>
                </a:tc>
              </a:tr>
              <a:tr h="1056640">
                <a:tc>
                  <a:txBody>
                    <a:bodyPr/>
                    <a:p>
                      <a:pPr algn="ctr">
                        <a:buNone/>
                      </a:pPr>
                      <a:r>
                        <a:rPr lang="zh-CN" altLang="en-US" b="1"/>
                        <a:t>Dzmitry Bahdanau, Kyunghyun Cho </a:t>
                      </a:r>
                      <a:endParaRPr lang="zh-CN" altLang="en-US" b="1"/>
                    </a:p>
                    <a:p>
                      <a:pPr algn="ctr">
                        <a:buNone/>
                      </a:pPr>
                      <a:r>
                        <a:rPr lang="zh-CN" altLang="en-US" b="1"/>
                        <a:t>等</a:t>
                      </a:r>
                      <a:endParaRPr lang="zh-CN" altLang="en-US" b="1"/>
                    </a:p>
                  </a:txBody>
                  <a:tcPr anchor="ctr" anchorCtr="0"/>
                </a:tc>
                <a:tc>
                  <a:txBody>
                    <a:bodyPr/>
                    <a:p>
                      <a:pPr algn="ctr">
                        <a:buNone/>
                      </a:pPr>
                      <a:r>
                        <a:rPr lang="en-US" altLang="zh-CN" b="1">
                          <a:solidFill>
                            <a:srgbClr val="0070C0"/>
                          </a:solidFill>
                        </a:rPr>
                        <a:t>2014</a:t>
                      </a:r>
                      <a:endParaRPr lang="en-US" altLang="zh-CN" b="1">
                        <a:solidFill>
                          <a:srgbClr val="0070C0"/>
                        </a:solidFill>
                      </a:endParaRPr>
                    </a:p>
                  </a:txBody>
                  <a:tcPr anchor="ctr" anchorCtr="0"/>
                </a:tc>
                <a:tc>
                  <a:txBody>
                    <a:bodyPr/>
                    <a:p>
                      <a:pPr>
                        <a:buNone/>
                      </a:pPr>
                      <a:r>
                        <a:rPr lang="zh-CN" altLang="en-US" b="1"/>
                        <a:t>Neural Machine Translation by Jointly Learning to Align and Translate </a:t>
                      </a:r>
                      <a:endParaRPr lang="zh-CN" altLang="en-US" b="1"/>
                    </a:p>
                  </a:txBody>
                  <a:tcPr anchor="ctr" anchorCtr="0"/>
                </a:tc>
                <a:tc>
                  <a:txBody>
                    <a:bodyPr/>
                    <a:p>
                      <a:pPr>
                        <a:buNone/>
                      </a:pPr>
                      <a:r>
                        <a:rPr lang="zh-CN" altLang="en-US">
                          <a:solidFill>
                            <a:srgbClr val="C00000"/>
                          </a:solidFill>
                        </a:rPr>
                        <a:t>在 Encoder 和 Decoder 的基础上提出了注意力机制</a:t>
                      </a:r>
                      <a:endParaRPr lang="zh-CN" altLang="en-US">
                        <a:solidFill>
                          <a:srgbClr val="C00000"/>
                        </a:solidFill>
                      </a:endParaRPr>
                    </a:p>
                  </a:txBody>
                  <a:tcPr anchor="ctr" anchorCtr="0"/>
                </a:tc>
              </a:tr>
              <a:tr h="1056640">
                <a:tc>
                  <a:txBody>
                    <a:bodyPr/>
                    <a:p>
                      <a:pPr algn="ctr">
                        <a:buNone/>
                      </a:pPr>
                      <a:r>
                        <a:rPr lang="zh-CN" altLang="en-US" b="1"/>
                        <a:t>Sébastien Jean, Kyunghyun Cho</a:t>
                      </a:r>
                      <a:endParaRPr lang="zh-CN" altLang="en-US" b="1"/>
                    </a:p>
                    <a:p>
                      <a:pPr algn="ctr">
                        <a:buNone/>
                      </a:pPr>
                      <a:r>
                        <a:rPr lang="zh-CN" altLang="en-US" b="1"/>
                        <a:t>等</a:t>
                      </a:r>
                      <a:endParaRPr lang="zh-CN" altLang="en-US" b="1"/>
                    </a:p>
                  </a:txBody>
                  <a:tcPr anchor="ctr" anchorCtr="0"/>
                </a:tc>
                <a:tc>
                  <a:txBody>
                    <a:bodyPr/>
                    <a:p>
                      <a:pPr algn="ctr">
                        <a:buNone/>
                      </a:pPr>
                      <a:r>
                        <a:rPr lang="en-US" altLang="zh-CN" b="1">
                          <a:solidFill>
                            <a:srgbClr val="0070C0"/>
                          </a:solidFill>
                        </a:rPr>
                        <a:t>2014</a:t>
                      </a:r>
                      <a:endParaRPr lang="en-US" altLang="zh-CN" b="1">
                        <a:solidFill>
                          <a:srgbClr val="0070C0"/>
                        </a:solidFill>
                      </a:endParaRPr>
                    </a:p>
                  </a:txBody>
                  <a:tcPr anchor="ctr" anchorCtr="0"/>
                </a:tc>
                <a:tc>
                  <a:txBody>
                    <a:bodyPr/>
                    <a:p>
                      <a:pPr>
                        <a:buNone/>
                      </a:pPr>
                      <a:r>
                        <a:rPr lang="zh-CN" altLang="en-US" b="1"/>
                        <a:t>On Using Very Large Target Vocabulary for Neural Machine Translation </a:t>
                      </a:r>
                      <a:endParaRPr lang="zh-CN" altLang="en-US" b="1"/>
                    </a:p>
                  </a:txBody>
                  <a:tcPr anchor="ctr" anchorCtr="0"/>
                </a:tc>
                <a:tc>
                  <a:txBody>
                    <a:bodyPr/>
                    <a:p>
                      <a:pPr algn="l">
                        <a:buNone/>
                      </a:pPr>
                      <a:r>
                        <a:rPr lang="zh-CN" altLang="en-US">
                          <a:solidFill>
                            <a:srgbClr val="C00000"/>
                          </a:solidFill>
                        </a:rPr>
                        <a:t>介绍了机器翻译在训练时经常用到的一个方法sample_softmax ，主要解决词表数量太大的问题</a:t>
                      </a:r>
                      <a:endParaRPr lang="zh-CN" altLang="en-US">
                        <a:solidFill>
                          <a:srgbClr val="C00000"/>
                        </a:solidFill>
                      </a:endParaRPr>
                    </a:p>
                  </a:txBody>
                  <a:tcPr anchor="ctr" anchorCtr="0"/>
                </a:tc>
              </a:tr>
            </a:tbl>
          </a:graphicData>
        </a:graphic>
      </p:graphicFrame>
    </p:spTree>
    <p:custDataLst>
      <p:tags r:id="rId6"/>
    </p:custData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标题 4"/>
          <p:cNvSpPr>
            <a:spLocks noGrp="1"/>
          </p:cNvSpPr>
          <p:nvPr>
            <p:ph type="title"/>
            <p:custDataLst>
              <p:tags r:id="rId1"/>
            </p:custDataLst>
          </p:nvPr>
        </p:nvSpPr>
        <p:spPr>
          <a:xfrm>
            <a:off x="641985" y="52070"/>
            <a:ext cx="2857500" cy="417830"/>
          </a:xfrm>
        </p:spPr>
        <p:txBody>
          <a:bodyPr lIns="0" tIns="0" rIns="0" bIns="0" anchor="ctr" anchorCtr="1">
            <a:normAutofit fontScale="90000"/>
          </a:bodyPr>
          <a:lstStyle/>
          <a:p>
            <a:r>
              <a:rPr lang="zh-CN" altLang="en-US" dirty="0">
                <a:solidFill>
                  <a:srgbClr val="C00000"/>
                </a:solidFill>
              </a:rPr>
              <a:t>研究内容与方法</a:t>
            </a:r>
            <a:endParaRPr lang="zh-CN" altLang="en-US" dirty="0">
              <a:solidFill>
                <a:srgbClr val="C00000"/>
              </a:solidFill>
            </a:endParaRPr>
          </a:p>
        </p:txBody>
      </p:sp>
      <p:grpSp>
        <p:nvGrpSpPr>
          <p:cNvPr id="21506" name="组合 7"/>
          <p:cNvGrpSpPr/>
          <p:nvPr/>
        </p:nvGrpSpPr>
        <p:grpSpPr>
          <a:xfrm>
            <a:off x="166370" y="208280"/>
            <a:ext cx="366395" cy="193040"/>
            <a:chOff x="1990725" y="838200"/>
            <a:chExt cx="295275" cy="142875"/>
          </a:xfrm>
        </p:grpSpPr>
        <p:cxnSp>
          <p:nvCxnSpPr>
            <p:cNvPr id="4" name="直接连接符 3"/>
            <p:cNvCxnSpPr/>
            <p:nvPr>
              <p:custDataLst>
                <p:tags r:id="rId2"/>
              </p:custDataLst>
            </p:nvPr>
          </p:nvCxnSpPr>
          <p:spPr>
            <a:xfrm>
              <a:off x="1990725" y="838200"/>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7" name="直接连接符 6"/>
            <p:cNvCxnSpPr/>
            <p:nvPr>
              <p:custDataLst>
                <p:tags r:id="rId3"/>
              </p:custDataLst>
            </p:nvPr>
          </p:nvCxnSpPr>
          <p:spPr>
            <a:xfrm>
              <a:off x="1990725" y="909637"/>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8" name="直接连接符 7"/>
            <p:cNvCxnSpPr/>
            <p:nvPr>
              <p:custDataLst>
                <p:tags r:id="rId4"/>
              </p:custDataLst>
            </p:nvPr>
          </p:nvCxnSpPr>
          <p:spPr>
            <a:xfrm>
              <a:off x="1990725" y="981075"/>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grpSp>
      <p:pic>
        <p:nvPicPr>
          <p:cNvPr id="87" name="图片 86" descr="timg"/>
          <p:cNvPicPr>
            <a:picLocks noChangeAspect="1"/>
          </p:cNvPicPr>
          <p:nvPr/>
        </p:nvPicPr>
        <p:blipFill>
          <a:blip r:embed="rId5"/>
          <a:stretch>
            <a:fillRect/>
          </a:stretch>
        </p:blipFill>
        <p:spPr>
          <a:xfrm>
            <a:off x="9907270" y="2540"/>
            <a:ext cx="2282190" cy="992505"/>
          </a:xfrm>
          <a:prstGeom prst="rect">
            <a:avLst/>
          </a:prstGeom>
        </p:spPr>
      </p:pic>
      <p:sp>
        <p:nvSpPr>
          <p:cNvPr id="19" name="文本框 18"/>
          <p:cNvSpPr txBox="1"/>
          <p:nvPr/>
        </p:nvSpPr>
        <p:spPr>
          <a:xfrm>
            <a:off x="166370" y="701040"/>
            <a:ext cx="2697480" cy="368300"/>
          </a:xfrm>
          <a:prstGeom prst="rect">
            <a:avLst/>
          </a:prstGeom>
          <a:noFill/>
        </p:spPr>
        <p:txBody>
          <a:bodyPr wrap="none" rtlCol="0" anchor="t">
            <a:spAutoFit/>
          </a:bodyPr>
          <a:p>
            <a:r>
              <a:rPr lang="zh-CN" altLang="en-US" b="1">
                <a:sym typeface="+mn-ea"/>
              </a:rPr>
              <a:t>可并行性预测模型部分：</a:t>
            </a:r>
            <a:endParaRPr lang="zh-CN" altLang="en-US"/>
          </a:p>
        </p:txBody>
      </p:sp>
      <p:pic>
        <p:nvPicPr>
          <p:cNvPr id="2" name="图片 1" descr="20170702234803839"/>
          <p:cNvPicPr>
            <a:picLocks noChangeAspect="1"/>
          </p:cNvPicPr>
          <p:nvPr/>
        </p:nvPicPr>
        <p:blipFill>
          <a:blip r:embed="rId6"/>
          <a:stretch>
            <a:fillRect/>
          </a:stretch>
        </p:blipFill>
        <p:spPr>
          <a:xfrm>
            <a:off x="641985" y="1925320"/>
            <a:ext cx="4125595" cy="3591560"/>
          </a:xfrm>
          <a:prstGeom prst="rect">
            <a:avLst/>
          </a:prstGeom>
        </p:spPr>
      </p:pic>
      <p:pic>
        <p:nvPicPr>
          <p:cNvPr id="3" name="图片 2" descr="20170702234835648"/>
          <p:cNvPicPr>
            <a:picLocks noChangeAspect="1"/>
          </p:cNvPicPr>
          <p:nvPr/>
        </p:nvPicPr>
        <p:blipFill>
          <a:blip r:embed="rId7"/>
          <a:stretch>
            <a:fillRect/>
          </a:stretch>
        </p:blipFill>
        <p:spPr>
          <a:xfrm>
            <a:off x="6308090" y="855345"/>
            <a:ext cx="4481830" cy="5176520"/>
          </a:xfrm>
          <a:prstGeom prst="rect">
            <a:avLst/>
          </a:prstGeom>
        </p:spPr>
      </p:pic>
      <p:sp>
        <p:nvSpPr>
          <p:cNvPr id="6" name="文本框 5"/>
          <p:cNvSpPr txBox="1"/>
          <p:nvPr/>
        </p:nvSpPr>
        <p:spPr>
          <a:xfrm>
            <a:off x="2225675" y="6080125"/>
            <a:ext cx="1033780" cy="368300"/>
          </a:xfrm>
          <a:prstGeom prst="rect">
            <a:avLst/>
          </a:prstGeom>
          <a:noFill/>
        </p:spPr>
        <p:txBody>
          <a:bodyPr wrap="none" rtlCol="0">
            <a:spAutoFit/>
          </a:bodyPr>
          <a:p>
            <a:r>
              <a:rPr lang="en-US" altLang="zh-CN"/>
              <a:t>Encoder</a:t>
            </a:r>
            <a:endParaRPr lang="en-US" altLang="zh-CN"/>
          </a:p>
        </p:txBody>
      </p:sp>
      <p:sp>
        <p:nvSpPr>
          <p:cNvPr id="9" name="文本框 8"/>
          <p:cNvSpPr txBox="1"/>
          <p:nvPr/>
        </p:nvSpPr>
        <p:spPr>
          <a:xfrm>
            <a:off x="8070215" y="6080125"/>
            <a:ext cx="1046480" cy="368300"/>
          </a:xfrm>
          <a:prstGeom prst="rect">
            <a:avLst/>
          </a:prstGeom>
          <a:noFill/>
        </p:spPr>
        <p:txBody>
          <a:bodyPr wrap="none" rtlCol="0">
            <a:spAutoFit/>
          </a:bodyPr>
          <a:p>
            <a:r>
              <a:rPr lang="en-US" altLang="zh-CN"/>
              <a:t>Decoder</a:t>
            </a:r>
            <a:endParaRPr lang="en-US" altLang="zh-CN"/>
          </a:p>
        </p:txBody>
      </p:sp>
    </p:spTree>
    <p:custDataLst>
      <p:tags r:id="rId8"/>
    </p:custDataLst>
  </p:cSld>
  <p:clrMapOvr>
    <a:masterClrMapping/>
  </p:clrMapOvr>
  <p:transition/>
</p:sld>
</file>

<file path=ppt/tags/tag1.xml><?xml version="1.0" encoding="utf-8"?>
<p:tagLst xmlns:p="http://schemas.openxmlformats.org/presentationml/2006/main">
  <p:tag name="KSO_WM_TAG_VERSION" val="1.0"/>
  <p:tag name="KSO_WM_BEAUTIFY_FLAG" val="#wm#"/>
  <p:tag name="KSO_WM_UNIT_TYPE" val="i"/>
  <p:tag name="KSO_WM_UNIT_ID" val="custom20184556_1*i*3"/>
  <p:tag name="KSO_WM_TEMPLATE_CATEGORY" val="custom"/>
  <p:tag name="KSO_WM_TEMPLATE_INDEX" val="20184556"/>
  <p:tag name="KSO_WM_UNIT_INDEX" val="3"/>
</p:tagLst>
</file>

<file path=ppt/tags/tag2.xml><?xml version="1.0" encoding="utf-8"?>
<p:tagLst xmlns:p="http://schemas.openxmlformats.org/presentationml/2006/main">
  <p:tag name="KSO_WM_TAG_VERSION" val="1.0"/>
  <p:tag name="KSO_WM_BEAUTIFY_FLAG" val="#wm#"/>
  <p:tag name="KSO_WM_UNIT_TYPE" val="i"/>
  <p:tag name="KSO_WM_UNIT_ID" val="custom20184556_1*i*4"/>
  <p:tag name="KSO_WM_TEMPLATE_CATEGORY" val="custom"/>
  <p:tag name="KSO_WM_TEMPLATE_INDEX" val="20184556"/>
  <p:tag name="KSO_WM_UNIT_INDEX" val="4"/>
</p:tagLst>
</file>

<file path=ppt/tags/tag3.xml><?xml version="1.0" encoding="utf-8"?>
<p:tagLst xmlns:p="http://schemas.openxmlformats.org/presentationml/2006/main">
  <p:tag name="KSO_WM_TAG_VERSION" val="1.0"/>
  <p:tag name="KSO_WM_BEAUTIFY_FLAG" val="#wm#"/>
  <p:tag name="KSO_WM_UNIT_TYPE" val="i"/>
  <p:tag name="KSO_WM_UNIT_ID" val="custom20184556_1*i*5"/>
  <p:tag name="KSO_WM_TEMPLATE_CATEGORY" val="custom"/>
  <p:tag name="KSO_WM_TEMPLATE_INDEX" val="20184556"/>
  <p:tag name="KSO_WM_UNIT_INDEX" val="5"/>
</p:tagLst>
</file>

<file path=ppt/tags/tag4.xml><?xml version="1.0" encoding="utf-8"?>
<p:tagLst xmlns:p="http://schemas.openxmlformats.org/presentationml/2006/main">
  <p:tag name="KSO_WM_TAG_VERSION" val="1.0"/>
  <p:tag name="KSO_WM_BEAUTIFY_FLAG" val="#wm#"/>
  <p:tag name="KSO_WM_UNIT_TYPE" val="i"/>
  <p:tag name="KSO_WM_UNIT_ID" val="custom20184556_1*i*6"/>
  <p:tag name="KSO_WM_TEMPLATE_CATEGORY" val="custom"/>
  <p:tag name="KSO_WM_TEMPLATE_INDEX" val="20184556"/>
  <p:tag name="KSO_WM_UNIT_INDEX" val="6"/>
</p:tagLst>
</file>

<file path=ppt/tags/tag5.xml><?xml version="1.0" encoding="utf-8"?>
<p:tagLst xmlns:p="http://schemas.openxmlformats.org/presentationml/2006/main">
  <p:tag name="KSO_WM_TAG_VERSION" val="1.0"/>
  <p:tag name="KSO_WM_BEAUTIFY_FLAG" val="#wm#"/>
  <p:tag name="KSO_WM_UNIT_TYPE" val="i"/>
  <p:tag name="KSO_WM_UNIT_ID" val="custom20184556_1*i*7"/>
  <p:tag name="KSO_WM_TEMPLATE_CATEGORY" val="custom"/>
  <p:tag name="KSO_WM_TEMPLATE_INDEX" val="20184556"/>
  <p:tag name="KSO_WM_UNIT_INDEX" val="7"/>
</p:tagLst>
</file>

<file path=ppt/tags/tag6.xml><?xml version="1.0" encoding="utf-8"?>
<p:tagLst xmlns:p="http://schemas.openxmlformats.org/presentationml/2006/main">
  <p:tag name="KSO_WM_TAG_VERSION" val="1.0"/>
  <p:tag name="KSO_WM_BEAUTIFY_FLAG" val="#wm#"/>
  <p:tag name="KSO_WM_UNIT_TYPE" val="i"/>
  <p:tag name="KSO_WM_UNIT_ID" val="custom20184556_22*i*2"/>
  <p:tag name="KSO_WM_TEMPLATE_CATEGORY" val="custom"/>
  <p:tag name="KSO_WM_TEMPLATE_INDEX" val="20184556"/>
  <p:tag name="KSO_WM_UNIT_INDEX" val="2"/>
</p:tagLst>
</file>

<file path=ppt/tags/tag7.xml><?xml version="1.0" encoding="utf-8"?>
<p:tagLst xmlns:p="http://schemas.openxmlformats.org/presentationml/2006/main">
  <p:tag name="KSO_WM_TAG_VERSION" val="1.0"/>
  <p:tag name="KSO_WM_BEAUTIFY_FLAG" val="#wm#"/>
  <p:tag name="KSO_WM_UNIT_TYPE" val="i"/>
  <p:tag name="KSO_WM_UNIT_ID" val="custom20184556_22*i*3"/>
  <p:tag name="KSO_WM_TEMPLATE_CATEGORY" val="custom"/>
  <p:tag name="KSO_WM_TEMPLATE_INDEX" val="20184556"/>
  <p:tag name="KSO_WM_UNIT_INDEX" val="3"/>
</p:tagLst>
</file>

<file path=ppt/tags/tag8.xml><?xml version="1.0" encoding="utf-8"?>
<p:tagLst xmlns:p="http://schemas.openxmlformats.org/presentationml/2006/main">
  <p:tag name="KSO_WM_TAG_VERSION" val="1.0"/>
  <p:tag name="KSO_WM_BEAUTIFY_FLAG" val="#wm#"/>
  <p:tag name="KSO_WM_UNIT_TYPE" val="i"/>
  <p:tag name="KSO_WM_UNIT_ID" val="custom20184556_22*i*4"/>
  <p:tag name="KSO_WM_TEMPLATE_CATEGORY" val="custom"/>
  <p:tag name="KSO_WM_TEMPLATE_INDEX" val="20184556"/>
  <p:tag name="KSO_WM_UNIT_INDEX" val="4"/>
</p:tagLst>
</file>

<file path=ppt/tags/tag9.xml><?xml version="1.0" encoding="utf-8"?>
<p:tagLst xmlns:p="http://schemas.openxmlformats.org/presentationml/2006/main">
  <p:tag name="KSO_WM_TAG_VERSION" val="1.0"/>
  <p:tag name="KSO_WM_BEAUTIFY_FLAG" val="#wm#"/>
  <p:tag name="KSO_WM_UNIT_TYPE" val="i"/>
  <p:tag name="KSO_WM_UNIT_ID" val="custom20184556_22*i*5"/>
  <p:tag name="KSO_WM_TEMPLATE_CATEGORY" val="custom"/>
  <p:tag name="KSO_WM_TEMPLATE_INDEX" val="20184556"/>
  <p:tag name="KSO_WM_UNIT_INDEX" val="5"/>
</p:tagLst>
</file>

<file path=ppt/tags/tag10.xml><?xml version="1.0" encoding="utf-8"?>
<p:tagLst xmlns:p="http://schemas.openxmlformats.org/presentationml/2006/main">
  <p:tag name="KSO_WM_TAG_VERSION" val="1.0"/>
  <p:tag name="KSO_WM_BEAUTIFY_FLAG" val="#wm#"/>
  <p:tag name="KSO_WM_UNIT_TYPE" val="i"/>
  <p:tag name="KSO_WM_UNIT_ID" val="custom20184556_22*i*6"/>
  <p:tag name="KSO_WM_TEMPLATE_CATEGORY" val="custom"/>
  <p:tag name="KSO_WM_TEMPLATE_INDEX" val="20184556"/>
  <p:tag name="KSO_WM_UNIT_INDEX" val="6"/>
</p:tagLst>
</file>

<file path=ppt/tags/tag11.xml><?xml version="1.0" encoding="utf-8"?>
<p:tagLst xmlns:p="http://schemas.openxmlformats.org/presentationml/2006/main">
  <p:tag name="KSO_WM_TAG_VERSION" val="1.0"/>
  <p:tag name="KSO_WM_TEMPLATE_CATEGORY" val="custom"/>
  <p:tag name="KSO_WM_TEMPLATE_INDEX" val="20186830"/>
</p:tagLst>
</file>

<file path=ppt/tags/tag12.xml><?xml version="1.0" encoding="utf-8"?>
<p:tagLst xmlns:p="http://schemas.openxmlformats.org/presentationml/2006/main">
  <p:tag name="KSO_WM_TAG_VERSION" val="1.0"/>
  <p:tag name="KSO_WM_TEMPLATE_CATEGORY" val="custom"/>
  <p:tag name="KSO_WM_TEMPLATE_INDEX" val="20186830"/>
</p:tagLst>
</file>

<file path=ppt/tags/tag13.xml><?xml version="1.0" encoding="utf-8"?>
<p:tagLst xmlns:p="http://schemas.openxmlformats.org/presentationml/2006/main">
  <p:tag name="KSO_WM_TAG_VERSION" val="1.0"/>
  <p:tag name="KSO_WM_BEAUTIFY_FLAG" val="#wm#"/>
  <p:tag name="KSO_WM_COMBINE_RELATE_SLIDE_ID" val="background20181909_1"/>
  <p:tag name="KSO_WM_TEMPLATE_CATEGORY" val="custom"/>
  <p:tag name="KSO_WM_TEMPLATE_INDEX" val="20186830"/>
  <p:tag name="KSO_WM_TEMPLATE_SUBCATEGORY" val="combine"/>
  <p:tag name="KSO_WM_TEMPLATE_THUMBS_INDEX" val="1、6、10、15、19、22"/>
</p:tagLst>
</file>

<file path=ppt/tags/tag14.xml><?xml version="1.0" encoding="utf-8"?>
<p:tagLst xmlns:p="http://schemas.openxmlformats.org/presentationml/2006/main">
  <p:tag name="KSO_WM_TAG_VERSION" val="1.0"/>
  <p:tag name="KSO_WM_BEAUTIFY_FLAG" val="#wm#"/>
  <p:tag name="KSO_WM_UNIT_TYPE" val="i"/>
  <p:tag name="KSO_WM_UNIT_ID" val="custom20184556_1*i*3"/>
  <p:tag name="KSO_WM_TEMPLATE_CATEGORY" val="custom"/>
  <p:tag name="KSO_WM_TEMPLATE_INDEX" val="20184556"/>
  <p:tag name="KSO_WM_UNIT_INDEX" val="3"/>
</p:tagLst>
</file>

<file path=ppt/tags/tag15.xml><?xml version="1.0" encoding="utf-8"?>
<p:tagLst xmlns:p="http://schemas.openxmlformats.org/presentationml/2006/main">
  <p:tag name="KSO_WM_TAG_VERSION" val="1.0"/>
  <p:tag name="KSO_WM_BEAUTIFY_FLAG" val="#wm#"/>
  <p:tag name="KSO_WM_UNIT_TYPE" val="i"/>
  <p:tag name="KSO_WM_UNIT_ID" val="custom20184556_1*i*4"/>
  <p:tag name="KSO_WM_TEMPLATE_CATEGORY" val="custom"/>
  <p:tag name="KSO_WM_TEMPLATE_INDEX" val="20184556"/>
  <p:tag name="KSO_WM_UNIT_INDEX" val="4"/>
</p:tagLst>
</file>

<file path=ppt/tags/tag16.xml><?xml version="1.0" encoding="utf-8"?>
<p:tagLst xmlns:p="http://schemas.openxmlformats.org/presentationml/2006/main">
  <p:tag name="KSO_WM_TAG_VERSION" val="1.0"/>
  <p:tag name="KSO_WM_BEAUTIFY_FLAG" val="#wm#"/>
  <p:tag name="KSO_WM_UNIT_TYPE" val="i"/>
  <p:tag name="KSO_WM_UNIT_ID" val="custom20184556_1*i*5"/>
  <p:tag name="KSO_WM_TEMPLATE_CATEGORY" val="custom"/>
  <p:tag name="KSO_WM_TEMPLATE_INDEX" val="20184556"/>
  <p:tag name="KSO_WM_UNIT_INDEX" val="5"/>
</p:tagLst>
</file>

<file path=ppt/tags/tag17.xml><?xml version="1.0" encoding="utf-8"?>
<p:tagLst xmlns:p="http://schemas.openxmlformats.org/presentationml/2006/main">
  <p:tag name="KSO_WM_TAG_VERSION" val="1.0"/>
  <p:tag name="KSO_WM_BEAUTIFY_FLAG" val="#wm#"/>
  <p:tag name="KSO_WM_UNIT_TYPE" val="i"/>
  <p:tag name="KSO_WM_UNIT_ID" val="custom20184556_1*i*6"/>
  <p:tag name="KSO_WM_TEMPLATE_CATEGORY" val="custom"/>
  <p:tag name="KSO_WM_TEMPLATE_INDEX" val="20184556"/>
  <p:tag name="KSO_WM_UNIT_INDEX" val="6"/>
</p:tagLst>
</file>

<file path=ppt/tags/tag18.xml><?xml version="1.0" encoding="utf-8"?>
<p:tagLst xmlns:p="http://schemas.openxmlformats.org/presentationml/2006/main">
  <p:tag name="KSO_WM_TAG_VERSION" val="1.0"/>
  <p:tag name="KSO_WM_BEAUTIFY_FLAG" val="#wm#"/>
  <p:tag name="KSO_WM_UNIT_TYPE" val="i"/>
  <p:tag name="KSO_WM_UNIT_ID" val="custom20184556_1*i*7"/>
  <p:tag name="KSO_WM_TEMPLATE_CATEGORY" val="custom"/>
  <p:tag name="KSO_WM_TEMPLATE_INDEX" val="20184556"/>
  <p:tag name="KSO_WM_UNIT_INDEX" val="7"/>
</p:tagLst>
</file>

<file path=ppt/tags/tag19.xml><?xml version="1.0" encoding="utf-8"?>
<p:tagLst xmlns:p="http://schemas.openxmlformats.org/presentationml/2006/main">
  <p:tag name="KSO_WM_TAG_VERSION" val="1.0"/>
  <p:tag name="KSO_WM_BEAUTIFY_FLAG" val="#wm#"/>
  <p:tag name="KSO_WM_UNIT_TYPE" val="i"/>
  <p:tag name="KSO_WM_UNIT_ID" val="custom20184556_22*i*2"/>
  <p:tag name="KSO_WM_TEMPLATE_CATEGORY" val="custom"/>
  <p:tag name="KSO_WM_TEMPLATE_INDEX" val="20184556"/>
  <p:tag name="KSO_WM_UNIT_INDEX" val="2"/>
</p:tagLst>
</file>

<file path=ppt/tags/tag20.xml><?xml version="1.0" encoding="utf-8"?>
<p:tagLst xmlns:p="http://schemas.openxmlformats.org/presentationml/2006/main">
  <p:tag name="KSO_WM_TAG_VERSION" val="1.0"/>
  <p:tag name="KSO_WM_BEAUTIFY_FLAG" val="#wm#"/>
  <p:tag name="KSO_WM_UNIT_TYPE" val="i"/>
  <p:tag name="KSO_WM_UNIT_ID" val="custom20184556_22*i*3"/>
  <p:tag name="KSO_WM_TEMPLATE_CATEGORY" val="custom"/>
  <p:tag name="KSO_WM_TEMPLATE_INDEX" val="20184556"/>
  <p:tag name="KSO_WM_UNIT_INDEX" val="3"/>
</p:tagLst>
</file>

<file path=ppt/tags/tag21.xml><?xml version="1.0" encoding="utf-8"?>
<p:tagLst xmlns:p="http://schemas.openxmlformats.org/presentationml/2006/main">
  <p:tag name="KSO_WM_TAG_VERSION" val="1.0"/>
  <p:tag name="KSO_WM_BEAUTIFY_FLAG" val="#wm#"/>
  <p:tag name="KSO_WM_UNIT_TYPE" val="i"/>
  <p:tag name="KSO_WM_UNIT_ID" val="custom20184556_22*i*4"/>
  <p:tag name="KSO_WM_TEMPLATE_CATEGORY" val="custom"/>
  <p:tag name="KSO_WM_TEMPLATE_INDEX" val="20184556"/>
  <p:tag name="KSO_WM_UNIT_INDEX" val="4"/>
</p:tagLst>
</file>

<file path=ppt/tags/tag22.xml><?xml version="1.0" encoding="utf-8"?>
<p:tagLst xmlns:p="http://schemas.openxmlformats.org/presentationml/2006/main">
  <p:tag name="KSO_WM_TAG_VERSION" val="1.0"/>
  <p:tag name="KSO_WM_BEAUTIFY_FLAG" val="#wm#"/>
  <p:tag name="KSO_WM_UNIT_TYPE" val="i"/>
  <p:tag name="KSO_WM_UNIT_ID" val="custom20184556_22*i*5"/>
  <p:tag name="KSO_WM_TEMPLATE_CATEGORY" val="custom"/>
  <p:tag name="KSO_WM_TEMPLATE_INDEX" val="20184556"/>
  <p:tag name="KSO_WM_UNIT_INDEX" val="5"/>
</p:tagLst>
</file>

<file path=ppt/tags/tag23.xml><?xml version="1.0" encoding="utf-8"?>
<p:tagLst xmlns:p="http://schemas.openxmlformats.org/presentationml/2006/main">
  <p:tag name="KSO_WM_TAG_VERSION" val="1.0"/>
  <p:tag name="KSO_WM_BEAUTIFY_FLAG" val="#wm#"/>
  <p:tag name="KSO_WM_UNIT_TYPE" val="i"/>
  <p:tag name="KSO_WM_UNIT_ID" val="custom20184556_22*i*6"/>
  <p:tag name="KSO_WM_TEMPLATE_CATEGORY" val="custom"/>
  <p:tag name="KSO_WM_TEMPLATE_INDEX" val="20184556"/>
  <p:tag name="KSO_WM_UNIT_INDEX" val="6"/>
</p:tagLst>
</file>

<file path=ppt/tags/tag24.xml><?xml version="1.0" encoding="utf-8"?>
<p:tagLst xmlns:p="http://schemas.openxmlformats.org/presentationml/2006/main">
  <p:tag name="KSO_WM_TAG_VERSION" val="1.0"/>
  <p:tag name="KSO_WM_TEMPLATE_CATEGORY" val="custom"/>
  <p:tag name="KSO_WM_TEMPLATE_INDEX" val="20186830"/>
</p:tagLst>
</file>

<file path=ppt/tags/tag25.xml><?xml version="1.0" encoding="utf-8"?>
<p:tagLst xmlns:p="http://schemas.openxmlformats.org/presentationml/2006/main">
  <p:tag name="KSO_WM_TAG_VERSION" val="1.0"/>
  <p:tag name="KSO_WM_TEMPLATE_CATEGORY" val="custom"/>
  <p:tag name="KSO_WM_TEMPLATE_INDEX" val="20186830"/>
</p:tagLst>
</file>

<file path=ppt/tags/tag26.xml><?xml version="1.0" encoding="utf-8"?>
<p:tagLst xmlns:p="http://schemas.openxmlformats.org/presentationml/2006/main">
  <p:tag name="KSO_WM_TAG_VERSION" val="1.0"/>
  <p:tag name="KSO_WM_BEAUTIFY_FLAG" val="#wm#"/>
  <p:tag name="KSO_WM_COMBINE_RELATE_SLIDE_ID" val="background20181909_1"/>
  <p:tag name="KSO_WM_TEMPLATE_CATEGORY" val="custom"/>
  <p:tag name="KSO_WM_TEMPLATE_INDEX" val="20186830"/>
  <p:tag name="KSO_WM_TEMPLATE_SUBCATEGORY" val="combine"/>
  <p:tag name="KSO_WM_TEMPLATE_THUMBS_INDEX" val="1、6、10、15、19、22"/>
</p:tagLst>
</file>

<file path=ppt/tags/tag27.xml><?xml version="1.0" encoding="utf-8"?>
<p:tagLst xmlns:p="http://schemas.openxmlformats.org/presentationml/2006/main">
  <p:tag name="KSO_WM_TEMPLATE_CATEGORY" val="custom"/>
  <p:tag name="KSO_WM_TEMPLATE_INDEX" val="20186830"/>
  <p:tag name="KSO_WM_TAG_VERSION" val="1.0"/>
  <p:tag name="KSO_WM_BEAUTIFY_FLAG" val="#wm#"/>
  <p:tag name="KSO_WM_UNIT_TYPE" val="a"/>
  <p:tag name="KSO_WM_UNIT_INDEX" val="1"/>
  <p:tag name="KSO_WM_UNIT_ID" val="custom20186830_1*a*1"/>
  <p:tag name="KSO_WM_UNIT_LAYERLEVEL" val="1"/>
  <p:tag name="KSO_WM_UNIT_VALUE" val="9"/>
  <p:tag name="KSO_WM_UNIT_ISCONTENTSTITLE" val="0"/>
  <p:tag name="KSO_WM_UNIT_HIGHLIGHT" val="0"/>
  <p:tag name="KSO_WM_UNIT_COMPATIBLE" val="0"/>
  <p:tag name="KSO_WM_UNIT_CLEAR" val="0"/>
  <p:tag name="KSO_WM_UNIT_PRESET_TEXT" val="黑白简约商务通用"/>
</p:tagLst>
</file>

<file path=ppt/tags/tag28.xml><?xml version="1.0" encoding="utf-8"?>
<p:tagLst xmlns:p="http://schemas.openxmlformats.org/presentationml/2006/main">
  <p:tag name="KSO_WM_TEMPLATE_CATEGORY" val="custom"/>
  <p:tag name="KSO_WM_TEMPLATE_INDEX" val="20186830"/>
  <p:tag name="KSO_WM_TAG_VERSION" val="1.0"/>
  <p:tag name="KSO_WM_BEAUTIFY_FLAG" val="#wm#"/>
  <p:tag name="KSO_WM_UNIT_TYPE" val="b"/>
  <p:tag name="KSO_WM_UNIT_INDEX" val="1"/>
  <p:tag name="KSO_WM_UNIT_ID" val="custom20186830_1*b*1"/>
  <p:tag name="KSO_WM_UNIT_LAYERLEVEL" val="1"/>
  <p:tag name="KSO_WM_UNIT_VALUE" val="24"/>
  <p:tag name="KSO_WM_UNIT_ISCONTENTSTITLE" val="0"/>
  <p:tag name="KSO_WM_UNIT_HIGHLIGHT" val="0"/>
  <p:tag name="KSO_WM_UNIT_COMPATIBLE" val="0"/>
  <p:tag name="KSO_WM_UNIT_CLEAR" val="0"/>
  <p:tag name="KSO_WM_UNIT_PRESET_TEXT_INDEX" val="4"/>
  <p:tag name="KSO_WM_UNIT_PRESET_TEXT_LEN" val="57"/>
</p:tagLst>
</file>

<file path=ppt/tags/tag29.xml><?xml version="1.0" encoding="utf-8"?>
<p:tagLst xmlns:p="http://schemas.openxmlformats.org/presentationml/2006/main">
  <p:tag name="KSO_WM_TEMPLATE_CATEGORY" val="custom"/>
  <p:tag name="KSO_WM_TEMPLATE_INDEX" val="20186830"/>
  <p:tag name="KSO_WM_UNIT_TYPE" val="c"/>
  <p:tag name="KSO_WM_UNIT_INDEX" val="1"/>
  <p:tag name="KSO_WM_UNIT_ID" val="custom20186830_1*c*1"/>
  <p:tag name="KSO_WM_UNIT_LAYERLEVEL" val="1"/>
  <p:tag name="KSO_WM_UNIT_VALUE" val="3"/>
  <p:tag name="KSO_WM_UNIT_HIGHLIGHT" val="0"/>
  <p:tag name="KSO_WM_UNIT_COMPATIBLE" val="1"/>
  <p:tag name="KSO_WM_UNIT_CLEAR" val="0"/>
  <p:tag name="KSO_WM_BEAUTIFY_FLAG" val="#wm#"/>
  <p:tag name="KSO_WM_TAG_VERSION" val="1.0"/>
  <p:tag name="KSO_WM_UNIT_PRESET_TEXT" val="2018"/>
</p:tagLst>
</file>

<file path=ppt/tags/tag30.xml><?xml version="1.0" encoding="utf-8"?>
<p:tagLst xmlns:p="http://schemas.openxmlformats.org/presentationml/2006/main">
  <p:tag name="KSO_WM_TAG_VERSION" val="1.0"/>
  <p:tag name="KSO_WM_SLIDE_ITEM_CNT" val="2"/>
  <p:tag name="KSO_WM_SLIDE_LAYOUT" val="a_b_c"/>
  <p:tag name="KSO_WM_SLIDE_LAYOUT_CNT" val="1_1_1"/>
  <p:tag name="KSO_WM_SLIDE_TYPE" val="title"/>
  <p:tag name="KSO_WM_BEAUTIFY_FLAG" val="#wm#"/>
  <p:tag name="KSO_WM_COMBINE_RELATE_SLIDE_ID" val="background20181909_1"/>
  <p:tag name="KSO_WM_TEMPLATE_CATEGORY" val="custom"/>
  <p:tag name="KSO_WM_TEMPLATE_INDEX" val="20186830"/>
  <p:tag name="KSO_WM_SLIDE_ID" val="custom20186830_1"/>
  <p:tag name="KSO_WM_SLIDE_INDEX" val="1"/>
  <p:tag name="KSO_WM_TEMPLATE_SUBCATEGORY" val="combine"/>
  <p:tag name="KSO_WM_TEMPLATE_THUMBS_INDEX" val="1、6、10、15、19、22、"/>
  <p:tag name="KSO_WM_SLIDE_SUBTYPE" val="pureTxt"/>
  <p:tag name="KSO_WM_SLIDE_MODEL_TYPE" val="cover"/>
</p:tagLst>
</file>

<file path=ppt/tags/tag31.xml><?xml version="1.0" encoding="utf-8"?>
<p:tagLst xmlns:p="http://schemas.openxmlformats.org/presentationml/2006/main">
  <p:tag name="KSO_WM_TEMPLATE_CATEGORY" val="diagram"/>
  <p:tag name="KSO_WM_TEMPLATE_INDEX" val="327"/>
  <p:tag name="KSO_WM_TAG_VERSION" val="1.0"/>
  <p:tag name="KSO_WM_UNIT_TYPE" val="l_i"/>
  <p:tag name="KSO_WM_UNIT_INDEX" val="1_7"/>
  <p:tag name="KSO_WM_UNIT_ID" val="diagram327_4*l_i*1_7"/>
  <p:tag name="KSO_WM_UNIT_CLEAR" val="1"/>
  <p:tag name="KSO_WM_UNIT_LAYERLEVEL" val="1_1"/>
  <p:tag name="KSO_WM_BEAUTIFY_FLAG" val="#wm#"/>
  <p:tag name="KSO_WM_DIAGRAM_GROUP_CODE" val="l1-1"/>
  <p:tag name="KSO_WM_UNIT_LINE_FORE_SCHEMECOLOR_INDEX" val="5"/>
  <p:tag name="KSO_WM_UNIT_LINE_FILL_TYPE" val="2"/>
  <p:tag name="KSO_WM_UNIT_USESOURCEFORMAT_APPLY" val="0"/>
</p:tagLst>
</file>

<file path=ppt/tags/tag32.xml><?xml version="1.0" encoding="utf-8"?>
<p:tagLst xmlns:p="http://schemas.openxmlformats.org/presentationml/2006/main">
  <p:tag name="KSO_WM_TEMPLATE_CATEGORY" val="diagram"/>
  <p:tag name="KSO_WM_TEMPLATE_INDEX" val="327"/>
  <p:tag name="KSO_WM_TAG_VERSION" val="1.0"/>
  <p:tag name="KSO_WM_UNIT_TYPE" val="l_i"/>
  <p:tag name="KSO_WM_UNIT_INDEX" val="1_8"/>
  <p:tag name="KSO_WM_UNIT_ID" val="diagram327_4*l_i*1_8"/>
  <p:tag name="KSO_WM_UNIT_CLEAR" val="1"/>
  <p:tag name="KSO_WM_UNIT_LAYERLEVEL" val="1_1"/>
  <p:tag name="KSO_WM_BEAUTIFY_FLAG" val="#wm#"/>
  <p:tag name="KSO_WM_DIAGRAM_GROUP_CODE" val="l1-1"/>
  <p:tag name="KSO_WM_UNIT_FILL_FORE_SCHEMECOLOR_INDEX" val="5"/>
  <p:tag name="KSO_WM_UNIT_FILL_TYPE" val="1"/>
  <p:tag name="KSO_WM_UNIT_TEXT_FILL_FORE_SCHEMECOLOR_INDEX" val="5"/>
  <p:tag name="KSO_WM_UNIT_TEXT_FILL_TYPE" val="1"/>
  <p:tag name="KSO_WM_UNIT_USESOURCEFORMAT_APPLY" val="0"/>
</p:tagLst>
</file>

<file path=ppt/tags/tag33.xml><?xml version="1.0" encoding="utf-8"?>
<p:tagLst xmlns:p="http://schemas.openxmlformats.org/presentationml/2006/main">
  <p:tag name="KSO_WM_TEMPLATE_CATEGORY" val="diagram"/>
  <p:tag name="KSO_WM_TEMPLATE_INDEX" val="327"/>
  <p:tag name="KSO_WM_TAG_VERSION" val="1.0"/>
  <p:tag name="KSO_WM_UNIT_TYPE" val="l_h_f"/>
  <p:tag name="KSO_WM_UNIT_INDEX" val="1_3_1"/>
  <p:tag name="KSO_WM_UNIT_ID" val="diagram327_4*l_h_f*1_3_1"/>
  <p:tag name="KSO_WM_UNIT_CLEAR" val="1"/>
  <p:tag name="KSO_WM_UNIT_LAYERLEVEL" val="1_1_1"/>
  <p:tag name="KSO_WM_UNIT_VALUE" val="30"/>
  <p:tag name="KSO_WM_UNIT_HIGHLIGHT" val="0"/>
  <p:tag name="KSO_WM_UNIT_COMPATIBLE" val="0"/>
  <p:tag name="KSO_WM_BEAUTIFY_FLAG" val="#wm#"/>
  <p:tag name="KSO_WM_UNIT_PRESET_TEXT_INDEX" val="4"/>
  <p:tag name="KSO_WM_UNIT_PRESET_TEXT_LEN" val="26"/>
  <p:tag name="KSO_WM_DIAGRAM_GROUP_CODE" val="l1-1"/>
  <p:tag name="KSO_WM_UNIT_TEXT_FILL_FORE_SCHEMECOLOR_INDEX" val="5"/>
  <p:tag name="KSO_WM_UNIT_TEXT_FILL_TYPE" val="1"/>
  <p:tag name="KSO_WM_UNIT_USESOURCEFORMAT_APPLY" val="0"/>
</p:tagLst>
</file>

<file path=ppt/tags/tag34.xml><?xml version="1.0" encoding="utf-8"?>
<p:tagLst xmlns:p="http://schemas.openxmlformats.org/presentationml/2006/main">
  <p:tag name="KSO_WM_TEMPLATE_CATEGORY" val="diagram"/>
  <p:tag name="KSO_WM_TEMPLATE_INDEX" val="327"/>
  <p:tag name="KSO_WM_TAG_VERSION" val="1.0"/>
  <p:tag name="KSO_WM_UNIT_TYPE" val="l_i"/>
  <p:tag name="KSO_WM_UNIT_INDEX" val="1_9"/>
  <p:tag name="KSO_WM_UNIT_ID" val="diagram327_4*l_i*1_9"/>
  <p:tag name="KSO_WM_UNIT_CLEAR" val="1"/>
  <p:tag name="KSO_WM_UNIT_LAYERLEVEL" val="1_1"/>
  <p:tag name="KSO_WM_BEAUTIFY_FLAG" val="#wm#"/>
  <p:tag name="KSO_WM_DIAGRAM_GROUP_CODE" val="l1-1"/>
  <p:tag name="KSO_WM_UNIT_TEXT_FILL_FORE_SCHEMECOLOR_INDEX" val="5"/>
  <p:tag name="KSO_WM_UNIT_TEXT_FILL_TYPE" val="1"/>
  <p:tag name="KSO_WM_UNIT_USESOURCEFORMAT_APPLY" val="0"/>
</p:tagLst>
</file>

<file path=ppt/tags/tag35.xml><?xml version="1.0" encoding="utf-8"?>
<p:tagLst xmlns:p="http://schemas.openxmlformats.org/presentationml/2006/main">
  <p:tag name="KSO_WM_TEMPLATE_CATEGORY" val="diagram"/>
  <p:tag name="KSO_WM_TEMPLATE_INDEX" val="327"/>
  <p:tag name="KSO_WM_TAG_VERSION" val="1.0"/>
  <p:tag name="KSO_WM_UNIT_TYPE" val="l_i"/>
  <p:tag name="KSO_WM_UNIT_INDEX" val="1_10"/>
  <p:tag name="KSO_WM_UNIT_ID" val="diagram327_4*l_i*1_10"/>
  <p:tag name="KSO_WM_UNIT_CLEAR" val="1"/>
  <p:tag name="KSO_WM_UNIT_LAYERLEVEL" val="1_1"/>
  <p:tag name="KSO_WM_BEAUTIFY_FLAG" val="#wm#"/>
  <p:tag name="KSO_WM_DIAGRAM_GROUP_CODE" val="l1-1"/>
  <p:tag name="KSO_WM_UNIT_LINE_FORE_SCHEMECOLOR_INDEX" val="6"/>
  <p:tag name="KSO_WM_UNIT_LINE_FILL_TYPE" val="2"/>
  <p:tag name="KSO_WM_UNIT_USESOURCEFORMAT_APPLY" val="0"/>
</p:tagLst>
</file>

<file path=ppt/tags/tag36.xml><?xml version="1.0" encoding="utf-8"?>
<p:tagLst xmlns:p="http://schemas.openxmlformats.org/presentationml/2006/main">
  <p:tag name="KSO_WM_TEMPLATE_CATEGORY" val="diagram"/>
  <p:tag name="KSO_WM_TEMPLATE_INDEX" val="327"/>
  <p:tag name="KSO_WM_TAG_VERSION" val="1.0"/>
  <p:tag name="KSO_WM_UNIT_TYPE" val="l_i"/>
  <p:tag name="KSO_WM_UNIT_INDEX" val="1_11"/>
  <p:tag name="KSO_WM_UNIT_ID" val="diagram327_4*l_i*1_11"/>
  <p:tag name="KSO_WM_UNIT_CLEAR" val="1"/>
  <p:tag name="KSO_WM_UNIT_LAYERLEVEL" val="1_1"/>
  <p:tag name="KSO_WM_BEAUTIFY_FLAG" val="#wm#"/>
  <p:tag name="KSO_WM_DIAGRAM_GROUP_CODE" val="l1-1"/>
  <p:tag name="KSO_WM_UNIT_FILL_FORE_SCHEMECOLOR_INDEX" val="6"/>
  <p:tag name="KSO_WM_UNIT_FILL_TYPE" val="1"/>
  <p:tag name="KSO_WM_UNIT_TEXT_FILL_FORE_SCHEMECOLOR_INDEX" val="5"/>
  <p:tag name="KSO_WM_UNIT_TEXT_FILL_TYPE" val="1"/>
  <p:tag name="KSO_WM_UNIT_USESOURCEFORMAT_APPLY" val="0"/>
</p:tagLst>
</file>

<file path=ppt/tags/tag37.xml><?xml version="1.0" encoding="utf-8"?>
<p:tagLst xmlns:p="http://schemas.openxmlformats.org/presentationml/2006/main">
  <p:tag name="KSO_WM_TEMPLATE_CATEGORY" val="diagram"/>
  <p:tag name="KSO_WM_TEMPLATE_INDEX" val="327"/>
  <p:tag name="KSO_WM_TAG_VERSION" val="1.0"/>
  <p:tag name="KSO_WM_UNIT_TYPE" val="l_h_f"/>
  <p:tag name="KSO_WM_UNIT_INDEX" val="1_4_1"/>
  <p:tag name="KSO_WM_UNIT_ID" val="diagram327_4*l_h_f*1_4_1"/>
  <p:tag name="KSO_WM_UNIT_CLEAR" val="1"/>
  <p:tag name="KSO_WM_UNIT_LAYERLEVEL" val="1_1_1"/>
  <p:tag name="KSO_WM_UNIT_VALUE" val="30"/>
  <p:tag name="KSO_WM_UNIT_HIGHLIGHT" val="0"/>
  <p:tag name="KSO_WM_UNIT_COMPATIBLE" val="0"/>
  <p:tag name="KSO_WM_BEAUTIFY_FLAG" val="#wm#"/>
  <p:tag name="KSO_WM_UNIT_PRESET_TEXT_INDEX" val="4"/>
  <p:tag name="KSO_WM_UNIT_PRESET_TEXT_LEN" val="26"/>
  <p:tag name="KSO_WM_DIAGRAM_GROUP_CODE" val="l1-1"/>
  <p:tag name="KSO_WM_UNIT_TEXT_FILL_FORE_SCHEMECOLOR_INDEX" val="6"/>
  <p:tag name="KSO_WM_UNIT_TEXT_FILL_TYPE" val="1"/>
  <p:tag name="KSO_WM_UNIT_USESOURCEFORMAT_APPLY" val="0"/>
</p:tagLst>
</file>

<file path=ppt/tags/tag38.xml><?xml version="1.0" encoding="utf-8"?>
<p:tagLst xmlns:p="http://schemas.openxmlformats.org/presentationml/2006/main">
  <p:tag name="KSO_WM_TEMPLATE_CATEGORY" val="diagram"/>
  <p:tag name="KSO_WM_TEMPLATE_INDEX" val="327"/>
  <p:tag name="KSO_WM_TAG_VERSION" val="1.0"/>
  <p:tag name="KSO_WM_UNIT_TYPE" val="l_i"/>
  <p:tag name="KSO_WM_UNIT_INDEX" val="1_12"/>
  <p:tag name="KSO_WM_UNIT_ID" val="diagram327_4*l_i*1_12"/>
  <p:tag name="KSO_WM_UNIT_CLEAR" val="1"/>
  <p:tag name="KSO_WM_UNIT_LAYERLEVEL" val="1_1"/>
  <p:tag name="KSO_WM_BEAUTIFY_FLAG" val="#wm#"/>
  <p:tag name="KSO_WM_DIAGRAM_GROUP_CODE" val="l1-1"/>
  <p:tag name="KSO_WM_UNIT_TEXT_FILL_FORE_SCHEMECOLOR_INDEX" val="6"/>
  <p:tag name="KSO_WM_UNIT_TEXT_FILL_TYPE" val="1"/>
  <p:tag name="KSO_WM_UNIT_USESOURCEFORMAT_APPLY" val="0"/>
</p:tagLst>
</file>

<file path=ppt/tags/tag39.xml><?xml version="1.0" encoding="utf-8"?>
<p:tagLst xmlns:p="http://schemas.openxmlformats.org/presentationml/2006/main">
  <p:tag name="KSO_WM_TEMPLATE_CATEGORY" val="diagram"/>
  <p:tag name="KSO_WM_TEMPLATE_INDEX" val="327"/>
  <p:tag name="KSO_WM_TAG_VERSION" val="1.0"/>
  <p:tag name="KSO_WM_UNIT_TYPE" val="a"/>
  <p:tag name="KSO_WM_UNIT_INDEX" val="1"/>
  <p:tag name="KSO_WM_UNIT_ID" val="diagram327_4*a*1"/>
  <p:tag name="KSO_WM_UNIT_CLEAR" val="1"/>
  <p:tag name="KSO_WM_UNIT_LAYERLEVEL" val="1"/>
  <p:tag name="KSO_WM_UNIT_VALUE" val="36"/>
  <p:tag name="KSO_WM_UNIT_ISCONTENTSTITLE" val="0"/>
  <p:tag name="KSO_WM_UNIT_HIGHLIGHT" val="0"/>
  <p:tag name="KSO_WM_UNIT_COMPATIBLE" val="1"/>
  <p:tag name="KSO_WM_BEAUTIFY_FLAG" val="#wm#"/>
  <p:tag name="KSO_WM_UNIT_PRESET_TEXT_INDEX" val="3"/>
  <p:tag name="KSO_WM_UNIT_PRESET_TEXT_LEN" val="18"/>
</p:tagLst>
</file>

<file path=ppt/tags/tag40.xml><?xml version="1.0" encoding="utf-8"?>
<p:tagLst xmlns:p="http://schemas.openxmlformats.org/presentationml/2006/main">
  <p:tag name="KSO_WM_TEMPLATE_CATEGORY" val="diagram"/>
  <p:tag name="KSO_WM_TEMPLATE_INDEX" val="327"/>
  <p:tag name="KSO_WM_TAG_VERSION" val="1.0"/>
  <p:tag name="KSO_WM_UNIT_TYPE" val="l_i"/>
  <p:tag name="KSO_WM_UNIT_INDEX" val="1_1"/>
  <p:tag name="KSO_WM_UNIT_ID" val="diagram327_4*l_i*1_1"/>
  <p:tag name="KSO_WM_UNIT_CLEAR" val="1"/>
  <p:tag name="KSO_WM_UNIT_LAYERLEVEL" val="1_1"/>
  <p:tag name="KSO_WM_BEAUTIFY_FLAG" val="#wm#"/>
  <p:tag name="KSO_WM_DIAGRAM_GROUP_CODE" val="l1-1"/>
  <p:tag name="KSO_WM_UNIT_LINE_FORE_SCHEMECOLOR_INDEX" val="5"/>
  <p:tag name="KSO_WM_UNIT_LINE_FILL_TYPE" val="2"/>
  <p:tag name="KSO_WM_UNIT_USESOURCEFORMAT_APPLY" val="0"/>
</p:tagLst>
</file>

<file path=ppt/tags/tag41.xml><?xml version="1.0" encoding="utf-8"?>
<p:tagLst xmlns:p="http://schemas.openxmlformats.org/presentationml/2006/main">
  <p:tag name="KSO_WM_TEMPLATE_CATEGORY" val="diagram"/>
  <p:tag name="KSO_WM_TEMPLATE_INDEX" val="327"/>
  <p:tag name="KSO_WM_TAG_VERSION" val="1.0"/>
  <p:tag name="KSO_WM_UNIT_TYPE" val="l_i"/>
  <p:tag name="KSO_WM_UNIT_INDEX" val="1_2"/>
  <p:tag name="KSO_WM_UNIT_ID" val="diagram327_4*l_i*1_2"/>
  <p:tag name="KSO_WM_UNIT_CLEAR" val="1"/>
  <p:tag name="KSO_WM_UNIT_LAYERLEVEL" val="1_1"/>
  <p:tag name="KSO_WM_BEAUTIFY_FLAG" val="#wm#"/>
  <p:tag name="KSO_WM_DIAGRAM_GROUP_CODE" val="l1-1"/>
  <p:tag name="KSO_WM_UNIT_FILL_FORE_SCHEMECOLOR_INDEX" val="5"/>
  <p:tag name="KSO_WM_UNIT_FILL_TYPE" val="1"/>
  <p:tag name="KSO_WM_UNIT_TEXT_FILL_FORE_SCHEMECOLOR_INDEX" val="5"/>
  <p:tag name="KSO_WM_UNIT_TEXT_FILL_TYPE" val="1"/>
  <p:tag name="KSO_WM_UNIT_USESOURCEFORMAT_APPLY" val="0"/>
</p:tagLst>
</file>

<file path=ppt/tags/tag42.xml><?xml version="1.0" encoding="utf-8"?>
<p:tagLst xmlns:p="http://schemas.openxmlformats.org/presentationml/2006/main">
  <p:tag name="KSO_WM_TEMPLATE_CATEGORY" val="diagram"/>
  <p:tag name="KSO_WM_TEMPLATE_INDEX" val="327"/>
  <p:tag name="KSO_WM_TAG_VERSION" val="1.0"/>
  <p:tag name="KSO_WM_UNIT_TYPE" val="l_h_f"/>
  <p:tag name="KSO_WM_UNIT_INDEX" val="1_1_1"/>
  <p:tag name="KSO_WM_UNIT_ID" val="diagram327_4*l_h_f*1_1_1"/>
  <p:tag name="KSO_WM_UNIT_CLEAR" val="1"/>
  <p:tag name="KSO_WM_UNIT_LAYERLEVEL" val="1_1_1"/>
  <p:tag name="KSO_WM_UNIT_VALUE" val="30"/>
  <p:tag name="KSO_WM_UNIT_HIGHLIGHT" val="0"/>
  <p:tag name="KSO_WM_UNIT_COMPATIBLE" val="0"/>
  <p:tag name="KSO_WM_BEAUTIFY_FLAG" val="#wm#"/>
  <p:tag name="KSO_WM_UNIT_PRESET_TEXT_INDEX" val="4"/>
  <p:tag name="KSO_WM_UNIT_PRESET_TEXT_LEN" val="26"/>
  <p:tag name="KSO_WM_DIAGRAM_GROUP_CODE" val="l1-1"/>
  <p:tag name="KSO_WM_UNIT_TEXT_FILL_FORE_SCHEMECOLOR_INDEX" val="5"/>
  <p:tag name="KSO_WM_UNIT_TEXT_FILL_TYPE" val="1"/>
  <p:tag name="KSO_WM_UNIT_USESOURCEFORMAT_APPLY" val="0"/>
</p:tagLst>
</file>

<file path=ppt/tags/tag43.xml><?xml version="1.0" encoding="utf-8"?>
<p:tagLst xmlns:p="http://schemas.openxmlformats.org/presentationml/2006/main">
  <p:tag name="KSO_WM_TEMPLATE_CATEGORY" val="diagram"/>
  <p:tag name="KSO_WM_TEMPLATE_INDEX" val="327"/>
  <p:tag name="KSO_WM_TAG_VERSION" val="1.0"/>
  <p:tag name="KSO_WM_UNIT_TYPE" val="l_i"/>
  <p:tag name="KSO_WM_UNIT_INDEX" val="1_3"/>
  <p:tag name="KSO_WM_UNIT_ID" val="diagram327_4*l_i*1_3"/>
  <p:tag name="KSO_WM_UNIT_CLEAR" val="1"/>
  <p:tag name="KSO_WM_UNIT_LAYERLEVEL" val="1_1"/>
  <p:tag name="KSO_WM_BEAUTIFY_FLAG" val="#wm#"/>
  <p:tag name="KSO_WM_DIAGRAM_GROUP_CODE" val="l1-1"/>
  <p:tag name="KSO_WM_UNIT_TEXT_FILL_FORE_SCHEMECOLOR_INDEX" val="5"/>
  <p:tag name="KSO_WM_UNIT_TEXT_FILL_TYPE" val="1"/>
  <p:tag name="KSO_WM_UNIT_USESOURCEFORMAT_APPLY" val="0"/>
</p:tagLst>
</file>

<file path=ppt/tags/tag44.xml><?xml version="1.0" encoding="utf-8"?>
<p:tagLst xmlns:p="http://schemas.openxmlformats.org/presentationml/2006/main">
  <p:tag name="KSO_WM_TEMPLATE_CATEGORY" val="diagram"/>
  <p:tag name="KSO_WM_TEMPLATE_INDEX" val="327"/>
  <p:tag name="KSO_WM_TAG_VERSION" val="1.0"/>
  <p:tag name="KSO_WM_UNIT_TYPE" val="l_i"/>
  <p:tag name="KSO_WM_UNIT_INDEX" val="1_4"/>
  <p:tag name="KSO_WM_UNIT_ID" val="diagram327_4*l_i*1_4"/>
  <p:tag name="KSO_WM_UNIT_CLEAR" val="1"/>
  <p:tag name="KSO_WM_UNIT_LAYERLEVEL" val="1_1"/>
  <p:tag name="KSO_WM_BEAUTIFY_FLAG" val="#wm#"/>
  <p:tag name="KSO_WM_DIAGRAM_GROUP_CODE" val="l1-1"/>
  <p:tag name="KSO_WM_UNIT_LINE_FORE_SCHEMECOLOR_INDEX" val="6"/>
  <p:tag name="KSO_WM_UNIT_LINE_FILL_TYPE" val="2"/>
  <p:tag name="KSO_WM_UNIT_USESOURCEFORMAT_APPLY" val="0"/>
</p:tagLst>
</file>

<file path=ppt/tags/tag45.xml><?xml version="1.0" encoding="utf-8"?>
<p:tagLst xmlns:p="http://schemas.openxmlformats.org/presentationml/2006/main">
  <p:tag name="KSO_WM_TEMPLATE_CATEGORY" val="diagram"/>
  <p:tag name="KSO_WM_TEMPLATE_INDEX" val="327"/>
  <p:tag name="KSO_WM_TAG_VERSION" val="1.0"/>
  <p:tag name="KSO_WM_UNIT_TYPE" val="l_i"/>
  <p:tag name="KSO_WM_UNIT_INDEX" val="1_5"/>
  <p:tag name="KSO_WM_UNIT_ID" val="diagram327_4*l_i*1_5"/>
  <p:tag name="KSO_WM_UNIT_CLEAR" val="1"/>
  <p:tag name="KSO_WM_UNIT_LAYERLEVEL" val="1_1"/>
  <p:tag name="KSO_WM_BEAUTIFY_FLAG" val="#wm#"/>
  <p:tag name="KSO_WM_DIAGRAM_GROUP_CODE" val="l1-1"/>
  <p:tag name="KSO_WM_UNIT_FILL_FORE_SCHEMECOLOR_INDEX" val="6"/>
  <p:tag name="KSO_WM_UNIT_FILL_TYPE" val="1"/>
  <p:tag name="KSO_WM_UNIT_TEXT_FILL_FORE_SCHEMECOLOR_INDEX" val="5"/>
  <p:tag name="KSO_WM_UNIT_TEXT_FILL_TYPE" val="1"/>
  <p:tag name="KSO_WM_UNIT_USESOURCEFORMAT_APPLY" val="0"/>
</p:tagLst>
</file>

<file path=ppt/tags/tag46.xml><?xml version="1.0" encoding="utf-8"?>
<p:tagLst xmlns:p="http://schemas.openxmlformats.org/presentationml/2006/main">
  <p:tag name="KSO_WM_TEMPLATE_CATEGORY" val="diagram"/>
  <p:tag name="KSO_WM_TEMPLATE_INDEX" val="327"/>
  <p:tag name="KSO_WM_TAG_VERSION" val="1.0"/>
  <p:tag name="KSO_WM_UNIT_TYPE" val="l_h_f"/>
  <p:tag name="KSO_WM_UNIT_INDEX" val="1_2_1"/>
  <p:tag name="KSO_WM_UNIT_ID" val="diagram327_4*l_h_f*1_2_1"/>
  <p:tag name="KSO_WM_UNIT_CLEAR" val="1"/>
  <p:tag name="KSO_WM_UNIT_LAYERLEVEL" val="1_1_1"/>
  <p:tag name="KSO_WM_UNIT_VALUE" val="30"/>
  <p:tag name="KSO_WM_UNIT_HIGHLIGHT" val="0"/>
  <p:tag name="KSO_WM_UNIT_COMPATIBLE" val="0"/>
  <p:tag name="KSO_WM_BEAUTIFY_FLAG" val="#wm#"/>
  <p:tag name="KSO_WM_UNIT_PRESET_TEXT_INDEX" val="4"/>
  <p:tag name="KSO_WM_UNIT_PRESET_TEXT_LEN" val="26"/>
  <p:tag name="KSO_WM_DIAGRAM_GROUP_CODE" val="l1-1"/>
  <p:tag name="KSO_WM_UNIT_TEXT_FILL_FORE_SCHEMECOLOR_INDEX" val="6"/>
  <p:tag name="KSO_WM_UNIT_TEXT_FILL_TYPE" val="1"/>
  <p:tag name="KSO_WM_UNIT_USESOURCEFORMAT_APPLY" val="0"/>
</p:tagLst>
</file>

<file path=ppt/tags/tag47.xml><?xml version="1.0" encoding="utf-8"?>
<p:tagLst xmlns:p="http://schemas.openxmlformats.org/presentationml/2006/main">
  <p:tag name="KSO_WM_TEMPLATE_CATEGORY" val="diagram"/>
  <p:tag name="KSO_WM_TEMPLATE_INDEX" val="327"/>
  <p:tag name="KSO_WM_TAG_VERSION" val="1.0"/>
  <p:tag name="KSO_WM_UNIT_TYPE" val="l_i"/>
  <p:tag name="KSO_WM_UNIT_INDEX" val="1_6"/>
  <p:tag name="KSO_WM_UNIT_ID" val="diagram327_4*l_i*1_6"/>
  <p:tag name="KSO_WM_UNIT_CLEAR" val="1"/>
  <p:tag name="KSO_WM_UNIT_LAYERLEVEL" val="1_1"/>
  <p:tag name="KSO_WM_BEAUTIFY_FLAG" val="#wm#"/>
  <p:tag name="KSO_WM_DIAGRAM_GROUP_CODE" val="l1-1"/>
  <p:tag name="KSO_WM_UNIT_TEXT_FILL_FORE_SCHEMECOLOR_INDEX" val="6"/>
  <p:tag name="KSO_WM_UNIT_TEXT_FILL_TYPE" val="1"/>
  <p:tag name="KSO_WM_UNIT_USESOURCEFORMAT_APPLY" val="0"/>
</p:tagLst>
</file>

<file path=ppt/tags/tag48.xml><?xml version="1.0" encoding="utf-8"?>
<p:tagLst xmlns:p="http://schemas.openxmlformats.org/presentationml/2006/main">
  <p:tag name="KSO_WM_TEMPLATE_CATEGORY" val="diagram"/>
  <p:tag name="KSO_WM_TEMPLATE_INDEX" val="327"/>
  <p:tag name="KSO_WM_TAG_VERSION" val="1.0"/>
  <p:tag name="KSO_WM_UNIT_TYPE" val="l_i"/>
  <p:tag name="KSO_WM_UNIT_INDEX" val="1_7"/>
  <p:tag name="KSO_WM_UNIT_ID" val="diagram327_4*l_i*1_7"/>
  <p:tag name="KSO_WM_UNIT_CLEAR" val="1"/>
  <p:tag name="KSO_WM_UNIT_LAYERLEVEL" val="1_1"/>
  <p:tag name="KSO_WM_BEAUTIFY_FLAG" val="#wm#"/>
  <p:tag name="KSO_WM_DIAGRAM_GROUP_CODE" val="l1-1"/>
  <p:tag name="KSO_WM_UNIT_LINE_FORE_SCHEMECOLOR_INDEX" val="5"/>
  <p:tag name="KSO_WM_UNIT_LINE_FILL_TYPE" val="2"/>
  <p:tag name="KSO_WM_UNIT_USESOURCEFORMAT_APPLY" val="0"/>
</p:tagLst>
</file>

<file path=ppt/tags/tag49.xml><?xml version="1.0" encoding="utf-8"?>
<p:tagLst xmlns:p="http://schemas.openxmlformats.org/presentationml/2006/main">
  <p:tag name="KSO_WM_TEMPLATE_CATEGORY" val="diagram"/>
  <p:tag name="KSO_WM_TEMPLATE_INDEX" val="327"/>
  <p:tag name="KSO_WM_TAG_VERSION" val="1.0"/>
  <p:tag name="KSO_WM_UNIT_TYPE" val="l_i"/>
  <p:tag name="KSO_WM_UNIT_INDEX" val="1_10"/>
  <p:tag name="KSO_WM_UNIT_ID" val="diagram327_4*l_i*1_10"/>
  <p:tag name="KSO_WM_UNIT_CLEAR" val="1"/>
  <p:tag name="KSO_WM_UNIT_LAYERLEVEL" val="1_1"/>
  <p:tag name="KSO_WM_BEAUTIFY_FLAG" val="#wm#"/>
  <p:tag name="KSO_WM_DIAGRAM_GROUP_CODE" val="l1-1"/>
  <p:tag name="KSO_WM_UNIT_LINE_FORE_SCHEMECOLOR_INDEX" val="6"/>
  <p:tag name="KSO_WM_UNIT_LINE_FILL_TYPE" val="2"/>
  <p:tag name="KSO_WM_UNIT_USESOURCEFORMAT_APPLY" val="0"/>
</p:tagLst>
</file>

<file path=ppt/tags/tag50.xml><?xml version="1.0" encoding="utf-8"?>
<p:tagLst xmlns:p="http://schemas.openxmlformats.org/presentationml/2006/main">
  <p:tag name="KSO_WM_SLIDE_ID" val="diagram327_4"/>
  <p:tag name="KSO_WM_SLIDE_INDEX" val="4"/>
  <p:tag name="KSO_WM_SLIDE_ITEM_CNT" val="4"/>
  <p:tag name="KSO_WM_SLIDE_LAYOUT" val="a_l"/>
  <p:tag name="KSO_WM_SLIDE_LAYOUT_CNT" val="1_1"/>
  <p:tag name="KSO_WM_SLIDE_TYPE" val="contents"/>
  <p:tag name="KSO_WM_BEAUTIFY_FLAG" val="#wm#"/>
  <p:tag name="KSO_WM_TEMPLATE_CATEGORY" val="custom"/>
  <p:tag name="KSO_WM_TEMPLATE_INDEX" val="20186830"/>
  <p:tag name="KSO_WM_DIAGRAM_GROUP_CODE" val="l1-1"/>
  <p:tag name="KSO_WM_TAG_VERSION" val="1.0"/>
  <p:tag name="KSO_WM_SLIDE_SUBTYPE" val="diag"/>
</p:tagLst>
</file>

<file path=ppt/tags/tag51.xml><?xml version="1.0" encoding="utf-8"?>
<p:tagLst xmlns:p="http://schemas.openxmlformats.org/presentationml/2006/main">
  <p:tag name="KSO_WM_TEMPLATE_CATEGORY" val="custom"/>
  <p:tag name="KSO_WM_TEMPLATE_INDEX" val="20186830"/>
  <p:tag name="KSO_WM_TAG_VERSION" val="1.0"/>
  <p:tag name="KSO_WM_BEAUTIFY_FLAG" val="#wm#"/>
  <p:tag name="KSO_WM_UNIT_PRESET_TEXT_LEN" val="17"/>
  <p:tag name="KSO_WM_UNIT_PRESET_TEXT_INDEX" val="3"/>
  <p:tag name="KSO_WM_UNIT_CLEAR" val="0"/>
  <p:tag name="KSO_WM_UNIT_COMPATIBLE" val="0"/>
  <p:tag name="KSO_WM_UNIT_HIGHLIGHT" val="0"/>
  <p:tag name="KSO_WM_UNIT_ISCONTENTSTITLE" val="0"/>
  <p:tag name="KSO_WM_UNIT_VALUE" val="16"/>
  <p:tag name="KSO_WM_UNIT_LAYERLEVEL" val="1"/>
  <p:tag name="KSO_WM_UNIT_INDEX" val="1"/>
  <p:tag name="KSO_WM_UNIT_ID" val="custom20186830_4*a*1"/>
  <p:tag name="KSO_WM_UNIT_TYPE" val="a"/>
</p:tagLst>
</file>

<file path=ppt/tags/tag52.xml><?xml version="1.0" encoding="utf-8"?>
<p:tagLst xmlns:p="http://schemas.openxmlformats.org/presentationml/2006/main">
  <p:tag name="KSO_WM_TEMPLATE_CATEGORY" val="custom"/>
  <p:tag name="KSO_WM_TEMPLATE_INDEX" val="20186830"/>
  <p:tag name="KSO_WM_TAG_VERSION" val="1.0"/>
  <p:tag name="KSO_WM_BEAUTIFY_FLAG" val="#wm#"/>
  <p:tag name="KSO_WM_UNIT_TYPE" val="f"/>
  <p:tag name="KSO_WM_UNIT_INDEX" val="1"/>
  <p:tag name="KSO_WM_UNIT_ID" val="custom20186830_4*f*1"/>
  <p:tag name="KSO_WM_UNIT_LAYERLEVEL" val="1"/>
  <p:tag name="KSO_WM_UNIT_VALUE" val="110"/>
  <p:tag name="KSO_WM_UNIT_HIGHLIGHT" val="0"/>
  <p:tag name="KSO_WM_UNIT_COMPATIBLE" val="0"/>
  <p:tag name="KSO_WM_UNIT_CLEAR" val="0"/>
  <p:tag name="KSO_WM_UNIT_PRESET_TEXT_INDEX" val="5"/>
  <p:tag name="KSO_WM_UNIT_PRESET_TEXT_LEN" val="148"/>
</p:tagLst>
</file>

<file path=ppt/tags/tag53.xml><?xml version="1.0" encoding="utf-8"?>
<p:tagLst xmlns:p="http://schemas.openxmlformats.org/presentationml/2006/main">
  <p:tag name="KSO_WM_DIAGRAM_GROUP_CODE" val="l1_1"/>
  <p:tag name="KSO_WM_TAG_VERSION" val="1.0"/>
  <p:tag name="KSO_WM_BEAUTIFY_FLAG" val="#wm#"/>
  <p:tag name="KSO_WM_UNIT_TYPE" val="i"/>
  <p:tag name="KSO_WM_UNIT_ID" val="custom20186830_5*i*7"/>
  <p:tag name="KSO_WM_TEMPLATE_CATEGORY" val="custom"/>
  <p:tag name="KSO_WM_TEMPLATE_INDEX" val="20186830"/>
  <p:tag name="KSO_WM_UNIT_INDEX" val="7"/>
  <p:tag name="KSO_WM_UNIT_LINE_FORE_SCHEMECOLOR_INDEX" val="9"/>
  <p:tag name="KSO_WM_UNIT_LINE_FILL_TYPE" val="2"/>
  <p:tag name="KSO_WM_UNIT_USESOURCEFORMAT_APPLY" val="0"/>
</p:tagLst>
</file>

<file path=ppt/tags/tag54.xml><?xml version="1.0" encoding="utf-8"?>
<p:tagLst xmlns:p="http://schemas.openxmlformats.org/presentationml/2006/main">
  <p:tag name="KSO_WM_DIAGRAM_GROUP_CODE" val="l1_1"/>
  <p:tag name="KSO_WM_TAG_VERSION" val="1.0"/>
  <p:tag name="KSO_WM_BEAUTIFY_FLAG" val="#wm#"/>
  <p:tag name="KSO_WM_UNIT_TYPE" val="i"/>
  <p:tag name="KSO_WM_UNIT_ID" val="custom20186830_5*i*8"/>
  <p:tag name="KSO_WM_TEMPLATE_CATEGORY" val="custom"/>
  <p:tag name="KSO_WM_TEMPLATE_INDEX" val="20186830"/>
  <p:tag name="KSO_WM_UNIT_INDEX" val="8"/>
  <p:tag name="KSO_WM_UNIT_LINE_FORE_SCHEMECOLOR_INDEX" val="9"/>
  <p:tag name="KSO_WM_UNIT_LINE_FILL_TYPE" val="2"/>
  <p:tag name="KSO_WM_UNIT_USESOURCEFORMAT_APPLY" val="0"/>
</p:tagLst>
</file>

<file path=ppt/tags/tag55.xml><?xml version="1.0" encoding="utf-8"?>
<p:tagLst xmlns:p="http://schemas.openxmlformats.org/presentationml/2006/main">
  <p:tag name="KSO_WM_DIAGRAM_GROUP_CODE" val="l1_1"/>
  <p:tag name="KSO_WM_TAG_VERSION" val="1.0"/>
  <p:tag name="KSO_WM_BEAUTIFY_FLAG" val="#wm#"/>
  <p:tag name="KSO_WM_UNIT_TYPE" val="i"/>
  <p:tag name="KSO_WM_UNIT_ID" val="custom20186830_5*i*9"/>
  <p:tag name="KSO_WM_TEMPLATE_CATEGORY" val="custom"/>
  <p:tag name="KSO_WM_TEMPLATE_INDEX" val="20186830"/>
  <p:tag name="KSO_WM_UNIT_INDEX" val="9"/>
  <p:tag name="KSO_WM_UNIT_LINE_FORE_SCHEMECOLOR_INDEX" val="9"/>
  <p:tag name="KSO_WM_UNIT_LINE_FILL_TYPE" val="2"/>
  <p:tag name="KSO_WM_UNIT_USESOURCEFORMAT_APPLY" val="0"/>
</p:tagLst>
</file>

<file path=ppt/tags/tag56.xml><?xml version="1.0" encoding="utf-8"?>
<p:tagLst xmlns:p="http://schemas.openxmlformats.org/presentationml/2006/main">
  <p:tag name="KSO_WM_SLIDE_SIZE" val="631*425"/>
  <p:tag name="KSO_WM_SLIDE_POSITION" val="49*57"/>
  <p:tag name="KSO_WM_SLIDE_LAYOUT_CNT" val="1_1_1"/>
  <p:tag name="KSO_WM_SLIDE_LAYOUT" val="a_f_d"/>
  <p:tag name="KSO_WM_BEAUTIFY_FLAG" val="#wm#"/>
  <p:tag name="KSO_WM_SLIDE_TYPE" val="text"/>
  <p:tag name="KSO_WM_SLIDE_ITEM_CNT" val="2"/>
  <p:tag name="KSO_WM_SLIDE_INDEX" val="4"/>
  <p:tag name="KSO_WM_SLIDE_ID" val="custom20186830_4"/>
  <p:tag name="KSO_WM_TAG_VERSION" val="1.0"/>
  <p:tag name="KSO_WM_TEMPLATE_INDEX" val="20186830"/>
  <p:tag name="KSO_WM_TEMPLATE_CATEGORY" val="custom"/>
  <p:tag name="KSO_WM_SLIDE_SUBTYPE" val="picTxt"/>
</p:tagLst>
</file>

<file path=ppt/tags/tag57.xml><?xml version="1.0" encoding="utf-8"?>
<p:tagLst xmlns:p="http://schemas.openxmlformats.org/presentationml/2006/main">
  <p:tag name="KSO_WM_TEMPLATE_CATEGORY" val="custom"/>
  <p:tag name="KSO_WM_TEMPLATE_INDEX" val="20186830"/>
  <p:tag name="KSO_WM_TAG_VERSION" val="1.0"/>
  <p:tag name="KSO_WM_BEAUTIFY_FLAG" val="#wm#"/>
  <p:tag name="KSO_WM_UNIT_PRESET_TEXT_LEN" val="17"/>
  <p:tag name="KSO_WM_UNIT_PRESET_TEXT_INDEX" val="3"/>
  <p:tag name="KSO_WM_UNIT_CLEAR" val="0"/>
  <p:tag name="KSO_WM_UNIT_COMPATIBLE" val="0"/>
  <p:tag name="KSO_WM_UNIT_HIGHLIGHT" val="0"/>
  <p:tag name="KSO_WM_UNIT_ISCONTENTSTITLE" val="0"/>
  <p:tag name="KSO_WM_UNIT_VALUE" val="16"/>
  <p:tag name="KSO_WM_UNIT_LAYERLEVEL" val="1"/>
  <p:tag name="KSO_WM_UNIT_INDEX" val="1"/>
  <p:tag name="KSO_WM_UNIT_ID" val="custom20186830_4*a*1"/>
  <p:tag name="KSO_WM_UNIT_TYPE" val="a"/>
</p:tagLst>
</file>

<file path=ppt/tags/tag58.xml><?xml version="1.0" encoding="utf-8"?>
<p:tagLst xmlns:p="http://schemas.openxmlformats.org/presentationml/2006/main">
  <p:tag name="KSO_WM_DIAGRAM_GROUP_CODE" val="l1_1"/>
  <p:tag name="KSO_WM_TAG_VERSION" val="1.0"/>
  <p:tag name="KSO_WM_BEAUTIFY_FLAG" val="#wm#"/>
  <p:tag name="KSO_WM_UNIT_TYPE" val="i"/>
  <p:tag name="KSO_WM_UNIT_ID" val="custom20186830_5*i*7"/>
  <p:tag name="KSO_WM_TEMPLATE_CATEGORY" val="custom"/>
  <p:tag name="KSO_WM_TEMPLATE_INDEX" val="20186830"/>
  <p:tag name="KSO_WM_UNIT_INDEX" val="7"/>
  <p:tag name="KSO_WM_UNIT_LINE_FORE_SCHEMECOLOR_INDEX" val="9"/>
  <p:tag name="KSO_WM_UNIT_LINE_FILL_TYPE" val="2"/>
  <p:tag name="KSO_WM_UNIT_USESOURCEFORMAT_APPLY" val="0"/>
</p:tagLst>
</file>

<file path=ppt/tags/tag59.xml><?xml version="1.0" encoding="utf-8"?>
<p:tagLst xmlns:p="http://schemas.openxmlformats.org/presentationml/2006/main">
  <p:tag name="KSO_WM_DIAGRAM_GROUP_CODE" val="l1_1"/>
  <p:tag name="KSO_WM_TAG_VERSION" val="1.0"/>
  <p:tag name="KSO_WM_BEAUTIFY_FLAG" val="#wm#"/>
  <p:tag name="KSO_WM_UNIT_TYPE" val="i"/>
  <p:tag name="KSO_WM_UNIT_ID" val="custom20186830_5*i*8"/>
  <p:tag name="KSO_WM_TEMPLATE_CATEGORY" val="custom"/>
  <p:tag name="KSO_WM_TEMPLATE_INDEX" val="20186830"/>
  <p:tag name="KSO_WM_UNIT_INDEX" val="8"/>
  <p:tag name="KSO_WM_UNIT_LINE_FORE_SCHEMECOLOR_INDEX" val="9"/>
  <p:tag name="KSO_WM_UNIT_LINE_FILL_TYPE" val="2"/>
  <p:tag name="KSO_WM_UNIT_USESOURCEFORMAT_APPLY" val="0"/>
</p:tagLst>
</file>

<file path=ppt/tags/tag60.xml><?xml version="1.0" encoding="utf-8"?>
<p:tagLst xmlns:p="http://schemas.openxmlformats.org/presentationml/2006/main">
  <p:tag name="KSO_WM_DIAGRAM_GROUP_CODE" val="l1_1"/>
  <p:tag name="KSO_WM_TAG_VERSION" val="1.0"/>
  <p:tag name="KSO_WM_BEAUTIFY_FLAG" val="#wm#"/>
  <p:tag name="KSO_WM_UNIT_TYPE" val="i"/>
  <p:tag name="KSO_WM_UNIT_ID" val="custom20186830_5*i*9"/>
  <p:tag name="KSO_WM_TEMPLATE_CATEGORY" val="custom"/>
  <p:tag name="KSO_WM_TEMPLATE_INDEX" val="20186830"/>
  <p:tag name="KSO_WM_UNIT_INDEX" val="9"/>
  <p:tag name="KSO_WM_UNIT_LINE_FORE_SCHEMECOLOR_INDEX" val="9"/>
  <p:tag name="KSO_WM_UNIT_LINE_FILL_TYPE" val="2"/>
  <p:tag name="KSO_WM_UNIT_USESOURCEFORMAT_APPLY" val="0"/>
</p:tagLst>
</file>

<file path=ppt/tags/tag61.xml><?xml version="1.0" encoding="utf-8"?>
<p:tagLst xmlns:p="http://schemas.openxmlformats.org/presentationml/2006/main">
  <p:tag name="KSO_WM_TEMPLATE_CATEGORY" val="custom"/>
  <p:tag name="KSO_WM_TEMPLATE_INDEX" val="20186830"/>
  <p:tag name="KSO_WM_TAG_VERSION" val="1.0"/>
  <p:tag name="KSO_WM_BEAUTIFY_FLAG" val="#wm#"/>
  <p:tag name="KSO_WM_UNIT_CLEAR" val="1"/>
  <p:tag name="KSO_WM_UNIT_TYPE" val="l_h_i"/>
  <p:tag name="KSO_WM_UNIT_INDEX" val="1_2_1"/>
  <p:tag name="KSO_WM_UNIT_ID" val="custom20186830_9*l_h_i*1_2_1"/>
  <p:tag name="KSO_WM_UNIT_LAYERLEVEL" val="1_1_1"/>
  <p:tag name="KSO_WM_DIAGRAM_GROUP_CODE" val="l1-1"/>
  <p:tag name="KSO_WM_UNIT_LINE_FORE_SCHEMECOLOR_INDEX" val="10"/>
  <p:tag name="KSO_WM_UNIT_LINE_FILL_TYPE" val="2"/>
  <p:tag name="KSO_WM_UNIT_USESOURCEFORMAT_APPLY" val="1"/>
</p:tagLst>
</file>

<file path=ppt/tags/tag62.xml><?xml version="1.0" encoding="utf-8"?>
<p:tagLst xmlns:p="http://schemas.openxmlformats.org/presentationml/2006/main">
  <p:tag name="KSO_WM_TEMPLATE_CATEGORY" val="custom"/>
  <p:tag name="KSO_WM_TEMPLATE_INDEX" val="20186830"/>
  <p:tag name="KSO_WM_TAG_VERSION" val="1.0"/>
  <p:tag name="KSO_WM_BEAUTIFY_FLAG" val="#wm#"/>
  <p:tag name="KSO_WM_UNIT_CLEAR" val="1"/>
  <p:tag name="KSO_WM_UNIT_TYPE" val="l_h_i"/>
  <p:tag name="KSO_WM_UNIT_INDEX" val="1_2_2"/>
  <p:tag name="KSO_WM_UNIT_ID" val="custom20186830_9*l_h_i*1_2_2"/>
  <p:tag name="KSO_WM_UNIT_LAYERLEVEL" val="1_1_1"/>
  <p:tag name="KSO_WM_DIAGRAM_GROUP_CODE" val="l1-1"/>
  <p:tag name="KSO_WM_UNIT_LINE_FORE_SCHEMECOLOR_INDEX" val="10"/>
  <p:tag name="KSO_WM_UNIT_LINE_FILL_TYPE" val="2"/>
  <p:tag name="KSO_WM_UNIT_USESOURCEFORMAT_APPLY" val="1"/>
</p:tagLst>
</file>

<file path=ppt/tags/tag63.xml><?xml version="1.0" encoding="utf-8"?>
<p:tagLst xmlns:p="http://schemas.openxmlformats.org/presentationml/2006/main">
  <p:tag name="KSO_WM_TEMPLATE_CATEGORY" val="custom"/>
  <p:tag name="KSO_WM_TEMPLATE_INDEX" val="20186830"/>
  <p:tag name="KSO_WM_TAG_VERSION" val="1.0"/>
  <p:tag name="KSO_WM_BEAUTIFY_FLAG" val="#wm#"/>
  <p:tag name="KSO_WM_UNIT_TYPE" val="l_h_f"/>
  <p:tag name="KSO_WM_UNIT_INDEX" val="1_2_1"/>
  <p:tag name="KSO_WM_UNIT_ID" val="custom20186830_9*l_h_f*1_2_1"/>
  <p:tag name="KSO_WM_UNIT_CLEAR" val="1"/>
  <p:tag name="KSO_WM_UNIT_LAYERLEVEL" val="1_1_1"/>
  <p:tag name="KSO_WM_UNIT_VALUE" val="16"/>
  <p:tag name="KSO_WM_UNIT_HIGHLIGHT" val="0"/>
  <p:tag name="KSO_WM_UNIT_COMPATIBLE" val="0"/>
  <p:tag name="KSO_WM_UNIT_PRESET_TEXT_INDEX" val="4"/>
  <p:tag name="KSO_WM_UNIT_PRESET_TEXT_LEN" val="26"/>
  <p:tag name="KSO_WM_DIAGRAM_GROUP_CODE" val="l1-1"/>
  <p:tag name="KSO_WM_UNIT_FILL_FORE_SCHEMECOLOR_INDEX" val="10"/>
  <p:tag name="KSO_WM_UNIT_FILL_TYPE" val="1"/>
  <p:tag name="KSO_WM_UNIT_TEXT_FILL_FORE_SCHEMECOLOR_INDEX" val="14"/>
  <p:tag name="KSO_WM_UNIT_TEXT_FILL_TYPE" val="1"/>
  <p:tag name="KSO_WM_UNIT_USESOURCEFORMAT_APPLY" val="1"/>
</p:tagLst>
</file>

<file path=ppt/tags/tag64.xml><?xml version="1.0" encoding="utf-8"?>
<p:tagLst xmlns:p="http://schemas.openxmlformats.org/presentationml/2006/main">
  <p:tag name="KSO_WM_TEMPLATE_CATEGORY" val="custom"/>
  <p:tag name="KSO_WM_TEMPLATE_INDEX" val="20186830"/>
  <p:tag name="KSO_WM_TAG_VERSION" val="1.0"/>
  <p:tag name="KSO_WM_BEAUTIFY_FLAG" val="#wm#"/>
  <p:tag name="KSO_WM_UNIT_CLEAR" val="1"/>
  <p:tag name="KSO_WM_UNIT_TYPE" val="l_h_i"/>
  <p:tag name="KSO_WM_UNIT_INDEX" val="1_2_3"/>
  <p:tag name="KSO_WM_UNIT_ID" val="custom20186830_9*l_h_i*1_2_3"/>
  <p:tag name="KSO_WM_UNIT_LAYERLEVEL" val="1_1_1"/>
  <p:tag name="KSO_WM_DIAGRAM_GROUP_CODE" val="l1-1"/>
  <p:tag name="KSO_WM_UNIT_TEXT_FILL_FORE_SCHEMECOLOR_INDEX" val="13"/>
  <p:tag name="KSO_WM_UNIT_TEXT_FILL_TYPE" val="1"/>
  <p:tag name="KSO_WM_UNIT_USESOURCEFORMAT_APPLY" val="1"/>
</p:tagLst>
</file>

<file path=ppt/tags/tag65.xml><?xml version="1.0" encoding="utf-8"?>
<p:tagLst xmlns:p="http://schemas.openxmlformats.org/presentationml/2006/main">
  <p:tag name="KSO_WM_TEMPLATE_CATEGORY" val="custom"/>
  <p:tag name="KSO_WM_TEMPLATE_INDEX" val="20186830"/>
  <p:tag name="KSO_WM_TAG_VERSION" val="1.0"/>
  <p:tag name="KSO_WM_BEAUTIFY_FLAG" val="#wm#"/>
  <p:tag name="KSO_WM_UNIT_CLEAR" val="1"/>
  <p:tag name="KSO_WM_UNIT_TYPE" val="l_h_i"/>
  <p:tag name="KSO_WM_UNIT_INDEX" val="1_2_1"/>
  <p:tag name="KSO_WM_UNIT_ID" val="custom20186830_9*l_h_i*1_2_1"/>
  <p:tag name="KSO_WM_UNIT_LAYERLEVEL" val="1_1_1"/>
  <p:tag name="KSO_WM_DIAGRAM_GROUP_CODE" val="l1-1"/>
  <p:tag name="KSO_WM_UNIT_LINE_FORE_SCHEMECOLOR_INDEX" val="10"/>
  <p:tag name="KSO_WM_UNIT_LINE_FILL_TYPE" val="2"/>
  <p:tag name="KSO_WM_UNIT_USESOURCEFORMAT_APPLY" val="1"/>
</p:tagLst>
</file>

<file path=ppt/tags/tag66.xml><?xml version="1.0" encoding="utf-8"?>
<p:tagLst xmlns:p="http://schemas.openxmlformats.org/presentationml/2006/main">
  <p:tag name="KSO_WM_TEMPLATE_CATEGORY" val="custom"/>
  <p:tag name="KSO_WM_TEMPLATE_INDEX" val="20186830"/>
  <p:tag name="KSO_WM_TAG_VERSION" val="1.0"/>
  <p:tag name="KSO_WM_BEAUTIFY_FLAG" val="#wm#"/>
  <p:tag name="KSO_WM_UNIT_CLEAR" val="1"/>
  <p:tag name="KSO_WM_UNIT_TYPE" val="l_h_i"/>
  <p:tag name="KSO_WM_UNIT_INDEX" val="1_2_2"/>
  <p:tag name="KSO_WM_UNIT_ID" val="custom20186830_9*l_h_i*1_2_2"/>
  <p:tag name="KSO_WM_UNIT_LAYERLEVEL" val="1_1_1"/>
  <p:tag name="KSO_WM_DIAGRAM_GROUP_CODE" val="l1-1"/>
  <p:tag name="KSO_WM_UNIT_LINE_FORE_SCHEMECOLOR_INDEX" val="10"/>
  <p:tag name="KSO_WM_UNIT_LINE_FILL_TYPE" val="2"/>
  <p:tag name="KSO_WM_UNIT_USESOURCEFORMAT_APPLY" val="1"/>
</p:tagLst>
</file>

<file path=ppt/tags/tag67.xml><?xml version="1.0" encoding="utf-8"?>
<p:tagLst xmlns:p="http://schemas.openxmlformats.org/presentationml/2006/main">
  <p:tag name="KSO_WM_TEMPLATE_CATEGORY" val="custom"/>
  <p:tag name="KSO_WM_TEMPLATE_INDEX" val="20186830"/>
  <p:tag name="KSO_WM_TAG_VERSION" val="1.0"/>
  <p:tag name="KSO_WM_BEAUTIFY_FLAG" val="#wm#"/>
  <p:tag name="KSO_WM_UNIT_TYPE" val="l_h_f"/>
  <p:tag name="KSO_WM_UNIT_INDEX" val="1_2_1"/>
  <p:tag name="KSO_WM_UNIT_ID" val="custom20186830_9*l_h_f*1_2_1"/>
  <p:tag name="KSO_WM_UNIT_CLEAR" val="1"/>
  <p:tag name="KSO_WM_UNIT_LAYERLEVEL" val="1_1_1"/>
  <p:tag name="KSO_WM_UNIT_VALUE" val="16"/>
  <p:tag name="KSO_WM_UNIT_HIGHLIGHT" val="0"/>
  <p:tag name="KSO_WM_UNIT_COMPATIBLE" val="0"/>
  <p:tag name="KSO_WM_UNIT_PRESET_TEXT_INDEX" val="4"/>
  <p:tag name="KSO_WM_UNIT_PRESET_TEXT_LEN" val="26"/>
  <p:tag name="KSO_WM_DIAGRAM_GROUP_CODE" val="l1-1"/>
  <p:tag name="KSO_WM_UNIT_FILL_FORE_SCHEMECOLOR_INDEX" val="10"/>
  <p:tag name="KSO_WM_UNIT_FILL_TYPE" val="1"/>
  <p:tag name="KSO_WM_UNIT_TEXT_FILL_FORE_SCHEMECOLOR_INDEX" val="14"/>
  <p:tag name="KSO_WM_UNIT_TEXT_FILL_TYPE" val="1"/>
  <p:tag name="KSO_WM_UNIT_USESOURCEFORMAT_APPLY" val="1"/>
</p:tagLst>
</file>

<file path=ppt/tags/tag68.xml><?xml version="1.0" encoding="utf-8"?>
<p:tagLst xmlns:p="http://schemas.openxmlformats.org/presentationml/2006/main">
  <p:tag name="KSO_WM_TEMPLATE_CATEGORY" val="custom"/>
  <p:tag name="KSO_WM_TEMPLATE_INDEX" val="20186830"/>
  <p:tag name="KSO_WM_TAG_VERSION" val="1.0"/>
  <p:tag name="KSO_WM_BEAUTIFY_FLAG" val="#wm#"/>
  <p:tag name="KSO_WM_UNIT_CLEAR" val="1"/>
  <p:tag name="KSO_WM_UNIT_TYPE" val="l_h_i"/>
  <p:tag name="KSO_WM_UNIT_INDEX" val="1_2_3"/>
  <p:tag name="KSO_WM_UNIT_ID" val="custom20186830_9*l_h_i*1_2_3"/>
  <p:tag name="KSO_WM_UNIT_LAYERLEVEL" val="1_1_1"/>
  <p:tag name="KSO_WM_DIAGRAM_GROUP_CODE" val="l1-1"/>
  <p:tag name="KSO_WM_UNIT_TEXT_FILL_FORE_SCHEMECOLOR_INDEX" val="13"/>
  <p:tag name="KSO_WM_UNIT_TEXT_FILL_TYPE" val="1"/>
  <p:tag name="KSO_WM_UNIT_USESOURCEFORMAT_APPLY" val="1"/>
</p:tagLst>
</file>

<file path=ppt/tags/tag69.xml><?xml version="1.0" encoding="utf-8"?>
<p:tagLst xmlns:p="http://schemas.openxmlformats.org/presentationml/2006/main">
  <p:tag name="KSO_WM_TEMPLATE_CATEGORY" val="custom"/>
  <p:tag name="KSO_WM_TEMPLATE_INDEX" val="20186830"/>
  <p:tag name="KSO_WM_TAG_VERSION" val="1.0"/>
  <p:tag name="KSO_WM_BEAUTIFY_FLAG" val="#wm#"/>
  <p:tag name="KSO_WM_UNIT_CLEAR" val="1"/>
  <p:tag name="KSO_WM_UNIT_TYPE" val="l_h_i"/>
  <p:tag name="KSO_WM_UNIT_INDEX" val="1_2_1"/>
  <p:tag name="KSO_WM_UNIT_ID" val="custom20186830_9*l_h_i*1_2_1"/>
  <p:tag name="KSO_WM_UNIT_LAYERLEVEL" val="1_1_1"/>
  <p:tag name="KSO_WM_DIAGRAM_GROUP_CODE" val="l1-1"/>
  <p:tag name="KSO_WM_UNIT_LINE_FORE_SCHEMECOLOR_INDEX" val="10"/>
  <p:tag name="KSO_WM_UNIT_LINE_FILL_TYPE" val="2"/>
  <p:tag name="KSO_WM_UNIT_USESOURCEFORMAT_APPLY" val="1"/>
</p:tagLst>
</file>

<file path=ppt/tags/tag70.xml><?xml version="1.0" encoding="utf-8"?>
<p:tagLst xmlns:p="http://schemas.openxmlformats.org/presentationml/2006/main">
  <p:tag name="KSO_WM_TEMPLATE_CATEGORY" val="custom"/>
  <p:tag name="KSO_WM_TEMPLATE_INDEX" val="20186830"/>
  <p:tag name="KSO_WM_TAG_VERSION" val="1.0"/>
  <p:tag name="KSO_WM_BEAUTIFY_FLAG" val="#wm#"/>
  <p:tag name="KSO_WM_UNIT_CLEAR" val="1"/>
  <p:tag name="KSO_WM_UNIT_TYPE" val="l_h_i"/>
  <p:tag name="KSO_WM_UNIT_INDEX" val="1_2_2"/>
  <p:tag name="KSO_WM_UNIT_ID" val="custom20186830_9*l_h_i*1_2_2"/>
  <p:tag name="KSO_WM_UNIT_LAYERLEVEL" val="1_1_1"/>
  <p:tag name="KSO_WM_DIAGRAM_GROUP_CODE" val="l1-1"/>
  <p:tag name="KSO_WM_UNIT_LINE_FORE_SCHEMECOLOR_INDEX" val="10"/>
  <p:tag name="KSO_WM_UNIT_LINE_FILL_TYPE" val="2"/>
  <p:tag name="KSO_WM_UNIT_USESOURCEFORMAT_APPLY" val="1"/>
</p:tagLst>
</file>

<file path=ppt/tags/tag71.xml><?xml version="1.0" encoding="utf-8"?>
<p:tagLst xmlns:p="http://schemas.openxmlformats.org/presentationml/2006/main">
  <p:tag name="KSO_WM_TEMPLATE_CATEGORY" val="custom"/>
  <p:tag name="KSO_WM_TEMPLATE_INDEX" val="20186830"/>
  <p:tag name="KSO_WM_TAG_VERSION" val="1.0"/>
  <p:tag name="KSO_WM_BEAUTIFY_FLAG" val="#wm#"/>
  <p:tag name="KSO_WM_UNIT_TYPE" val="l_h_f"/>
  <p:tag name="KSO_WM_UNIT_INDEX" val="1_2_1"/>
  <p:tag name="KSO_WM_UNIT_ID" val="custom20186830_9*l_h_f*1_2_1"/>
  <p:tag name="KSO_WM_UNIT_CLEAR" val="1"/>
  <p:tag name="KSO_WM_UNIT_LAYERLEVEL" val="1_1_1"/>
  <p:tag name="KSO_WM_UNIT_VALUE" val="16"/>
  <p:tag name="KSO_WM_UNIT_HIGHLIGHT" val="0"/>
  <p:tag name="KSO_WM_UNIT_COMPATIBLE" val="0"/>
  <p:tag name="KSO_WM_UNIT_PRESET_TEXT_INDEX" val="4"/>
  <p:tag name="KSO_WM_UNIT_PRESET_TEXT_LEN" val="26"/>
  <p:tag name="KSO_WM_DIAGRAM_GROUP_CODE" val="l1-1"/>
  <p:tag name="KSO_WM_UNIT_FILL_FORE_SCHEMECOLOR_INDEX" val="10"/>
  <p:tag name="KSO_WM_UNIT_FILL_TYPE" val="1"/>
  <p:tag name="KSO_WM_UNIT_TEXT_FILL_FORE_SCHEMECOLOR_INDEX" val="14"/>
  <p:tag name="KSO_WM_UNIT_TEXT_FILL_TYPE" val="1"/>
  <p:tag name="KSO_WM_UNIT_USESOURCEFORMAT_APPLY" val="1"/>
</p:tagLst>
</file>

<file path=ppt/tags/tag72.xml><?xml version="1.0" encoding="utf-8"?>
<p:tagLst xmlns:p="http://schemas.openxmlformats.org/presentationml/2006/main">
  <p:tag name="KSO_WM_TEMPLATE_CATEGORY" val="custom"/>
  <p:tag name="KSO_WM_TEMPLATE_INDEX" val="20186830"/>
  <p:tag name="KSO_WM_TAG_VERSION" val="1.0"/>
  <p:tag name="KSO_WM_BEAUTIFY_FLAG" val="#wm#"/>
  <p:tag name="KSO_WM_UNIT_CLEAR" val="1"/>
  <p:tag name="KSO_WM_UNIT_TYPE" val="l_h_i"/>
  <p:tag name="KSO_WM_UNIT_INDEX" val="1_2_3"/>
  <p:tag name="KSO_WM_UNIT_ID" val="custom20186830_9*l_h_i*1_2_3"/>
  <p:tag name="KSO_WM_UNIT_LAYERLEVEL" val="1_1_1"/>
  <p:tag name="KSO_WM_DIAGRAM_GROUP_CODE" val="l1-1"/>
  <p:tag name="KSO_WM_UNIT_TEXT_FILL_FORE_SCHEMECOLOR_INDEX" val="13"/>
  <p:tag name="KSO_WM_UNIT_TEXT_FILL_TYPE" val="1"/>
  <p:tag name="KSO_WM_UNIT_USESOURCEFORMAT_APPLY" val="1"/>
</p:tagLst>
</file>

<file path=ppt/tags/tag73.xml><?xml version="1.0" encoding="utf-8"?>
<p:tagLst xmlns:p="http://schemas.openxmlformats.org/presentationml/2006/main">
  <p:tag name="KSO_WM_SLIDE_SIZE" val="631*425"/>
  <p:tag name="KSO_WM_SLIDE_POSITION" val="49*57"/>
  <p:tag name="KSO_WM_SLIDE_LAYOUT_CNT" val="1_1_1"/>
  <p:tag name="KSO_WM_SLIDE_LAYOUT" val="a_f_d"/>
  <p:tag name="KSO_WM_BEAUTIFY_FLAG" val="#wm#"/>
  <p:tag name="KSO_WM_SLIDE_TYPE" val="text"/>
  <p:tag name="KSO_WM_SLIDE_ITEM_CNT" val="2"/>
  <p:tag name="KSO_WM_SLIDE_INDEX" val="4"/>
  <p:tag name="KSO_WM_SLIDE_ID" val="custom20186830_4"/>
  <p:tag name="KSO_WM_TAG_VERSION" val="1.0"/>
  <p:tag name="KSO_WM_TEMPLATE_INDEX" val="20186830"/>
  <p:tag name="KSO_WM_TEMPLATE_CATEGORY" val="custom"/>
  <p:tag name="KSO_WM_SLIDE_SUBTYPE" val="picTxt"/>
</p:tagLst>
</file>

<file path=ppt/tags/tag74.xml><?xml version="1.0" encoding="utf-8"?>
<p:tagLst xmlns:p="http://schemas.openxmlformats.org/presentationml/2006/main">
  <p:tag name="KSO_WM_TEMPLATE_CATEGORY" val="custom"/>
  <p:tag name="KSO_WM_TEMPLATE_INDEX" val="20186830"/>
  <p:tag name="KSO_WM_TAG_VERSION" val="1.0"/>
  <p:tag name="KSO_WM_BEAUTIFY_FLAG" val="#wm#"/>
  <p:tag name="KSO_WM_UNIT_PRESET_TEXT_LEN" val="17"/>
  <p:tag name="KSO_WM_UNIT_PRESET_TEXT_INDEX" val="3"/>
  <p:tag name="KSO_WM_UNIT_CLEAR" val="0"/>
  <p:tag name="KSO_WM_UNIT_COMPATIBLE" val="0"/>
  <p:tag name="KSO_WM_UNIT_HIGHLIGHT" val="0"/>
  <p:tag name="KSO_WM_UNIT_ISCONTENTSTITLE" val="0"/>
  <p:tag name="KSO_WM_UNIT_VALUE" val="16"/>
  <p:tag name="KSO_WM_UNIT_LAYERLEVEL" val="1"/>
  <p:tag name="KSO_WM_UNIT_INDEX" val="1"/>
  <p:tag name="KSO_WM_UNIT_ID" val="custom20186830_4*a*1"/>
  <p:tag name="KSO_WM_UNIT_TYPE" val="a"/>
</p:tagLst>
</file>

<file path=ppt/tags/tag75.xml><?xml version="1.0" encoding="utf-8"?>
<p:tagLst xmlns:p="http://schemas.openxmlformats.org/presentationml/2006/main">
  <p:tag name="KSO_WM_DIAGRAM_GROUP_CODE" val="l1_1"/>
  <p:tag name="KSO_WM_TAG_VERSION" val="1.0"/>
  <p:tag name="KSO_WM_BEAUTIFY_FLAG" val="#wm#"/>
  <p:tag name="KSO_WM_UNIT_TYPE" val="i"/>
  <p:tag name="KSO_WM_UNIT_ID" val="custom20186830_5*i*7"/>
  <p:tag name="KSO_WM_TEMPLATE_CATEGORY" val="custom"/>
  <p:tag name="KSO_WM_TEMPLATE_INDEX" val="20186830"/>
  <p:tag name="KSO_WM_UNIT_INDEX" val="7"/>
  <p:tag name="KSO_WM_UNIT_LINE_FORE_SCHEMECOLOR_INDEX" val="9"/>
  <p:tag name="KSO_WM_UNIT_LINE_FILL_TYPE" val="2"/>
  <p:tag name="KSO_WM_UNIT_USESOURCEFORMAT_APPLY" val="0"/>
</p:tagLst>
</file>

<file path=ppt/tags/tag76.xml><?xml version="1.0" encoding="utf-8"?>
<p:tagLst xmlns:p="http://schemas.openxmlformats.org/presentationml/2006/main">
  <p:tag name="KSO_WM_DIAGRAM_GROUP_CODE" val="l1_1"/>
  <p:tag name="KSO_WM_TAG_VERSION" val="1.0"/>
  <p:tag name="KSO_WM_BEAUTIFY_FLAG" val="#wm#"/>
  <p:tag name="KSO_WM_UNIT_TYPE" val="i"/>
  <p:tag name="KSO_WM_UNIT_ID" val="custom20186830_5*i*8"/>
  <p:tag name="KSO_WM_TEMPLATE_CATEGORY" val="custom"/>
  <p:tag name="KSO_WM_TEMPLATE_INDEX" val="20186830"/>
  <p:tag name="KSO_WM_UNIT_INDEX" val="8"/>
  <p:tag name="KSO_WM_UNIT_LINE_FORE_SCHEMECOLOR_INDEX" val="9"/>
  <p:tag name="KSO_WM_UNIT_LINE_FILL_TYPE" val="2"/>
  <p:tag name="KSO_WM_UNIT_USESOURCEFORMAT_APPLY" val="0"/>
</p:tagLst>
</file>

<file path=ppt/tags/tag77.xml><?xml version="1.0" encoding="utf-8"?>
<p:tagLst xmlns:p="http://schemas.openxmlformats.org/presentationml/2006/main">
  <p:tag name="KSO_WM_DIAGRAM_GROUP_CODE" val="l1_1"/>
  <p:tag name="KSO_WM_TAG_VERSION" val="1.0"/>
  <p:tag name="KSO_WM_BEAUTIFY_FLAG" val="#wm#"/>
  <p:tag name="KSO_WM_UNIT_TYPE" val="i"/>
  <p:tag name="KSO_WM_UNIT_ID" val="custom20186830_5*i*9"/>
  <p:tag name="KSO_WM_TEMPLATE_CATEGORY" val="custom"/>
  <p:tag name="KSO_WM_TEMPLATE_INDEX" val="20186830"/>
  <p:tag name="KSO_WM_UNIT_INDEX" val="9"/>
  <p:tag name="KSO_WM_UNIT_LINE_FORE_SCHEMECOLOR_INDEX" val="9"/>
  <p:tag name="KSO_WM_UNIT_LINE_FILL_TYPE" val="2"/>
  <p:tag name="KSO_WM_UNIT_USESOURCEFORMAT_APPLY" val="0"/>
</p:tagLst>
</file>

<file path=ppt/tags/tag78.xml><?xml version="1.0" encoding="utf-8"?>
<p:tagLst xmlns:p="http://schemas.openxmlformats.org/presentationml/2006/main">
  <p:tag name="KSO_WM_SLIDE_SIZE" val="631*425"/>
  <p:tag name="KSO_WM_SLIDE_POSITION" val="49*57"/>
  <p:tag name="KSO_WM_SLIDE_LAYOUT_CNT" val="1_1_1"/>
  <p:tag name="KSO_WM_SLIDE_LAYOUT" val="a_f_d"/>
  <p:tag name="KSO_WM_BEAUTIFY_FLAG" val="#wm#"/>
  <p:tag name="KSO_WM_SLIDE_TYPE" val="text"/>
  <p:tag name="KSO_WM_SLIDE_ITEM_CNT" val="2"/>
  <p:tag name="KSO_WM_SLIDE_INDEX" val="4"/>
  <p:tag name="KSO_WM_SLIDE_ID" val="custom20186830_4"/>
  <p:tag name="KSO_WM_TAG_VERSION" val="1.0"/>
  <p:tag name="KSO_WM_TEMPLATE_INDEX" val="20186830"/>
  <p:tag name="KSO_WM_TEMPLATE_CATEGORY" val="custom"/>
  <p:tag name="KSO_WM_SLIDE_SUBTYPE" val="picTxt"/>
</p:tagLst>
</file>

<file path=ppt/tags/tag79.xml><?xml version="1.0" encoding="utf-8"?>
<p:tagLst xmlns:p="http://schemas.openxmlformats.org/presentationml/2006/main">
  <p:tag name="KSO_WM_TEMPLATE_CATEGORY" val="custom"/>
  <p:tag name="KSO_WM_TEMPLATE_INDEX" val="20186830"/>
  <p:tag name="KSO_WM_TAG_VERSION" val="1.0"/>
  <p:tag name="KSO_WM_BEAUTIFY_FLAG" val="#wm#"/>
  <p:tag name="KSO_WM_UNIT_PRESET_TEXT_LEN" val="17"/>
  <p:tag name="KSO_WM_UNIT_PRESET_TEXT_INDEX" val="3"/>
  <p:tag name="KSO_WM_UNIT_CLEAR" val="0"/>
  <p:tag name="KSO_WM_UNIT_COMPATIBLE" val="0"/>
  <p:tag name="KSO_WM_UNIT_HIGHLIGHT" val="0"/>
  <p:tag name="KSO_WM_UNIT_ISCONTENTSTITLE" val="0"/>
  <p:tag name="KSO_WM_UNIT_VALUE" val="16"/>
  <p:tag name="KSO_WM_UNIT_LAYERLEVEL" val="1"/>
  <p:tag name="KSO_WM_UNIT_INDEX" val="1"/>
  <p:tag name="KSO_WM_UNIT_ID" val="custom20186830_4*a*1"/>
  <p:tag name="KSO_WM_UNIT_TYPE" val="a"/>
</p:tagLst>
</file>

<file path=ppt/tags/tag80.xml><?xml version="1.0" encoding="utf-8"?>
<p:tagLst xmlns:p="http://schemas.openxmlformats.org/presentationml/2006/main">
  <p:tag name="KSO_WM_DIAGRAM_GROUP_CODE" val="l1_1"/>
  <p:tag name="KSO_WM_TAG_VERSION" val="1.0"/>
  <p:tag name="KSO_WM_BEAUTIFY_FLAG" val="#wm#"/>
  <p:tag name="KSO_WM_UNIT_TYPE" val="i"/>
  <p:tag name="KSO_WM_UNIT_ID" val="custom20186830_5*i*7"/>
  <p:tag name="KSO_WM_TEMPLATE_CATEGORY" val="custom"/>
  <p:tag name="KSO_WM_TEMPLATE_INDEX" val="20186830"/>
  <p:tag name="KSO_WM_UNIT_INDEX" val="7"/>
  <p:tag name="KSO_WM_UNIT_LINE_FORE_SCHEMECOLOR_INDEX" val="9"/>
  <p:tag name="KSO_WM_UNIT_LINE_FILL_TYPE" val="2"/>
  <p:tag name="KSO_WM_UNIT_USESOURCEFORMAT_APPLY" val="0"/>
</p:tagLst>
</file>

<file path=ppt/tags/tag81.xml><?xml version="1.0" encoding="utf-8"?>
<p:tagLst xmlns:p="http://schemas.openxmlformats.org/presentationml/2006/main">
  <p:tag name="KSO_WM_DIAGRAM_GROUP_CODE" val="l1_1"/>
  <p:tag name="KSO_WM_TAG_VERSION" val="1.0"/>
  <p:tag name="KSO_WM_BEAUTIFY_FLAG" val="#wm#"/>
  <p:tag name="KSO_WM_UNIT_TYPE" val="i"/>
  <p:tag name="KSO_WM_UNIT_ID" val="custom20186830_5*i*8"/>
  <p:tag name="KSO_WM_TEMPLATE_CATEGORY" val="custom"/>
  <p:tag name="KSO_WM_TEMPLATE_INDEX" val="20186830"/>
  <p:tag name="KSO_WM_UNIT_INDEX" val="8"/>
  <p:tag name="KSO_WM_UNIT_LINE_FORE_SCHEMECOLOR_INDEX" val="9"/>
  <p:tag name="KSO_WM_UNIT_LINE_FILL_TYPE" val="2"/>
  <p:tag name="KSO_WM_UNIT_USESOURCEFORMAT_APPLY" val="0"/>
</p:tagLst>
</file>

<file path=ppt/tags/tag82.xml><?xml version="1.0" encoding="utf-8"?>
<p:tagLst xmlns:p="http://schemas.openxmlformats.org/presentationml/2006/main">
  <p:tag name="KSO_WM_DIAGRAM_GROUP_CODE" val="l1_1"/>
  <p:tag name="KSO_WM_TAG_VERSION" val="1.0"/>
  <p:tag name="KSO_WM_BEAUTIFY_FLAG" val="#wm#"/>
  <p:tag name="KSO_WM_UNIT_TYPE" val="i"/>
  <p:tag name="KSO_WM_UNIT_ID" val="custom20186830_5*i*9"/>
  <p:tag name="KSO_WM_TEMPLATE_CATEGORY" val="custom"/>
  <p:tag name="KSO_WM_TEMPLATE_INDEX" val="20186830"/>
  <p:tag name="KSO_WM_UNIT_INDEX" val="9"/>
  <p:tag name="KSO_WM_UNIT_LINE_FORE_SCHEMECOLOR_INDEX" val="9"/>
  <p:tag name="KSO_WM_UNIT_LINE_FILL_TYPE" val="2"/>
  <p:tag name="KSO_WM_UNIT_USESOURCEFORMAT_APPLY" val="0"/>
</p:tagLst>
</file>

<file path=ppt/tags/tag83.xml><?xml version="1.0" encoding="utf-8"?>
<p:tagLst xmlns:p="http://schemas.openxmlformats.org/presentationml/2006/main">
  <p:tag name="KSO_WM_TEMPLATE_CATEGORY" val="diagram"/>
  <p:tag name="KSO_WM_TEMPLATE_INDEX" val="20187885"/>
  <p:tag name="KSO_WM_UNIT_TYPE" val="n_h_h_i"/>
  <p:tag name="KSO_WM_UNIT_INDEX" val="1_1_1_1"/>
  <p:tag name="KSO_WM_UNIT_ID" val="diagram20187885_3*n_h_h_i*1_1_1_1"/>
  <p:tag name="KSO_WM_UNIT_LAYERLEVEL" val="1_1_1_1"/>
  <p:tag name="KSO_WM_BEAUTIFY_FLAG" val="#wm#"/>
  <p:tag name="KSO_WM_TAG_VERSION" val="1.0"/>
  <p:tag name="KSO_WM_DIAGRAM_GROUP_CODE" val="n1-1"/>
  <p:tag name="KSO_WM_UNIT_HIGHLIGHT" val="0"/>
  <p:tag name="KSO_WM_UNIT_COMPATIBLE" val="0"/>
  <p:tag name="KSO_WM_UNIT_LINE_FORE_SCHEMECOLOR_INDEX" val="7"/>
  <p:tag name="KSO_WM_UNIT_LINE_FILL_TYPE" val="2"/>
  <p:tag name="KSO_WM_UNIT_TEXT_FILL_FORE_SCHEMECOLOR_INDEX" val="13"/>
  <p:tag name="KSO_WM_UNIT_TEXT_FILL_TYPE" val="1"/>
</p:tagLst>
</file>

<file path=ppt/tags/tag84.xml><?xml version="1.0" encoding="utf-8"?>
<p:tagLst xmlns:p="http://schemas.openxmlformats.org/presentationml/2006/main">
  <p:tag name="KSO_WM_TEMPLATE_CATEGORY" val="diagram"/>
  <p:tag name="KSO_WM_TEMPLATE_INDEX" val="20187885"/>
  <p:tag name="KSO_WM_UNIT_TYPE" val="n_h_h_i"/>
  <p:tag name="KSO_WM_UNIT_INDEX" val="1_1_4_2"/>
  <p:tag name="KSO_WM_UNIT_ID" val="diagram20187885_3*n_h_h_i*1_1_4_2"/>
  <p:tag name="KSO_WM_UNIT_LAYERLEVEL" val="1_1_1_1"/>
  <p:tag name="KSO_WM_BEAUTIFY_FLAG" val="#wm#"/>
  <p:tag name="KSO_WM_TAG_VERSION" val="1.0"/>
  <p:tag name="KSO_WM_DIAGRAM_GROUP_CODE" val="n1-1"/>
  <p:tag name="KSO_WM_UNIT_HIGHLIGHT" val="0"/>
  <p:tag name="KSO_WM_UNIT_COMPATIBLE" val="0"/>
  <p:tag name="KSO_WM_UNIT_LINE_FORE_SCHEMECOLOR_INDEX" val="8"/>
  <p:tag name="KSO_WM_UNIT_LINE_FILL_TYPE" val="2"/>
  <p:tag name="KSO_WM_UNIT_TEXT_FILL_FORE_SCHEMECOLOR_INDEX" val="13"/>
  <p:tag name="KSO_WM_UNIT_TEXT_FILL_TYPE" val="1"/>
</p:tagLst>
</file>

<file path=ppt/tags/tag85.xml><?xml version="1.0" encoding="utf-8"?>
<p:tagLst xmlns:p="http://schemas.openxmlformats.org/presentationml/2006/main">
  <p:tag name="KSO_WM_TEMPLATE_CATEGORY" val="diagram"/>
  <p:tag name="KSO_WM_TEMPLATE_INDEX" val="20187885"/>
  <p:tag name="KSO_WM_UNIT_TYPE" val="n_h_h_i"/>
  <p:tag name="KSO_WM_UNIT_INDEX" val="1_1_2_2"/>
  <p:tag name="KSO_WM_UNIT_ID" val="diagram20187885_3*n_h_h_i*1_1_2_2"/>
  <p:tag name="KSO_WM_UNIT_LAYERLEVEL" val="1_1_1_1"/>
  <p:tag name="KSO_WM_BEAUTIFY_FLAG" val="#wm#"/>
  <p:tag name="KSO_WM_TAG_VERSION" val="1.0"/>
  <p:tag name="KSO_WM_DIAGRAM_GROUP_CODE" val="n1-1"/>
  <p:tag name="KSO_WM_UNIT_HIGHLIGHT" val="0"/>
  <p:tag name="KSO_WM_UNIT_COMPATIBLE" val="0"/>
  <p:tag name="KSO_WM_UNIT_LINE_FORE_SCHEMECOLOR_INDEX" val="5"/>
  <p:tag name="KSO_WM_UNIT_LINE_FILL_TYPE" val="2"/>
  <p:tag name="KSO_WM_UNIT_TEXT_FILL_FORE_SCHEMECOLOR_INDEX" val="13"/>
  <p:tag name="KSO_WM_UNIT_TEXT_FILL_TYPE" val="1"/>
</p:tagLst>
</file>

<file path=ppt/tags/tag86.xml><?xml version="1.0" encoding="utf-8"?>
<p:tagLst xmlns:p="http://schemas.openxmlformats.org/presentationml/2006/main">
  <p:tag name="KSO_WM_TEMPLATE_CATEGORY" val="diagram"/>
  <p:tag name="KSO_WM_TEMPLATE_INDEX" val="20187885"/>
  <p:tag name="KSO_WM_UNIT_TYPE" val="n_h_h_i"/>
  <p:tag name="KSO_WM_UNIT_INDEX" val="1_1_1_2"/>
  <p:tag name="KSO_WM_UNIT_ID" val="diagram20187885_3*n_h_h_i*1_1_1_2"/>
  <p:tag name="KSO_WM_UNIT_LAYERLEVEL" val="1_1_1_1"/>
  <p:tag name="KSO_WM_BEAUTIFY_FLAG" val="#wm#"/>
  <p:tag name="KSO_WM_TAG_VERSION" val="1.0"/>
  <p:tag name="KSO_WM_DIAGRAM_GROUP_CODE" val="n1-1"/>
  <p:tag name="KSO_WM_UNIT_HIGHLIGHT" val="0"/>
  <p:tag name="KSO_WM_UNIT_COMPATIBLE" val="0"/>
  <p:tag name="KSO_WM_UNIT_FILL_FORE_SCHEMECOLOR_INDEX" val="16"/>
  <p:tag name="KSO_WM_UNIT_FILL_TYPE" val="1"/>
  <p:tag name="KSO_WM_UNIT_LINE_FORE_SCHEMECOLOR_INDEX" val="7"/>
  <p:tag name="KSO_WM_UNIT_LINE_FILL_TYPE" val="2"/>
  <p:tag name="KSO_WM_UNIT_TEXT_FILL_FORE_SCHEMECOLOR_INDEX" val="13"/>
  <p:tag name="KSO_WM_UNIT_TEXT_FILL_TYPE" val="1"/>
</p:tagLst>
</file>

<file path=ppt/tags/tag87.xml><?xml version="1.0" encoding="utf-8"?>
<p:tagLst xmlns:p="http://schemas.openxmlformats.org/presentationml/2006/main">
  <p:tag name="KSO_WM_TEMPLATE_CATEGORY" val="diagram"/>
  <p:tag name="KSO_WM_TEMPLATE_INDEX" val="20187885"/>
  <p:tag name="KSO_WM_UNIT_TYPE" val="n_h_h_i"/>
  <p:tag name="KSO_WM_UNIT_INDEX" val="1_1_4_1"/>
  <p:tag name="KSO_WM_UNIT_ID" val="diagram20187885_3*n_h_h_i*1_1_4_1"/>
  <p:tag name="KSO_WM_UNIT_LAYERLEVEL" val="1_1_1_1"/>
  <p:tag name="KSO_WM_BEAUTIFY_FLAG" val="#wm#"/>
  <p:tag name="KSO_WM_TAG_VERSION" val="1.0"/>
  <p:tag name="KSO_WM_DIAGRAM_GROUP_CODE" val="n1-1"/>
  <p:tag name="KSO_WM_UNIT_HIGHLIGHT" val="0"/>
  <p:tag name="KSO_WM_UNIT_COMPATIBLE" val="0"/>
  <p:tag name="KSO_WM_UNIT_FILL_FORE_SCHEMECOLOR_INDEX" val="16"/>
  <p:tag name="KSO_WM_UNIT_FILL_TYPE" val="1"/>
  <p:tag name="KSO_WM_UNIT_LINE_FORE_SCHEMECOLOR_INDEX" val="8"/>
  <p:tag name="KSO_WM_UNIT_LINE_FILL_TYPE" val="2"/>
  <p:tag name="KSO_WM_UNIT_TEXT_FILL_FORE_SCHEMECOLOR_INDEX" val="13"/>
  <p:tag name="KSO_WM_UNIT_TEXT_FILL_TYPE" val="1"/>
</p:tagLst>
</file>

<file path=ppt/tags/tag88.xml><?xml version="1.0" encoding="utf-8"?>
<p:tagLst xmlns:p="http://schemas.openxmlformats.org/presentationml/2006/main">
  <p:tag name="KSO_WM_TEMPLATE_CATEGORY" val="diagram"/>
  <p:tag name="KSO_WM_TEMPLATE_INDEX" val="20187885"/>
  <p:tag name="KSO_WM_UNIT_TYPE" val="n_h_h_i"/>
  <p:tag name="KSO_WM_UNIT_INDEX" val="1_1_3_2"/>
  <p:tag name="KSO_WM_UNIT_ID" val="diagram20187885_3*n_h_h_i*1_1_3_2"/>
  <p:tag name="KSO_WM_UNIT_LAYERLEVEL" val="1_1_1_1"/>
  <p:tag name="KSO_WM_BEAUTIFY_FLAG" val="#wm#"/>
  <p:tag name="KSO_WM_TAG_VERSION" val="1.0"/>
  <p:tag name="KSO_WM_DIAGRAM_GROUP_CODE" val="n1-1"/>
  <p:tag name="KSO_WM_UNIT_HIGHLIGHT" val="0"/>
  <p:tag name="KSO_WM_UNIT_COMPATIBLE" val="0"/>
  <p:tag name="KSO_WM_UNIT_LINE_FORE_SCHEMECOLOR_INDEX" val="6"/>
  <p:tag name="KSO_WM_UNIT_LINE_FILL_TYPE" val="2"/>
  <p:tag name="KSO_WM_UNIT_TEXT_FILL_FORE_SCHEMECOLOR_INDEX" val="13"/>
  <p:tag name="KSO_WM_UNIT_TEXT_FILL_TYPE" val="1"/>
</p:tagLst>
</file>

<file path=ppt/tags/tag89.xml><?xml version="1.0" encoding="utf-8"?>
<p:tagLst xmlns:p="http://schemas.openxmlformats.org/presentationml/2006/main">
  <p:tag name="KSO_WM_TEMPLATE_CATEGORY" val="diagram"/>
  <p:tag name="KSO_WM_TEMPLATE_INDEX" val="20187885"/>
  <p:tag name="KSO_WM_UNIT_TYPE" val="n_h_h_i"/>
  <p:tag name="KSO_WM_UNIT_INDEX" val="1_1_3_1"/>
  <p:tag name="KSO_WM_UNIT_ID" val="diagram20187885_3*n_h_h_i*1_1_3_1"/>
  <p:tag name="KSO_WM_UNIT_LAYERLEVEL" val="1_1_1_1"/>
  <p:tag name="KSO_WM_BEAUTIFY_FLAG" val="#wm#"/>
  <p:tag name="KSO_WM_TAG_VERSION" val="1.0"/>
  <p:tag name="KSO_WM_DIAGRAM_GROUP_CODE" val="n1-1"/>
  <p:tag name="KSO_WM_UNIT_HIGHLIGHT" val="0"/>
  <p:tag name="KSO_WM_UNIT_COMPATIBLE" val="0"/>
  <p:tag name="KSO_WM_UNIT_FILL_FORE_SCHEMECOLOR_INDEX" val="16"/>
  <p:tag name="KSO_WM_UNIT_FILL_TYPE" val="1"/>
  <p:tag name="KSO_WM_UNIT_LINE_FORE_SCHEMECOLOR_INDEX" val="6"/>
  <p:tag name="KSO_WM_UNIT_LINE_FILL_TYPE" val="2"/>
  <p:tag name="KSO_WM_UNIT_TEXT_FILL_FORE_SCHEMECOLOR_INDEX" val="13"/>
  <p:tag name="KSO_WM_UNIT_TEXT_FILL_TYPE" val="1"/>
</p:tagLst>
</file>

<file path=ppt/tags/tag90.xml><?xml version="1.0" encoding="utf-8"?>
<p:tagLst xmlns:p="http://schemas.openxmlformats.org/presentationml/2006/main">
  <p:tag name="KSO_WM_TEMPLATE_CATEGORY" val="diagram"/>
  <p:tag name="KSO_WM_TEMPLATE_INDEX" val="20187885"/>
  <p:tag name="KSO_WM_UNIT_TYPE" val="n_h_h_i"/>
  <p:tag name="KSO_WM_UNIT_INDEX" val="1_1_2_1"/>
  <p:tag name="KSO_WM_UNIT_ID" val="diagram20187885_3*n_h_h_i*1_1_2_1"/>
  <p:tag name="KSO_WM_UNIT_LAYERLEVEL" val="1_1_1_1"/>
  <p:tag name="KSO_WM_BEAUTIFY_FLAG" val="#wm#"/>
  <p:tag name="KSO_WM_TAG_VERSION" val="1.0"/>
  <p:tag name="KSO_WM_DIAGRAM_GROUP_CODE" val="n1-1"/>
  <p:tag name="KSO_WM_UNIT_HIGHLIGHT" val="0"/>
  <p:tag name="KSO_WM_UNIT_COMPATIBLE" val="0"/>
  <p:tag name="KSO_WM_UNIT_FILL_FORE_SCHEMECOLOR_INDEX" val="16"/>
  <p:tag name="KSO_WM_UNIT_FILL_TYPE" val="1"/>
  <p:tag name="KSO_WM_UNIT_LINE_FORE_SCHEMECOLOR_INDEX" val="5"/>
  <p:tag name="KSO_WM_UNIT_LINE_FILL_TYPE" val="2"/>
  <p:tag name="KSO_WM_UNIT_TEXT_FILL_FORE_SCHEMECOLOR_INDEX" val="13"/>
  <p:tag name="KSO_WM_UNIT_TEXT_FILL_TYPE" val="1"/>
</p:tagLst>
</file>

<file path=ppt/tags/tag91.xml><?xml version="1.0" encoding="utf-8"?>
<p:tagLst xmlns:p="http://schemas.openxmlformats.org/presentationml/2006/main">
  <p:tag name="KSO_WM_UNIT_PRESET_TEXT" val="单击此处添加文本具体内容"/>
  <p:tag name="KSO_WM_UNIT_VALUE" val="24"/>
  <p:tag name="KSO_WM_UNIT_HIGHLIGHT" val="0"/>
  <p:tag name="KSO_WM_UNIT_COMPATIBLE" val="0"/>
  <p:tag name="KSO_WM_DIAGRAM_GROUP_CODE" val="n1-1"/>
  <p:tag name="KSO_WM_UNIT_TYPE" val="n_h_f"/>
  <p:tag name="KSO_WM_UNIT_INDEX" val="1_2_1"/>
  <p:tag name="KSO_WM_UNIT_ID" val="diagram20187885_3*n_h_f*1_2_1"/>
  <p:tag name="KSO_WM_TEMPLATE_CATEGORY" val="diagram"/>
  <p:tag name="KSO_WM_TEMPLATE_INDEX" val="20187885"/>
  <p:tag name="KSO_WM_UNIT_LAYERLEVEL" val="1_1_1"/>
  <p:tag name="KSO_WM_TAG_VERSION" val="1.0"/>
  <p:tag name="KSO_WM_BEAUTIFY_FLAG" val="#wm#"/>
  <p:tag name="KSO_WM_UNIT_TEXT_FILL_FORE_SCHEMECOLOR_INDEX" val="13"/>
  <p:tag name="KSO_WM_UNIT_TEXT_FILL_TYPE" val="1"/>
</p:tagLst>
</file>

<file path=ppt/tags/tag92.xml><?xml version="1.0" encoding="utf-8"?>
<p:tagLst xmlns:p="http://schemas.openxmlformats.org/presentationml/2006/main">
  <p:tag name="KSO_WM_UNIT_PRESET_TEXT" val="单击此处添加文本具体内容"/>
  <p:tag name="KSO_WM_UNIT_VALUE" val="24"/>
  <p:tag name="KSO_WM_UNIT_HIGHLIGHT" val="0"/>
  <p:tag name="KSO_WM_UNIT_COMPATIBLE" val="0"/>
  <p:tag name="KSO_WM_DIAGRAM_GROUP_CODE" val="n1-1"/>
  <p:tag name="KSO_WM_UNIT_TYPE" val="n_h_h_f"/>
  <p:tag name="KSO_WM_UNIT_INDEX" val="1_1_1_1"/>
  <p:tag name="KSO_WM_UNIT_ID" val="diagram20187885_3*n_h_h_f*1_1_1_1"/>
  <p:tag name="KSO_WM_TEMPLATE_CATEGORY" val="diagram"/>
  <p:tag name="KSO_WM_TEMPLATE_INDEX" val="20187885"/>
  <p:tag name="KSO_WM_UNIT_LAYERLEVEL" val="1_1_1_1"/>
  <p:tag name="KSO_WM_TAG_VERSION" val="1.0"/>
  <p:tag name="KSO_WM_BEAUTIFY_FLAG" val="#wm#"/>
  <p:tag name="KSO_WM_UNIT_TEXT_FILL_FORE_SCHEMECOLOR_INDEX" val="13"/>
  <p:tag name="KSO_WM_UNIT_TEXT_FILL_TYPE" val="1"/>
</p:tagLst>
</file>

<file path=ppt/tags/tag93.xml><?xml version="1.0" encoding="utf-8"?>
<p:tagLst xmlns:p="http://schemas.openxmlformats.org/presentationml/2006/main">
  <p:tag name="KSO_WM_UNIT_PRESET_TEXT" val="单击此处添加文本具体内容"/>
  <p:tag name="KSO_WM_UNIT_VALUE" val="24"/>
  <p:tag name="KSO_WM_UNIT_HIGHLIGHT" val="0"/>
  <p:tag name="KSO_WM_UNIT_COMPATIBLE" val="0"/>
  <p:tag name="KSO_WM_DIAGRAM_GROUP_CODE" val="n1-1"/>
  <p:tag name="KSO_WM_UNIT_TYPE" val="n_h_h_f"/>
  <p:tag name="KSO_WM_UNIT_INDEX" val="1_1_2_1"/>
  <p:tag name="KSO_WM_UNIT_ID" val="diagram20187885_3*n_h_h_f*1_1_2_1"/>
  <p:tag name="KSO_WM_TEMPLATE_CATEGORY" val="diagram"/>
  <p:tag name="KSO_WM_TEMPLATE_INDEX" val="20187885"/>
  <p:tag name="KSO_WM_UNIT_LAYERLEVEL" val="1_1_1_1"/>
  <p:tag name="KSO_WM_TAG_VERSION" val="1.0"/>
  <p:tag name="KSO_WM_BEAUTIFY_FLAG" val="#wm#"/>
  <p:tag name="KSO_WM_UNIT_TEXT_FILL_FORE_SCHEMECOLOR_INDEX" val="13"/>
  <p:tag name="KSO_WM_UNIT_TEXT_FILL_TYPE" val="1"/>
</p:tagLst>
</file>

<file path=ppt/tags/tag94.xml><?xml version="1.0" encoding="utf-8"?>
<p:tagLst xmlns:p="http://schemas.openxmlformats.org/presentationml/2006/main">
  <p:tag name="KSO_WM_UNIT_PRESET_TEXT" val="单击此处添加文本具体内容"/>
  <p:tag name="KSO_WM_UNIT_VALUE" val="24"/>
  <p:tag name="KSO_WM_UNIT_HIGHLIGHT" val="0"/>
  <p:tag name="KSO_WM_UNIT_COMPATIBLE" val="0"/>
  <p:tag name="KSO_WM_DIAGRAM_GROUP_CODE" val="n1-1"/>
  <p:tag name="KSO_WM_UNIT_TYPE" val="n_h_h_f"/>
  <p:tag name="KSO_WM_UNIT_INDEX" val="1_1_3_1"/>
  <p:tag name="KSO_WM_UNIT_ID" val="diagram20187885_3*n_h_h_f*1_1_3_1"/>
  <p:tag name="KSO_WM_TEMPLATE_CATEGORY" val="diagram"/>
  <p:tag name="KSO_WM_TEMPLATE_INDEX" val="20187885"/>
  <p:tag name="KSO_WM_UNIT_LAYERLEVEL" val="1_1_1_1"/>
  <p:tag name="KSO_WM_TAG_VERSION" val="1.0"/>
  <p:tag name="KSO_WM_BEAUTIFY_FLAG" val="#wm#"/>
  <p:tag name="KSO_WM_UNIT_TEXT_FILL_FORE_SCHEMECOLOR_INDEX" val="13"/>
  <p:tag name="KSO_WM_UNIT_TEXT_FILL_TYPE" val="1"/>
</p:tagLst>
</file>

<file path=ppt/tags/tag95.xml><?xml version="1.0" encoding="utf-8"?>
<p:tagLst xmlns:p="http://schemas.openxmlformats.org/presentationml/2006/main">
  <p:tag name="KSO_WM_UNIT_PRESET_TEXT" val="单击此处添加文本具体内容"/>
  <p:tag name="KSO_WM_UNIT_VALUE" val="24"/>
  <p:tag name="KSO_WM_UNIT_HIGHLIGHT" val="0"/>
  <p:tag name="KSO_WM_UNIT_COMPATIBLE" val="0"/>
  <p:tag name="KSO_WM_DIAGRAM_GROUP_CODE" val="n1-1"/>
  <p:tag name="KSO_WM_UNIT_TYPE" val="n_h_h_f"/>
  <p:tag name="KSO_WM_UNIT_INDEX" val="1_1_4_1"/>
  <p:tag name="KSO_WM_UNIT_ID" val="diagram20187885_3*n_h_h_f*1_1_4_1"/>
  <p:tag name="KSO_WM_TEMPLATE_CATEGORY" val="diagram"/>
  <p:tag name="KSO_WM_TEMPLATE_INDEX" val="20187885"/>
  <p:tag name="KSO_WM_UNIT_LAYERLEVEL" val="1_1_1_1"/>
  <p:tag name="KSO_WM_TAG_VERSION" val="1.0"/>
  <p:tag name="KSO_WM_BEAUTIFY_FLAG" val="#wm#"/>
  <p:tag name="KSO_WM_UNIT_TEXT_FILL_FORE_SCHEMECOLOR_INDEX" val="13"/>
  <p:tag name="KSO_WM_UNIT_TEXT_FILL_TYPE" val="1"/>
</p:tagLst>
</file>

<file path=ppt/tags/tag96.xml><?xml version="1.0" encoding="utf-8"?>
<p:tagLst xmlns:p="http://schemas.openxmlformats.org/presentationml/2006/main">
  <p:tag name="KSO_WM_SLIDE_SIZE" val="631*425"/>
  <p:tag name="KSO_WM_SLIDE_POSITION" val="49*57"/>
  <p:tag name="KSO_WM_SLIDE_LAYOUT_CNT" val="1_1_1"/>
  <p:tag name="KSO_WM_SLIDE_LAYOUT" val="a_f_d"/>
  <p:tag name="KSO_WM_BEAUTIFY_FLAG" val="#wm#"/>
  <p:tag name="KSO_WM_SLIDE_TYPE" val="text"/>
  <p:tag name="KSO_WM_SLIDE_ITEM_CNT" val="2"/>
  <p:tag name="KSO_WM_SLIDE_INDEX" val="4"/>
  <p:tag name="KSO_WM_SLIDE_ID" val="custom20186830_4"/>
  <p:tag name="KSO_WM_TAG_VERSION" val="1.0"/>
  <p:tag name="KSO_WM_TEMPLATE_INDEX" val="20186830"/>
  <p:tag name="KSO_WM_TEMPLATE_CATEGORY" val="custom"/>
  <p:tag name="KSO_WM_SLIDE_SUBTYPE" val="picTxt"/>
</p:tagLst>
</file>

<file path=ppt/tags/tag97.xml><?xml version="1.0" encoding="utf-8"?>
<p:tagLst xmlns:p="http://schemas.openxmlformats.org/presentationml/2006/main">
  <p:tag name="KSO_WM_TEMPLATE_CATEGORY" val="custom"/>
  <p:tag name="KSO_WM_TEMPLATE_INDEX" val="20186830"/>
  <p:tag name="KSO_WM_TAG_VERSION" val="1.0"/>
  <p:tag name="KSO_WM_BEAUTIFY_FLAG" val="#wm#"/>
  <p:tag name="KSO_WM_UNIT_PRESET_TEXT_LEN" val="17"/>
  <p:tag name="KSO_WM_UNIT_PRESET_TEXT_INDEX" val="3"/>
  <p:tag name="KSO_WM_UNIT_CLEAR" val="0"/>
  <p:tag name="KSO_WM_UNIT_COMPATIBLE" val="0"/>
  <p:tag name="KSO_WM_UNIT_HIGHLIGHT" val="0"/>
  <p:tag name="KSO_WM_UNIT_ISCONTENTSTITLE" val="0"/>
  <p:tag name="KSO_WM_UNIT_VALUE" val="16"/>
  <p:tag name="KSO_WM_UNIT_LAYERLEVEL" val="1"/>
  <p:tag name="KSO_WM_UNIT_INDEX" val="1"/>
  <p:tag name="KSO_WM_UNIT_ID" val="custom20186830_4*a*1"/>
  <p:tag name="KSO_WM_UNIT_TYPE" val="a"/>
</p:tagLst>
</file>

<file path=ppt/tags/tag98.xml><?xml version="1.0" encoding="utf-8"?>
<p:tagLst xmlns:p="http://schemas.openxmlformats.org/presentationml/2006/main">
  <p:tag name="KSO_WM_DIAGRAM_GROUP_CODE" val="l1_1"/>
  <p:tag name="KSO_WM_TAG_VERSION" val="1.0"/>
  <p:tag name="KSO_WM_BEAUTIFY_FLAG" val="#wm#"/>
  <p:tag name="KSO_WM_UNIT_TYPE" val="i"/>
  <p:tag name="KSO_WM_UNIT_ID" val="custom20186830_5*i*7"/>
  <p:tag name="KSO_WM_TEMPLATE_CATEGORY" val="custom"/>
  <p:tag name="KSO_WM_TEMPLATE_INDEX" val="20186830"/>
  <p:tag name="KSO_WM_UNIT_INDEX" val="7"/>
  <p:tag name="KSO_WM_UNIT_LINE_FORE_SCHEMECOLOR_INDEX" val="9"/>
  <p:tag name="KSO_WM_UNIT_LINE_FILL_TYPE" val="2"/>
  <p:tag name="KSO_WM_UNIT_USESOURCEFORMAT_APPLY" val="0"/>
</p:tagLst>
</file>

<file path=ppt/tags/tag99.xml><?xml version="1.0" encoding="utf-8"?>
<p:tagLst xmlns:p="http://schemas.openxmlformats.org/presentationml/2006/main">
  <p:tag name="KSO_WM_DIAGRAM_GROUP_CODE" val="l1_1"/>
  <p:tag name="KSO_WM_TAG_VERSION" val="1.0"/>
  <p:tag name="KSO_WM_BEAUTIFY_FLAG" val="#wm#"/>
  <p:tag name="KSO_WM_UNIT_TYPE" val="i"/>
  <p:tag name="KSO_WM_UNIT_ID" val="custom20186830_5*i*8"/>
  <p:tag name="KSO_WM_TEMPLATE_CATEGORY" val="custom"/>
  <p:tag name="KSO_WM_TEMPLATE_INDEX" val="20186830"/>
  <p:tag name="KSO_WM_UNIT_INDEX" val="8"/>
  <p:tag name="KSO_WM_UNIT_LINE_FORE_SCHEMECOLOR_INDEX" val="9"/>
  <p:tag name="KSO_WM_UNIT_LINE_FILL_TYPE" val="2"/>
  <p:tag name="KSO_WM_UNIT_USESOURCEFORMAT_APPLY" val="0"/>
</p:tagLst>
</file>

<file path=ppt/tags/tag100.xml><?xml version="1.0" encoding="utf-8"?>
<p:tagLst xmlns:p="http://schemas.openxmlformats.org/presentationml/2006/main">
  <p:tag name="KSO_WM_DIAGRAM_GROUP_CODE" val="l1_1"/>
  <p:tag name="KSO_WM_TAG_VERSION" val="1.0"/>
  <p:tag name="KSO_WM_BEAUTIFY_FLAG" val="#wm#"/>
  <p:tag name="KSO_WM_UNIT_TYPE" val="i"/>
  <p:tag name="KSO_WM_UNIT_ID" val="custom20186830_5*i*9"/>
  <p:tag name="KSO_WM_TEMPLATE_CATEGORY" val="custom"/>
  <p:tag name="KSO_WM_TEMPLATE_INDEX" val="20186830"/>
  <p:tag name="KSO_WM_UNIT_INDEX" val="9"/>
  <p:tag name="KSO_WM_UNIT_LINE_FORE_SCHEMECOLOR_INDEX" val="9"/>
  <p:tag name="KSO_WM_UNIT_LINE_FILL_TYPE" val="2"/>
  <p:tag name="KSO_WM_UNIT_USESOURCEFORMAT_APPLY" val="0"/>
</p:tagLst>
</file>

<file path=ppt/tags/tag101.xml><?xml version="1.0" encoding="utf-8"?>
<p:tagLst xmlns:p="http://schemas.openxmlformats.org/presentationml/2006/main">
  <p:tag name="KSO_WM_TAG_VERSION" val="1.0"/>
  <p:tag name="KSO_WM_BEAUTIFY_FLAG" val="#wm#"/>
  <p:tag name="KSO_WM_TEMPLATE_CATEGORY" val="diagram"/>
  <p:tag name="KSO_WM_TEMPLATE_INDEX" val="160433"/>
  <p:tag name="KSO_WM_UNIT_ID" val="diagram160433_2*m_i*1_1"/>
  <p:tag name="KSO_WM_UNIT_TYPE" val="m_i"/>
  <p:tag name="KSO_WM_UNIT_INDEX" val="1_1"/>
  <p:tag name="KSO_WM_UNIT_CLEAR" val="1"/>
  <p:tag name="KSO_WM_UNIT_LAYERLEVEL" val="1_1"/>
  <p:tag name="KSO_WM_DIAGRAM_GROUP_CODE" val="m1-1"/>
  <p:tag name="KSO_WM_UNIT_LINE_FORE_SCHEMECOLOR_INDEX" val="13"/>
  <p:tag name="KSO_WM_UNIT_LINE_FILL_TYPE" val="2"/>
</p:tagLst>
</file>

<file path=ppt/tags/tag102.xml><?xml version="1.0" encoding="utf-8"?>
<p:tagLst xmlns:p="http://schemas.openxmlformats.org/presentationml/2006/main">
  <p:tag name="KSO_WM_TAG_VERSION" val="1.0"/>
  <p:tag name="KSO_WM_BEAUTIFY_FLAG" val="#wm#"/>
  <p:tag name="KSO_WM_UNIT_TYPE" val="i"/>
  <p:tag name="KSO_WM_UNIT_ID" val="diagram160433_2*i*2"/>
  <p:tag name="KSO_WM_TEMPLATE_CATEGORY" val="diagram"/>
  <p:tag name="KSO_WM_TEMPLATE_INDEX" val="160433"/>
  <p:tag name="KSO_WM_UNIT_INDEX" val="2"/>
</p:tagLst>
</file>

<file path=ppt/tags/tag103.xml><?xml version="1.0" encoding="utf-8"?>
<p:tagLst xmlns:p="http://schemas.openxmlformats.org/presentationml/2006/main">
  <p:tag name="KSO_WM_TAG_VERSION" val="1.0"/>
  <p:tag name="KSO_WM_BEAUTIFY_FLAG" val="#wm#"/>
  <p:tag name="KSO_WM_TEMPLATE_CATEGORY" val="diagram"/>
  <p:tag name="KSO_WM_TEMPLATE_INDEX" val="160433"/>
  <p:tag name="KSO_WM_UNIT_ID" val="diagram160433_2*m_h_f*1_1_1"/>
  <p:tag name="KSO_WM_UNIT_TYPE" val="m_h_f"/>
  <p:tag name="KSO_WM_UNIT_INDEX" val="1_1_1"/>
  <p:tag name="KSO_WM_UNIT_CLEAR" val="1"/>
  <p:tag name="KSO_WM_UNIT_LAYERLEVEL" val="1_1_1"/>
  <p:tag name="KSO_WM_UNIT_VALUE" val="63"/>
  <p:tag name="KSO_WM_UNIT_HIGHLIGHT" val="0"/>
  <p:tag name="KSO_WM_UNIT_COMPATIBLE" val="0"/>
  <p:tag name="KSO_WM_UNIT_PRESET_TEXT_INDEX" val="4"/>
  <p:tag name="KSO_WM_UNIT_PRESET_TEXT_LEN" val="26"/>
  <p:tag name="KSO_WM_DIAGRAM_GROUP_CODE" val="m1-1"/>
  <p:tag name="KSO_WM_UNIT_FILL_FORE_SCHEMECOLOR_INDEX" val="5"/>
  <p:tag name="KSO_WM_UNIT_FILL_TYPE" val="1"/>
  <p:tag name="KSO_WM_UNIT_TEXT_FILL_FORE_SCHEMECOLOR_INDEX" val="5"/>
  <p:tag name="KSO_WM_UNIT_TEXT_FILL_TYPE" val="1"/>
</p:tagLst>
</file>

<file path=ppt/tags/tag104.xml><?xml version="1.0" encoding="utf-8"?>
<p:tagLst xmlns:p="http://schemas.openxmlformats.org/presentationml/2006/main">
  <p:tag name="KSO_WM_TAG_VERSION" val="1.0"/>
  <p:tag name="KSO_WM_BEAUTIFY_FLAG" val="#wm#"/>
  <p:tag name="KSO_WM_TEMPLATE_CATEGORY" val="diagram"/>
  <p:tag name="KSO_WM_TEMPLATE_INDEX" val="160433"/>
  <p:tag name="KSO_WM_UNIT_ID" val="diagram160433_2*m_i*1_2"/>
  <p:tag name="KSO_WM_UNIT_TYPE" val="m_i"/>
  <p:tag name="KSO_WM_UNIT_INDEX" val="1_2"/>
  <p:tag name="KSO_WM_UNIT_CLEAR" val="1"/>
  <p:tag name="KSO_WM_UNIT_LAYERLEVEL" val="1_1"/>
  <p:tag name="KSO_WM_DIAGRAM_GROUP_CODE" val="m1-1"/>
  <p:tag name="KSO_WM_UNIT_FILL_FORE_SCHEMECOLOR_INDEX" val="5"/>
  <p:tag name="KSO_WM_UNIT_FILL_TYPE" val="1"/>
  <p:tag name="KSO_WM_UNIT_LINE_FORE_SCHEMECOLOR_INDEX" val="14"/>
  <p:tag name="KSO_WM_UNIT_LINE_FILL_TYPE" val="2"/>
  <p:tag name="KSO_WM_UNIT_TEXT_FILL_FORE_SCHEMECOLOR_INDEX" val="2"/>
  <p:tag name="KSO_WM_UNIT_TEXT_FILL_TYPE" val="1"/>
</p:tagLst>
</file>

<file path=ppt/tags/tag105.xml><?xml version="1.0" encoding="utf-8"?>
<p:tagLst xmlns:p="http://schemas.openxmlformats.org/presentationml/2006/main">
  <p:tag name="KSO_WM_TAG_VERSION" val="1.0"/>
  <p:tag name="KSO_WM_BEAUTIFY_FLAG" val="#wm#"/>
  <p:tag name="KSO_WM_TEMPLATE_CATEGORY" val="diagram"/>
  <p:tag name="KSO_WM_TEMPLATE_INDEX" val="160433"/>
  <p:tag name="KSO_WM_UNIT_ID" val="diagram160433_2*m_i*1_3"/>
  <p:tag name="KSO_WM_UNIT_TYPE" val="m_i"/>
  <p:tag name="KSO_WM_UNIT_INDEX" val="1_3"/>
  <p:tag name="KSO_WM_UNIT_CLEAR" val="1"/>
  <p:tag name="KSO_WM_UNIT_LAYERLEVEL" val="1_1"/>
  <p:tag name="KSO_WM_DIAGRAM_GROUP_CODE" val="m1-1"/>
  <p:tag name="KSO_WM_UNIT_FILL_FORE_SCHEMECOLOR_INDEX" val="14"/>
  <p:tag name="KSO_WM_UNIT_FILL_TYPE" val="1"/>
  <p:tag name="KSO_WM_UNIT_TEXT_FILL_FORE_SCHEMECOLOR_INDEX" val="2"/>
  <p:tag name="KSO_WM_UNIT_TEXT_FILL_TYPE" val="1"/>
</p:tagLst>
</file>

<file path=ppt/tags/tag106.xml><?xml version="1.0" encoding="utf-8"?>
<p:tagLst xmlns:p="http://schemas.openxmlformats.org/presentationml/2006/main">
  <p:tag name="KSO_WM_TAG_VERSION" val="1.0"/>
  <p:tag name="KSO_WM_BEAUTIFY_FLAG" val="#wm#"/>
  <p:tag name="KSO_WM_TEMPLATE_CATEGORY" val="diagram"/>
  <p:tag name="KSO_WM_TEMPLATE_INDEX" val="160433"/>
  <p:tag name="KSO_WM_UNIT_ID" val="diagram160433_2*m_i*1_4"/>
  <p:tag name="KSO_WM_UNIT_TYPE" val="m_i"/>
  <p:tag name="KSO_WM_UNIT_INDEX" val="1_4"/>
  <p:tag name="KSO_WM_UNIT_CLEAR" val="1"/>
  <p:tag name="KSO_WM_UNIT_LAYERLEVEL" val="1_1"/>
  <p:tag name="KSO_WM_DIAGRAM_GROUP_CODE" val="m1-1"/>
  <p:tag name="KSO_WM_UNIT_FILL_FORE_SCHEMECOLOR_INDEX" val="14"/>
  <p:tag name="KSO_WM_UNIT_FILL_TYPE" val="1"/>
  <p:tag name="KSO_WM_UNIT_LINE_FORE_SCHEMECOLOR_INDEX" val="13"/>
  <p:tag name="KSO_WM_UNIT_LINE_FILL_TYPE" val="2"/>
  <p:tag name="KSO_WM_UNIT_TEXT_FILL_FORE_SCHEMECOLOR_INDEX" val="2"/>
  <p:tag name="KSO_WM_UNIT_TEXT_FILL_TYPE" val="1"/>
</p:tagLst>
</file>

<file path=ppt/tags/tag107.xml><?xml version="1.0" encoding="utf-8"?>
<p:tagLst xmlns:p="http://schemas.openxmlformats.org/presentationml/2006/main">
  <p:tag name="KSO_WM_TAG_VERSION" val="1.0"/>
  <p:tag name="KSO_WM_BEAUTIFY_FLAG" val="#wm#"/>
  <p:tag name="KSO_WM_TEMPLATE_CATEGORY" val="diagram"/>
  <p:tag name="KSO_WM_TEMPLATE_INDEX" val="160433"/>
  <p:tag name="KSO_WM_UNIT_ID" val="diagram160433_2*m_h_a*1_1_1"/>
  <p:tag name="KSO_WM_UNIT_TYPE" val="m_h_a"/>
  <p:tag name="KSO_WM_UNIT_INDEX" val="1_1_1"/>
  <p:tag name="KSO_WM_UNIT_CLEAR" val="1"/>
  <p:tag name="KSO_WM_UNIT_LAYERLEVEL" val="1_1_1"/>
  <p:tag name="KSO_WM_UNIT_VALUE" val="24"/>
  <p:tag name="KSO_WM_UNIT_HIGHLIGHT" val="0"/>
  <p:tag name="KSO_WM_UNIT_COMPATIBLE" val="0"/>
  <p:tag name="KSO_WM_UNIT_PRESET_TEXT_INDEX" val="4"/>
  <p:tag name="KSO_WM_UNIT_PRESET_TEXT_LEN" val="12"/>
  <p:tag name="KSO_WM_DIAGRAM_GROUP_CODE" val="m1-1"/>
  <p:tag name="KSO_WM_UNIT_TEXT_FILL_FORE_SCHEMECOLOR_INDEX" val="13"/>
  <p:tag name="KSO_WM_UNIT_TEXT_FILL_TYPE" val="1"/>
</p:tagLst>
</file>

<file path=ppt/tags/tag108.xml><?xml version="1.0" encoding="utf-8"?>
<p:tagLst xmlns:p="http://schemas.openxmlformats.org/presentationml/2006/main">
  <p:tag name="KSO_WM_TAG_VERSION" val="1.0"/>
  <p:tag name="KSO_WM_BEAUTIFY_FLAG" val="#wm#"/>
  <p:tag name="KSO_WM_UNIT_TYPE" val="i"/>
  <p:tag name="KSO_WM_UNIT_ID" val="diagram160433_2*i*12"/>
  <p:tag name="KSO_WM_TEMPLATE_CATEGORY" val="diagram"/>
  <p:tag name="KSO_WM_TEMPLATE_INDEX" val="160433"/>
  <p:tag name="KSO_WM_UNIT_INDEX" val="12"/>
</p:tagLst>
</file>

<file path=ppt/tags/tag109.xml><?xml version="1.0" encoding="utf-8"?>
<p:tagLst xmlns:p="http://schemas.openxmlformats.org/presentationml/2006/main">
  <p:tag name="KSO_WM_TAG_VERSION" val="1.0"/>
  <p:tag name="KSO_WM_BEAUTIFY_FLAG" val="#wm#"/>
  <p:tag name="KSO_WM_TEMPLATE_CATEGORY" val="diagram"/>
  <p:tag name="KSO_WM_TEMPLATE_INDEX" val="160433"/>
  <p:tag name="KSO_WM_UNIT_ID" val="diagram160433_2*m_h_f*1_2_1"/>
  <p:tag name="KSO_WM_UNIT_TYPE" val="m_h_f"/>
  <p:tag name="KSO_WM_UNIT_INDEX" val="1_2_1"/>
  <p:tag name="KSO_WM_UNIT_CLEAR" val="1"/>
  <p:tag name="KSO_WM_UNIT_LAYERLEVEL" val="1_1_1"/>
  <p:tag name="KSO_WM_UNIT_VALUE" val="63"/>
  <p:tag name="KSO_WM_UNIT_HIGHLIGHT" val="0"/>
  <p:tag name="KSO_WM_UNIT_COMPATIBLE" val="0"/>
  <p:tag name="KSO_WM_UNIT_PRESET_TEXT_INDEX" val="4"/>
  <p:tag name="KSO_WM_UNIT_PRESET_TEXT_LEN" val="26"/>
  <p:tag name="KSO_WM_DIAGRAM_GROUP_CODE" val="m1-1"/>
  <p:tag name="KSO_WM_UNIT_FILL_FORE_SCHEMECOLOR_INDEX" val="6"/>
  <p:tag name="KSO_WM_UNIT_FILL_TYPE" val="1"/>
  <p:tag name="KSO_WM_UNIT_TEXT_FILL_FORE_SCHEMECOLOR_INDEX" val="6"/>
  <p:tag name="KSO_WM_UNIT_TEXT_FILL_TYPE" val="1"/>
</p:tagLst>
</file>

<file path=ppt/tags/tag110.xml><?xml version="1.0" encoding="utf-8"?>
<p:tagLst xmlns:p="http://schemas.openxmlformats.org/presentationml/2006/main">
  <p:tag name="KSO_WM_TAG_VERSION" val="1.0"/>
  <p:tag name="KSO_WM_BEAUTIFY_FLAG" val="#wm#"/>
  <p:tag name="KSO_WM_TEMPLATE_CATEGORY" val="diagram"/>
  <p:tag name="KSO_WM_TEMPLATE_INDEX" val="160433"/>
  <p:tag name="KSO_WM_UNIT_ID" val="diagram160433_2*m_i*1_5"/>
  <p:tag name="KSO_WM_UNIT_TYPE" val="m_i"/>
  <p:tag name="KSO_WM_UNIT_INDEX" val="1_5"/>
  <p:tag name="KSO_WM_UNIT_CLEAR" val="1"/>
  <p:tag name="KSO_WM_UNIT_LAYERLEVEL" val="1_1"/>
  <p:tag name="KSO_WM_DIAGRAM_GROUP_CODE" val="m1-1"/>
  <p:tag name="KSO_WM_UNIT_FILL_FORE_SCHEMECOLOR_INDEX" val="6"/>
  <p:tag name="KSO_WM_UNIT_FILL_TYPE" val="1"/>
  <p:tag name="KSO_WM_UNIT_LINE_FORE_SCHEMECOLOR_INDEX" val="14"/>
  <p:tag name="KSO_WM_UNIT_LINE_FILL_TYPE" val="2"/>
  <p:tag name="KSO_WM_UNIT_TEXT_FILL_FORE_SCHEMECOLOR_INDEX" val="2"/>
  <p:tag name="KSO_WM_UNIT_TEXT_FILL_TYPE" val="1"/>
</p:tagLst>
</file>

<file path=ppt/tags/tag111.xml><?xml version="1.0" encoding="utf-8"?>
<p:tagLst xmlns:p="http://schemas.openxmlformats.org/presentationml/2006/main">
  <p:tag name="KSO_WM_TAG_VERSION" val="1.0"/>
  <p:tag name="KSO_WM_BEAUTIFY_FLAG" val="#wm#"/>
  <p:tag name="KSO_WM_TEMPLATE_CATEGORY" val="diagram"/>
  <p:tag name="KSO_WM_TEMPLATE_INDEX" val="160433"/>
  <p:tag name="KSO_WM_UNIT_ID" val="diagram160433_2*m_i*1_6"/>
  <p:tag name="KSO_WM_UNIT_TYPE" val="m_i"/>
  <p:tag name="KSO_WM_UNIT_INDEX" val="1_6"/>
  <p:tag name="KSO_WM_UNIT_CLEAR" val="1"/>
  <p:tag name="KSO_WM_UNIT_LAYERLEVEL" val="1_1"/>
  <p:tag name="KSO_WM_DIAGRAM_GROUP_CODE" val="m1-1"/>
  <p:tag name="KSO_WM_UNIT_FILL_FORE_SCHEMECOLOR_INDEX" val="14"/>
  <p:tag name="KSO_WM_UNIT_FILL_TYPE" val="1"/>
  <p:tag name="KSO_WM_UNIT_TEXT_FILL_FORE_SCHEMECOLOR_INDEX" val="2"/>
  <p:tag name="KSO_WM_UNIT_TEXT_FILL_TYPE" val="1"/>
</p:tagLst>
</file>

<file path=ppt/tags/tag112.xml><?xml version="1.0" encoding="utf-8"?>
<p:tagLst xmlns:p="http://schemas.openxmlformats.org/presentationml/2006/main">
  <p:tag name="KSO_WM_TAG_VERSION" val="1.0"/>
  <p:tag name="KSO_WM_BEAUTIFY_FLAG" val="#wm#"/>
  <p:tag name="KSO_WM_TEMPLATE_CATEGORY" val="diagram"/>
  <p:tag name="KSO_WM_TEMPLATE_INDEX" val="160433"/>
  <p:tag name="KSO_WM_UNIT_ID" val="diagram160433_2*m_i*1_7"/>
  <p:tag name="KSO_WM_UNIT_TYPE" val="m_i"/>
  <p:tag name="KSO_WM_UNIT_INDEX" val="1_7"/>
  <p:tag name="KSO_WM_UNIT_CLEAR" val="1"/>
  <p:tag name="KSO_WM_UNIT_LAYERLEVEL" val="1_1"/>
  <p:tag name="KSO_WM_DIAGRAM_GROUP_CODE" val="m1-1"/>
  <p:tag name="KSO_WM_UNIT_FILL_FORE_SCHEMECOLOR_INDEX" val="14"/>
  <p:tag name="KSO_WM_UNIT_FILL_TYPE" val="1"/>
  <p:tag name="KSO_WM_UNIT_LINE_FORE_SCHEMECOLOR_INDEX" val="13"/>
  <p:tag name="KSO_WM_UNIT_LINE_FILL_TYPE" val="2"/>
  <p:tag name="KSO_WM_UNIT_TEXT_FILL_FORE_SCHEMECOLOR_INDEX" val="2"/>
  <p:tag name="KSO_WM_UNIT_TEXT_FILL_TYPE" val="1"/>
</p:tagLst>
</file>

<file path=ppt/tags/tag113.xml><?xml version="1.0" encoding="utf-8"?>
<p:tagLst xmlns:p="http://schemas.openxmlformats.org/presentationml/2006/main">
  <p:tag name="KSO_WM_TAG_VERSION" val="1.0"/>
  <p:tag name="KSO_WM_BEAUTIFY_FLAG" val="#wm#"/>
  <p:tag name="KSO_WM_UNIT_TYPE" val="i"/>
  <p:tag name="KSO_WM_UNIT_ID" val="diagram160433_2*i*21"/>
  <p:tag name="KSO_WM_TEMPLATE_CATEGORY" val="diagram"/>
  <p:tag name="KSO_WM_TEMPLATE_INDEX" val="160433"/>
  <p:tag name="KSO_WM_UNIT_INDEX" val="21"/>
</p:tagLst>
</file>

<file path=ppt/tags/tag114.xml><?xml version="1.0" encoding="utf-8"?>
<p:tagLst xmlns:p="http://schemas.openxmlformats.org/presentationml/2006/main">
  <p:tag name="KSO_WM_TAG_VERSION" val="1.0"/>
  <p:tag name="KSO_WM_BEAUTIFY_FLAG" val="#wm#"/>
  <p:tag name="KSO_WM_TEMPLATE_CATEGORY" val="diagram"/>
  <p:tag name="KSO_WM_TEMPLATE_INDEX" val="160433"/>
  <p:tag name="KSO_WM_UNIT_ID" val="diagram160433_2*m_h_f*1_3_1"/>
  <p:tag name="KSO_WM_UNIT_TYPE" val="m_h_f"/>
  <p:tag name="KSO_WM_UNIT_INDEX" val="1_3_1"/>
  <p:tag name="KSO_WM_UNIT_CLEAR" val="1"/>
  <p:tag name="KSO_WM_UNIT_LAYERLEVEL" val="1_1_1"/>
  <p:tag name="KSO_WM_UNIT_VALUE" val="63"/>
  <p:tag name="KSO_WM_UNIT_HIGHLIGHT" val="0"/>
  <p:tag name="KSO_WM_UNIT_COMPATIBLE" val="0"/>
  <p:tag name="KSO_WM_UNIT_PRESET_TEXT_INDEX" val="4"/>
  <p:tag name="KSO_WM_UNIT_PRESET_TEXT_LEN" val="26"/>
  <p:tag name="KSO_WM_DIAGRAM_GROUP_CODE" val="m1-1"/>
  <p:tag name="KSO_WM_UNIT_FILL_FORE_SCHEMECOLOR_INDEX" val="7"/>
  <p:tag name="KSO_WM_UNIT_FILL_TYPE" val="1"/>
  <p:tag name="KSO_WM_UNIT_TEXT_FILL_FORE_SCHEMECOLOR_INDEX" val="7"/>
  <p:tag name="KSO_WM_UNIT_TEXT_FILL_TYPE" val="1"/>
</p:tagLst>
</file>

<file path=ppt/tags/tag115.xml><?xml version="1.0" encoding="utf-8"?>
<p:tagLst xmlns:p="http://schemas.openxmlformats.org/presentationml/2006/main">
  <p:tag name="KSO_WM_TAG_VERSION" val="1.0"/>
  <p:tag name="KSO_WM_BEAUTIFY_FLAG" val="#wm#"/>
  <p:tag name="KSO_WM_TEMPLATE_CATEGORY" val="diagram"/>
  <p:tag name="KSO_WM_TEMPLATE_INDEX" val="160433"/>
  <p:tag name="KSO_WM_UNIT_ID" val="diagram160433_2*m_i*1_8"/>
  <p:tag name="KSO_WM_UNIT_TYPE" val="m_i"/>
  <p:tag name="KSO_WM_UNIT_INDEX" val="1_8"/>
  <p:tag name="KSO_WM_UNIT_CLEAR" val="1"/>
  <p:tag name="KSO_WM_UNIT_LAYERLEVEL" val="1_1"/>
  <p:tag name="KSO_WM_DIAGRAM_GROUP_CODE" val="m1-1"/>
  <p:tag name="KSO_WM_UNIT_FILL_FORE_SCHEMECOLOR_INDEX" val="6"/>
  <p:tag name="KSO_WM_UNIT_FILL_TYPE" val="1"/>
  <p:tag name="KSO_WM_UNIT_LINE_FORE_SCHEMECOLOR_INDEX" val="14"/>
  <p:tag name="KSO_WM_UNIT_LINE_FILL_TYPE" val="2"/>
  <p:tag name="KSO_WM_UNIT_TEXT_FILL_FORE_SCHEMECOLOR_INDEX" val="2"/>
  <p:tag name="KSO_WM_UNIT_TEXT_FILL_TYPE" val="1"/>
</p:tagLst>
</file>

<file path=ppt/tags/tag116.xml><?xml version="1.0" encoding="utf-8"?>
<p:tagLst xmlns:p="http://schemas.openxmlformats.org/presentationml/2006/main">
  <p:tag name="KSO_WM_TAG_VERSION" val="1.0"/>
  <p:tag name="KSO_WM_BEAUTIFY_FLAG" val="#wm#"/>
  <p:tag name="KSO_WM_TEMPLATE_CATEGORY" val="diagram"/>
  <p:tag name="KSO_WM_TEMPLATE_INDEX" val="160433"/>
  <p:tag name="KSO_WM_UNIT_ID" val="diagram160433_2*m_i*1_9"/>
  <p:tag name="KSO_WM_UNIT_TYPE" val="m_i"/>
  <p:tag name="KSO_WM_UNIT_INDEX" val="1_9"/>
  <p:tag name="KSO_WM_UNIT_CLEAR" val="1"/>
  <p:tag name="KSO_WM_UNIT_LAYERLEVEL" val="1_1"/>
  <p:tag name="KSO_WM_DIAGRAM_GROUP_CODE" val="m1-1"/>
  <p:tag name="KSO_WM_UNIT_FILL_FORE_SCHEMECOLOR_INDEX" val="14"/>
  <p:tag name="KSO_WM_UNIT_FILL_TYPE" val="1"/>
  <p:tag name="KSO_WM_UNIT_TEXT_FILL_FORE_SCHEMECOLOR_INDEX" val="2"/>
  <p:tag name="KSO_WM_UNIT_TEXT_FILL_TYPE" val="1"/>
</p:tagLst>
</file>

<file path=ppt/tags/tag117.xml><?xml version="1.0" encoding="utf-8"?>
<p:tagLst xmlns:p="http://schemas.openxmlformats.org/presentationml/2006/main">
  <p:tag name="KSO_WM_TAG_VERSION" val="1.0"/>
  <p:tag name="KSO_WM_BEAUTIFY_FLAG" val="#wm#"/>
  <p:tag name="KSO_WM_TEMPLATE_CATEGORY" val="diagram"/>
  <p:tag name="KSO_WM_TEMPLATE_INDEX" val="160433"/>
  <p:tag name="KSO_WM_UNIT_ID" val="diagram160433_2*m_i*1_10"/>
  <p:tag name="KSO_WM_UNIT_TYPE" val="m_i"/>
  <p:tag name="KSO_WM_UNIT_INDEX" val="1_10"/>
  <p:tag name="KSO_WM_UNIT_CLEAR" val="1"/>
  <p:tag name="KSO_WM_UNIT_LAYERLEVEL" val="1_1"/>
  <p:tag name="KSO_WM_DIAGRAM_GROUP_CODE" val="m1-1"/>
  <p:tag name="KSO_WM_UNIT_FILL_FORE_SCHEMECOLOR_INDEX" val="14"/>
  <p:tag name="KSO_WM_UNIT_FILL_TYPE" val="1"/>
  <p:tag name="KSO_WM_UNIT_LINE_FORE_SCHEMECOLOR_INDEX" val="13"/>
  <p:tag name="KSO_WM_UNIT_LINE_FILL_TYPE" val="2"/>
  <p:tag name="KSO_WM_UNIT_TEXT_FILL_FORE_SCHEMECOLOR_INDEX" val="2"/>
  <p:tag name="KSO_WM_UNIT_TEXT_FILL_TYPE" val="1"/>
</p:tagLst>
</file>

<file path=ppt/tags/tag118.xml><?xml version="1.0" encoding="utf-8"?>
<p:tagLst xmlns:p="http://schemas.openxmlformats.org/presentationml/2006/main">
  <p:tag name="KSO_WM_TAG_VERSION" val="1.0"/>
  <p:tag name="KSO_WM_BEAUTIFY_FLAG" val="#wm#"/>
  <p:tag name="KSO_WM_UNIT_TYPE" val="i"/>
  <p:tag name="KSO_WM_UNIT_ID" val="diagram160433_2*i*30"/>
  <p:tag name="KSO_WM_TEMPLATE_CATEGORY" val="diagram"/>
  <p:tag name="KSO_WM_TEMPLATE_INDEX" val="160433"/>
  <p:tag name="KSO_WM_UNIT_INDEX" val="30"/>
</p:tagLst>
</file>

<file path=ppt/tags/tag119.xml><?xml version="1.0" encoding="utf-8"?>
<p:tagLst xmlns:p="http://schemas.openxmlformats.org/presentationml/2006/main">
  <p:tag name="KSO_WM_TAG_VERSION" val="1.0"/>
  <p:tag name="KSO_WM_BEAUTIFY_FLAG" val="#wm#"/>
  <p:tag name="KSO_WM_TEMPLATE_CATEGORY" val="diagram"/>
  <p:tag name="KSO_WM_TEMPLATE_INDEX" val="160433"/>
  <p:tag name="KSO_WM_UNIT_ID" val="diagram160433_2*m_h_f*1_4_1"/>
  <p:tag name="KSO_WM_UNIT_TYPE" val="m_h_f"/>
  <p:tag name="KSO_WM_UNIT_INDEX" val="1_4_1"/>
  <p:tag name="KSO_WM_UNIT_CLEAR" val="1"/>
  <p:tag name="KSO_WM_UNIT_LAYERLEVEL" val="1_1_1"/>
  <p:tag name="KSO_WM_UNIT_VALUE" val="63"/>
  <p:tag name="KSO_WM_UNIT_HIGHLIGHT" val="0"/>
  <p:tag name="KSO_WM_UNIT_COMPATIBLE" val="0"/>
  <p:tag name="KSO_WM_UNIT_PRESET_TEXT_INDEX" val="4"/>
  <p:tag name="KSO_WM_UNIT_PRESET_TEXT_LEN" val="26"/>
  <p:tag name="KSO_WM_DIAGRAM_GROUP_CODE" val="m1-1"/>
  <p:tag name="KSO_WM_UNIT_FILL_FORE_SCHEMECOLOR_INDEX" val="8"/>
  <p:tag name="KSO_WM_UNIT_FILL_TYPE" val="1"/>
  <p:tag name="KSO_WM_UNIT_TEXT_FILL_FORE_SCHEMECOLOR_INDEX" val="8"/>
  <p:tag name="KSO_WM_UNIT_TEXT_FILL_TYPE" val="1"/>
</p:tagLst>
</file>

<file path=ppt/tags/tag120.xml><?xml version="1.0" encoding="utf-8"?>
<p:tagLst xmlns:p="http://schemas.openxmlformats.org/presentationml/2006/main">
  <p:tag name="KSO_WM_TAG_VERSION" val="1.0"/>
  <p:tag name="KSO_WM_BEAUTIFY_FLAG" val="#wm#"/>
  <p:tag name="KSO_WM_TEMPLATE_CATEGORY" val="diagram"/>
  <p:tag name="KSO_WM_TEMPLATE_INDEX" val="160433"/>
  <p:tag name="KSO_WM_UNIT_ID" val="diagram160433_2*m_i*1_11"/>
  <p:tag name="KSO_WM_UNIT_TYPE" val="m_i"/>
  <p:tag name="KSO_WM_UNIT_INDEX" val="1_11"/>
  <p:tag name="KSO_WM_UNIT_CLEAR" val="1"/>
  <p:tag name="KSO_WM_UNIT_LAYERLEVEL" val="1_1"/>
  <p:tag name="KSO_WM_DIAGRAM_GROUP_CODE" val="m1-1"/>
  <p:tag name="KSO_WM_UNIT_FILL_FORE_SCHEMECOLOR_INDEX" val="6"/>
  <p:tag name="KSO_WM_UNIT_FILL_TYPE" val="1"/>
  <p:tag name="KSO_WM_UNIT_LINE_FORE_SCHEMECOLOR_INDEX" val="14"/>
  <p:tag name="KSO_WM_UNIT_LINE_FILL_TYPE" val="2"/>
  <p:tag name="KSO_WM_UNIT_TEXT_FILL_FORE_SCHEMECOLOR_INDEX" val="2"/>
  <p:tag name="KSO_WM_UNIT_TEXT_FILL_TYPE" val="1"/>
</p:tagLst>
</file>

<file path=ppt/tags/tag121.xml><?xml version="1.0" encoding="utf-8"?>
<p:tagLst xmlns:p="http://schemas.openxmlformats.org/presentationml/2006/main">
  <p:tag name="KSO_WM_TAG_VERSION" val="1.0"/>
  <p:tag name="KSO_WM_BEAUTIFY_FLAG" val="#wm#"/>
  <p:tag name="KSO_WM_TEMPLATE_CATEGORY" val="diagram"/>
  <p:tag name="KSO_WM_TEMPLATE_INDEX" val="160433"/>
  <p:tag name="KSO_WM_UNIT_ID" val="diagram160433_2*m_i*1_12"/>
  <p:tag name="KSO_WM_UNIT_TYPE" val="m_i"/>
  <p:tag name="KSO_WM_UNIT_INDEX" val="1_12"/>
  <p:tag name="KSO_WM_UNIT_CLEAR" val="1"/>
  <p:tag name="KSO_WM_UNIT_LAYERLEVEL" val="1_1"/>
  <p:tag name="KSO_WM_DIAGRAM_GROUP_CODE" val="m1-1"/>
  <p:tag name="KSO_WM_UNIT_FILL_FORE_SCHEMECOLOR_INDEX" val="14"/>
  <p:tag name="KSO_WM_UNIT_FILL_TYPE" val="1"/>
  <p:tag name="KSO_WM_UNIT_TEXT_FILL_FORE_SCHEMECOLOR_INDEX" val="2"/>
  <p:tag name="KSO_WM_UNIT_TEXT_FILL_TYPE" val="1"/>
</p:tagLst>
</file>

<file path=ppt/tags/tag122.xml><?xml version="1.0" encoding="utf-8"?>
<p:tagLst xmlns:p="http://schemas.openxmlformats.org/presentationml/2006/main">
  <p:tag name="KSO_WM_TAG_VERSION" val="1.0"/>
  <p:tag name="KSO_WM_BEAUTIFY_FLAG" val="#wm#"/>
  <p:tag name="KSO_WM_TEMPLATE_CATEGORY" val="diagram"/>
  <p:tag name="KSO_WM_TEMPLATE_INDEX" val="160433"/>
  <p:tag name="KSO_WM_UNIT_ID" val="diagram160433_2*m_i*1_13"/>
  <p:tag name="KSO_WM_UNIT_TYPE" val="m_i"/>
  <p:tag name="KSO_WM_UNIT_INDEX" val="1_13"/>
  <p:tag name="KSO_WM_UNIT_CLEAR" val="1"/>
  <p:tag name="KSO_WM_UNIT_LAYERLEVEL" val="1_1"/>
  <p:tag name="KSO_WM_DIAGRAM_GROUP_CODE" val="m1-1"/>
  <p:tag name="KSO_WM_UNIT_FILL_FORE_SCHEMECOLOR_INDEX" val="14"/>
  <p:tag name="KSO_WM_UNIT_FILL_TYPE" val="1"/>
  <p:tag name="KSO_WM_UNIT_LINE_FORE_SCHEMECOLOR_INDEX" val="13"/>
  <p:tag name="KSO_WM_UNIT_LINE_FILL_TYPE" val="2"/>
  <p:tag name="KSO_WM_UNIT_TEXT_FILL_FORE_SCHEMECOLOR_INDEX" val="2"/>
  <p:tag name="KSO_WM_UNIT_TEXT_FILL_TYPE" val="1"/>
</p:tagLst>
</file>

<file path=ppt/tags/tag123.xml><?xml version="1.0" encoding="utf-8"?>
<p:tagLst xmlns:p="http://schemas.openxmlformats.org/presentationml/2006/main">
  <p:tag name="KSO_WM_TAG_VERSION" val="1.0"/>
  <p:tag name="KSO_WM_BEAUTIFY_FLAG" val="#wm#"/>
  <p:tag name="KSO_WM_TEMPLATE_CATEGORY" val="diagram"/>
  <p:tag name="KSO_WM_TEMPLATE_INDEX" val="160433"/>
  <p:tag name="KSO_WM_UNIT_ID" val="diagram160433_2*m_h_a*1_3_1"/>
  <p:tag name="KSO_WM_UNIT_TYPE" val="m_h_a"/>
  <p:tag name="KSO_WM_UNIT_INDEX" val="1_3_1"/>
  <p:tag name="KSO_WM_UNIT_CLEAR" val="1"/>
  <p:tag name="KSO_WM_UNIT_LAYERLEVEL" val="1_1_1"/>
  <p:tag name="KSO_WM_UNIT_VALUE" val="24"/>
  <p:tag name="KSO_WM_UNIT_HIGHLIGHT" val="0"/>
  <p:tag name="KSO_WM_UNIT_COMPATIBLE" val="0"/>
  <p:tag name="KSO_WM_UNIT_PRESET_TEXT_INDEX" val="4"/>
  <p:tag name="KSO_WM_UNIT_PRESET_TEXT_LEN" val="12"/>
  <p:tag name="KSO_WM_DIAGRAM_GROUP_CODE" val="m1-1"/>
  <p:tag name="KSO_WM_UNIT_TEXT_FILL_FORE_SCHEMECOLOR_INDEX" val="13"/>
  <p:tag name="KSO_WM_UNIT_TEXT_FILL_TYPE" val="1"/>
</p:tagLst>
</file>

<file path=ppt/tags/tag124.xml><?xml version="1.0" encoding="utf-8"?>
<p:tagLst xmlns:p="http://schemas.openxmlformats.org/presentationml/2006/main">
  <p:tag name="KSO_WM_TAG_VERSION" val="1.0"/>
  <p:tag name="KSO_WM_BEAUTIFY_FLAG" val="#wm#"/>
  <p:tag name="KSO_WM_TEMPLATE_CATEGORY" val="diagram"/>
  <p:tag name="KSO_WM_TEMPLATE_INDEX" val="160433"/>
  <p:tag name="KSO_WM_UNIT_ID" val="diagram160433_2*m_h_a*1_4_1"/>
  <p:tag name="KSO_WM_UNIT_TYPE" val="m_h_a"/>
  <p:tag name="KSO_WM_UNIT_INDEX" val="1_4_1"/>
  <p:tag name="KSO_WM_UNIT_CLEAR" val="1"/>
  <p:tag name="KSO_WM_UNIT_LAYERLEVEL" val="1_1_1"/>
  <p:tag name="KSO_WM_UNIT_VALUE" val="24"/>
  <p:tag name="KSO_WM_UNIT_HIGHLIGHT" val="0"/>
  <p:tag name="KSO_WM_UNIT_COMPATIBLE" val="0"/>
  <p:tag name="KSO_WM_UNIT_PRESET_TEXT_INDEX" val="4"/>
  <p:tag name="KSO_WM_UNIT_PRESET_TEXT_LEN" val="12"/>
  <p:tag name="KSO_WM_DIAGRAM_GROUP_CODE" val="m1-1"/>
  <p:tag name="KSO_WM_UNIT_TEXT_FILL_FORE_SCHEMECOLOR_INDEX" val="13"/>
  <p:tag name="KSO_WM_UNIT_TEXT_FILL_TYPE" val="1"/>
</p:tagLst>
</file>

<file path=ppt/tags/tag125.xml><?xml version="1.0" encoding="utf-8"?>
<p:tagLst xmlns:p="http://schemas.openxmlformats.org/presentationml/2006/main">
  <p:tag name="KSO_WM_TAG_VERSION" val="1.0"/>
  <p:tag name="KSO_WM_BEAUTIFY_FLAG" val="#wm#"/>
  <p:tag name="KSO_WM_TEMPLATE_CATEGORY" val="diagram"/>
  <p:tag name="KSO_WM_TEMPLATE_INDEX" val="160433"/>
  <p:tag name="KSO_WM_UNIT_ID" val="diagram160433_2*m_h_a*1_2_1"/>
  <p:tag name="KSO_WM_UNIT_TYPE" val="m_h_a"/>
  <p:tag name="KSO_WM_UNIT_INDEX" val="1_2_1"/>
  <p:tag name="KSO_WM_UNIT_CLEAR" val="1"/>
  <p:tag name="KSO_WM_UNIT_LAYERLEVEL" val="1_1_1"/>
  <p:tag name="KSO_WM_UNIT_VALUE" val="24"/>
  <p:tag name="KSO_WM_UNIT_HIGHLIGHT" val="0"/>
  <p:tag name="KSO_WM_UNIT_COMPATIBLE" val="0"/>
  <p:tag name="KSO_WM_UNIT_PRESET_TEXT_INDEX" val="4"/>
  <p:tag name="KSO_WM_UNIT_PRESET_TEXT_LEN" val="12"/>
  <p:tag name="KSO_WM_DIAGRAM_GROUP_CODE" val="m1-1"/>
  <p:tag name="KSO_WM_UNIT_TEXT_FILL_FORE_SCHEMECOLOR_INDEX" val="13"/>
  <p:tag name="KSO_WM_UNIT_TEXT_FILL_TYPE" val="1"/>
</p:tagLst>
</file>

<file path=ppt/tags/tag126.xml><?xml version="1.0" encoding="utf-8"?>
<p:tagLst xmlns:p="http://schemas.openxmlformats.org/presentationml/2006/main">
  <p:tag name="KSO_WM_SLIDE_SIZE" val="631*425"/>
  <p:tag name="KSO_WM_SLIDE_POSITION" val="49*57"/>
  <p:tag name="KSO_WM_SLIDE_LAYOUT_CNT" val="1_1_1"/>
  <p:tag name="KSO_WM_SLIDE_LAYOUT" val="a_f_d"/>
  <p:tag name="KSO_WM_BEAUTIFY_FLAG" val="#wm#"/>
  <p:tag name="KSO_WM_SLIDE_TYPE" val="text"/>
  <p:tag name="KSO_WM_SLIDE_ITEM_CNT" val="2"/>
  <p:tag name="KSO_WM_SLIDE_INDEX" val="4"/>
  <p:tag name="KSO_WM_SLIDE_ID" val="custom20186830_4"/>
  <p:tag name="KSO_WM_TAG_VERSION" val="1.0"/>
  <p:tag name="KSO_WM_TEMPLATE_INDEX" val="20186830"/>
  <p:tag name="KSO_WM_TEMPLATE_CATEGORY" val="custom"/>
  <p:tag name="KSO_WM_SLIDE_SUBTYPE" val="picTxt"/>
</p:tagLst>
</file>

<file path=ppt/tags/tag127.xml><?xml version="1.0" encoding="utf-8"?>
<p:tagLst xmlns:p="http://schemas.openxmlformats.org/presentationml/2006/main">
  <p:tag name="KSO_WM_TEMPLATE_CATEGORY" val="custom"/>
  <p:tag name="KSO_WM_TEMPLATE_INDEX" val="20186830"/>
  <p:tag name="KSO_WM_TAG_VERSION" val="1.0"/>
  <p:tag name="KSO_WM_BEAUTIFY_FLAG" val="#wm#"/>
  <p:tag name="KSO_WM_UNIT_PRESET_TEXT_LEN" val="17"/>
  <p:tag name="KSO_WM_UNIT_PRESET_TEXT_INDEX" val="3"/>
  <p:tag name="KSO_WM_UNIT_CLEAR" val="0"/>
  <p:tag name="KSO_WM_UNIT_COMPATIBLE" val="0"/>
  <p:tag name="KSO_WM_UNIT_HIGHLIGHT" val="0"/>
  <p:tag name="KSO_WM_UNIT_ISCONTENTSTITLE" val="0"/>
  <p:tag name="KSO_WM_UNIT_VALUE" val="16"/>
  <p:tag name="KSO_WM_UNIT_LAYERLEVEL" val="1"/>
  <p:tag name="KSO_WM_UNIT_INDEX" val="1"/>
  <p:tag name="KSO_WM_UNIT_ID" val="custom20186830_4*a*1"/>
  <p:tag name="KSO_WM_UNIT_TYPE" val="a"/>
</p:tagLst>
</file>

<file path=ppt/tags/tag128.xml><?xml version="1.0" encoding="utf-8"?>
<p:tagLst xmlns:p="http://schemas.openxmlformats.org/presentationml/2006/main">
  <p:tag name="KSO_WM_DIAGRAM_GROUP_CODE" val="l1_1"/>
  <p:tag name="KSO_WM_TAG_VERSION" val="1.0"/>
  <p:tag name="KSO_WM_BEAUTIFY_FLAG" val="#wm#"/>
  <p:tag name="KSO_WM_UNIT_TYPE" val="i"/>
  <p:tag name="KSO_WM_UNIT_ID" val="custom20186830_5*i*7"/>
  <p:tag name="KSO_WM_TEMPLATE_CATEGORY" val="custom"/>
  <p:tag name="KSO_WM_TEMPLATE_INDEX" val="20186830"/>
  <p:tag name="KSO_WM_UNIT_INDEX" val="7"/>
  <p:tag name="KSO_WM_UNIT_LINE_FORE_SCHEMECOLOR_INDEX" val="9"/>
  <p:tag name="KSO_WM_UNIT_LINE_FILL_TYPE" val="2"/>
  <p:tag name="KSO_WM_UNIT_USESOURCEFORMAT_APPLY" val="0"/>
</p:tagLst>
</file>

<file path=ppt/tags/tag129.xml><?xml version="1.0" encoding="utf-8"?>
<p:tagLst xmlns:p="http://schemas.openxmlformats.org/presentationml/2006/main">
  <p:tag name="KSO_WM_DIAGRAM_GROUP_CODE" val="l1_1"/>
  <p:tag name="KSO_WM_TAG_VERSION" val="1.0"/>
  <p:tag name="KSO_WM_BEAUTIFY_FLAG" val="#wm#"/>
  <p:tag name="KSO_WM_UNIT_TYPE" val="i"/>
  <p:tag name="KSO_WM_UNIT_ID" val="custom20186830_5*i*8"/>
  <p:tag name="KSO_WM_TEMPLATE_CATEGORY" val="custom"/>
  <p:tag name="KSO_WM_TEMPLATE_INDEX" val="20186830"/>
  <p:tag name="KSO_WM_UNIT_INDEX" val="8"/>
  <p:tag name="KSO_WM_UNIT_LINE_FORE_SCHEMECOLOR_INDEX" val="9"/>
  <p:tag name="KSO_WM_UNIT_LINE_FILL_TYPE" val="2"/>
  <p:tag name="KSO_WM_UNIT_USESOURCEFORMAT_APPLY" val="0"/>
</p:tagLst>
</file>

<file path=ppt/tags/tag130.xml><?xml version="1.0" encoding="utf-8"?>
<p:tagLst xmlns:p="http://schemas.openxmlformats.org/presentationml/2006/main">
  <p:tag name="KSO_WM_DIAGRAM_GROUP_CODE" val="l1_1"/>
  <p:tag name="KSO_WM_TAG_VERSION" val="1.0"/>
  <p:tag name="KSO_WM_BEAUTIFY_FLAG" val="#wm#"/>
  <p:tag name="KSO_WM_UNIT_TYPE" val="i"/>
  <p:tag name="KSO_WM_UNIT_ID" val="custom20186830_5*i*9"/>
  <p:tag name="KSO_WM_TEMPLATE_CATEGORY" val="custom"/>
  <p:tag name="KSO_WM_TEMPLATE_INDEX" val="20186830"/>
  <p:tag name="KSO_WM_UNIT_INDEX" val="9"/>
  <p:tag name="KSO_WM_UNIT_LINE_FORE_SCHEMECOLOR_INDEX" val="9"/>
  <p:tag name="KSO_WM_UNIT_LINE_FILL_TYPE" val="2"/>
  <p:tag name="KSO_WM_UNIT_USESOURCEFORMAT_APPLY" val="0"/>
</p:tagLst>
</file>

<file path=ppt/tags/tag131.xml><?xml version="1.0" encoding="utf-8"?>
<p:tagLst xmlns:p="http://schemas.openxmlformats.org/presentationml/2006/main">
  <p:tag name="KSO_WM_TAG_VERSION" val="1.0"/>
  <p:tag name="KSO_WM_BEAUTIFY_FLAG" val="#wm#"/>
  <p:tag name="KSO_WM_UNIT_TYPE" val="i"/>
  <p:tag name="KSO_WM_UNIT_ID" val="diagram634_4*i*1"/>
  <p:tag name="KSO_WM_TEMPLATE_CATEGORY" val="diagram"/>
  <p:tag name="KSO_WM_TEMPLATE_INDEX" val="634"/>
  <p:tag name="KSO_WM_UNIT_INDEX" val="1"/>
</p:tagLst>
</file>

<file path=ppt/tags/tag132.xml><?xml version="1.0" encoding="utf-8"?>
<p:tagLst xmlns:p="http://schemas.openxmlformats.org/presentationml/2006/main">
  <p:tag name="KSO_WM_TEMPLATE_CATEGORY" val="diagram"/>
  <p:tag name="KSO_WM_TEMPLATE_INDEX" val="634"/>
  <p:tag name="KSO_WM_TAG_VERSION" val="1.0"/>
  <p:tag name="KSO_WM_BEAUTIFY_FLAG" val="#wm#"/>
  <p:tag name="KSO_WM_UNIT_TYPE" val="l_h_a"/>
  <p:tag name="KSO_WM_UNIT_INDEX" val="1_1_1"/>
  <p:tag name="KSO_WM_UNIT_ID" val="diagram634_4*l_h_a*1_1_1"/>
  <p:tag name="KSO_WM_UNIT_CLEAR" val="1"/>
  <p:tag name="KSO_WM_UNIT_LAYERLEVEL" val="1_1_1"/>
  <p:tag name="KSO_WM_UNIT_VALUE" val="24"/>
  <p:tag name="KSO_WM_UNIT_HIGHLIGHT" val="0"/>
  <p:tag name="KSO_WM_UNIT_COMPATIBLE" val="0"/>
  <p:tag name="KSO_WM_UNIT_PRESET_TEXT_INDEX" val="3"/>
  <p:tag name="KSO_WM_DIAGRAM_GROUP_CODE" val="l1-1"/>
  <p:tag name="KSO_WM_UNIT_PRESET_TEXT_LEN" val="17"/>
  <p:tag name="KSO_WM_UNIT_FILL_FORE_SCHEMECOLOR_INDEX" val="5"/>
  <p:tag name="KSO_WM_UNIT_FILL_TYPE" val="1"/>
  <p:tag name="KSO_WM_UNIT_TEXT_FILL_FORE_SCHEMECOLOR_INDEX" val="2"/>
  <p:tag name="KSO_WM_UNIT_TEXT_FILL_TYPE" val="1"/>
</p:tagLst>
</file>

<file path=ppt/tags/tag133.xml><?xml version="1.0" encoding="utf-8"?>
<p:tagLst xmlns:p="http://schemas.openxmlformats.org/presentationml/2006/main">
  <p:tag name="KSO_WM_TEMPLATE_CATEGORY" val="diagram"/>
  <p:tag name="KSO_WM_TEMPLATE_INDEX" val="634"/>
  <p:tag name="KSO_WM_TAG_VERSION" val="1.0"/>
  <p:tag name="KSO_WM_BEAUTIFY_FLAG" val="#wm#"/>
  <p:tag name="KSO_WM_UNIT_TYPE" val="l_i"/>
  <p:tag name="KSO_WM_UNIT_INDEX" val="1_1"/>
  <p:tag name="KSO_WM_UNIT_ID" val="diagram634_4*l_i*1_1"/>
  <p:tag name="KSO_WM_UNIT_CLEAR" val="1"/>
  <p:tag name="KSO_WM_UNIT_LAYERLEVEL" val="1_1"/>
  <p:tag name="KSO_WM_DIAGRAM_GROUP_CODE" val="l1-1"/>
  <p:tag name="KSO_WM_UNIT_TEXT_FILL_FORE_SCHEMECOLOR_INDEX" val="5"/>
  <p:tag name="KSO_WM_UNIT_TEXT_FILL_TYPE" val="1"/>
</p:tagLst>
</file>

<file path=ppt/tags/tag134.xml><?xml version="1.0" encoding="utf-8"?>
<p:tagLst xmlns:p="http://schemas.openxmlformats.org/presentationml/2006/main">
  <p:tag name="KSO_WM_TEMPLATE_CATEGORY" val="diagram"/>
  <p:tag name="KSO_WM_TEMPLATE_INDEX" val="634"/>
  <p:tag name="KSO_WM_TAG_VERSION" val="1.0"/>
  <p:tag name="KSO_WM_BEAUTIFY_FLAG" val="#wm#"/>
  <p:tag name="KSO_WM_UNIT_TYPE" val="l_h_f"/>
  <p:tag name="KSO_WM_UNIT_INDEX" val="1_1_1"/>
  <p:tag name="KSO_WM_UNIT_ID" val="diagram634_4*l_h_f*1_1_1"/>
  <p:tag name="KSO_WM_UNIT_CLEAR" val="1"/>
  <p:tag name="KSO_WM_UNIT_LAYERLEVEL" val="1_1_1"/>
  <p:tag name="KSO_WM_UNIT_VALUE" val="28"/>
  <p:tag name="KSO_WM_UNIT_HIGHLIGHT" val="0"/>
  <p:tag name="KSO_WM_UNIT_COMPATIBLE" val="0"/>
  <p:tag name="KSO_WM_UNIT_PRESET_TEXT_INDEX" val="4"/>
  <p:tag name="KSO_WM_DIAGRAM_GROUP_CODE" val="l1-1"/>
  <p:tag name="KSO_WM_UNIT_PRESET_TEXT_LEN" val="57"/>
  <p:tag name="KSO_WM_UNIT_TEXT_FILL_FORE_SCHEMECOLOR_INDEX" val="13"/>
  <p:tag name="KSO_WM_UNIT_TEXT_FILL_TYPE" val="1"/>
</p:tagLst>
</file>

<file path=ppt/tags/tag135.xml><?xml version="1.0" encoding="utf-8"?>
<p:tagLst xmlns:p="http://schemas.openxmlformats.org/presentationml/2006/main">
  <p:tag name="KSO_WM_TAG_VERSION" val="1.0"/>
  <p:tag name="KSO_WM_BEAUTIFY_FLAG" val="#wm#"/>
  <p:tag name="KSO_WM_UNIT_TYPE" val="i"/>
  <p:tag name="KSO_WM_UNIT_ID" val="diagram634_4*i*8"/>
  <p:tag name="KSO_WM_TEMPLATE_CATEGORY" val="diagram"/>
  <p:tag name="KSO_WM_TEMPLATE_INDEX" val="634"/>
  <p:tag name="KSO_WM_UNIT_INDEX" val="8"/>
</p:tagLst>
</file>

<file path=ppt/tags/tag136.xml><?xml version="1.0" encoding="utf-8"?>
<p:tagLst xmlns:p="http://schemas.openxmlformats.org/presentationml/2006/main">
  <p:tag name="KSO_WM_TEMPLATE_CATEGORY" val="diagram"/>
  <p:tag name="KSO_WM_TEMPLATE_INDEX" val="634"/>
  <p:tag name="KSO_WM_TAG_VERSION" val="1.0"/>
  <p:tag name="KSO_WM_BEAUTIFY_FLAG" val="#wm#"/>
  <p:tag name="KSO_WM_UNIT_TYPE" val="l_h_a"/>
  <p:tag name="KSO_WM_UNIT_INDEX" val="1_2_1"/>
  <p:tag name="KSO_WM_UNIT_ID" val="diagram634_4*l_h_a*1_2_1"/>
  <p:tag name="KSO_WM_UNIT_CLEAR" val="1"/>
  <p:tag name="KSO_WM_UNIT_LAYERLEVEL" val="1_1_1"/>
  <p:tag name="KSO_WM_UNIT_VALUE" val="24"/>
  <p:tag name="KSO_WM_UNIT_HIGHLIGHT" val="0"/>
  <p:tag name="KSO_WM_UNIT_COMPATIBLE" val="0"/>
  <p:tag name="KSO_WM_UNIT_PRESET_TEXT_INDEX" val="3"/>
  <p:tag name="KSO_WM_DIAGRAM_GROUP_CODE" val="l1-1"/>
  <p:tag name="KSO_WM_UNIT_PRESET_TEXT_LEN" val="17"/>
  <p:tag name="KSO_WM_UNIT_FILL_FORE_SCHEMECOLOR_INDEX" val="6"/>
  <p:tag name="KSO_WM_UNIT_FILL_TYPE" val="1"/>
  <p:tag name="KSO_WM_UNIT_TEXT_FILL_FORE_SCHEMECOLOR_INDEX" val="2"/>
  <p:tag name="KSO_WM_UNIT_TEXT_FILL_TYPE" val="1"/>
</p:tagLst>
</file>

<file path=ppt/tags/tag137.xml><?xml version="1.0" encoding="utf-8"?>
<p:tagLst xmlns:p="http://schemas.openxmlformats.org/presentationml/2006/main">
  <p:tag name="KSO_WM_TEMPLATE_CATEGORY" val="diagram"/>
  <p:tag name="KSO_WM_TEMPLATE_INDEX" val="634"/>
  <p:tag name="KSO_WM_TAG_VERSION" val="1.0"/>
  <p:tag name="KSO_WM_BEAUTIFY_FLAG" val="#wm#"/>
  <p:tag name="KSO_WM_UNIT_TYPE" val="l_i"/>
  <p:tag name="KSO_WM_UNIT_INDEX" val="1_2"/>
  <p:tag name="KSO_WM_UNIT_ID" val="diagram634_4*l_i*1_2"/>
  <p:tag name="KSO_WM_UNIT_CLEAR" val="1"/>
  <p:tag name="KSO_WM_UNIT_LAYERLEVEL" val="1_1"/>
  <p:tag name="KSO_WM_DIAGRAM_GROUP_CODE" val="l1-1"/>
  <p:tag name="KSO_WM_UNIT_TEXT_FILL_FORE_SCHEMECOLOR_INDEX" val="6"/>
  <p:tag name="KSO_WM_UNIT_TEXT_FILL_TYPE" val="1"/>
</p:tagLst>
</file>

<file path=ppt/tags/tag138.xml><?xml version="1.0" encoding="utf-8"?>
<p:tagLst xmlns:p="http://schemas.openxmlformats.org/presentationml/2006/main">
  <p:tag name="KSO_WM_TEMPLATE_CATEGORY" val="diagram"/>
  <p:tag name="KSO_WM_TEMPLATE_INDEX" val="634"/>
  <p:tag name="KSO_WM_TAG_VERSION" val="1.0"/>
  <p:tag name="KSO_WM_BEAUTIFY_FLAG" val="#wm#"/>
  <p:tag name="KSO_WM_UNIT_TYPE" val="l_h_f"/>
  <p:tag name="KSO_WM_UNIT_INDEX" val="1_2_1"/>
  <p:tag name="KSO_WM_UNIT_ID" val="diagram634_4*l_h_f*1_2_1"/>
  <p:tag name="KSO_WM_UNIT_CLEAR" val="1"/>
  <p:tag name="KSO_WM_UNIT_LAYERLEVEL" val="1_1_1"/>
  <p:tag name="KSO_WM_UNIT_VALUE" val="28"/>
  <p:tag name="KSO_WM_UNIT_HIGHLIGHT" val="0"/>
  <p:tag name="KSO_WM_UNIT_COMPATIBLE" val="0"/>
  <p:tag name="KSO_WM_UNIT_PRESET_TEXT_INDEX" val="4"/>
  <p:tag name="KSO_WM_DIAGRAM_GROUP_CODE" val="l1-1"/>
  <p:tag name="KSO_WM_UNIT_PRESET_TEXT_LEN" val="57"/>
  <p:tag name="KSO_WM_UNIT_TEXT_FILL_FORE_SCHEMECOLOR_INDEX" val="13"/>
  <p:tag name="KSO_WM_UNIT_TEXT_FILL_TYPE" val="1"/>
</p:tagLst>
</file>

<file path=ppt/tags/tag139.xml><?xml version="1.0" encoding="utf-8"?>
<p:tagLst xmlns:p="http://schemas.openxmlformats.org/presentationml/2006/main">
  <p:tag name="KSO_WM_TAG_VERSION" val="1.0"/>
  <p:tag name="KSO_WM_BEAUTIFY_FLAG" val="#wm#"/>
  <p:tag name="KSO_WM_UNIT_TYPE" val="i"/>
  <p:tag name="KSO_WM_UNIT_ID" val="diagram634_4*i*15"/>
  <p:tag name="KSO_WM_TEMPLATE_CATEGORY" val="diagram"/>
  <p:tag name="KSO_WM_TEMPLATE_INDEX" val="634"/>
  <p:tag name="KSO_WM_UNIT_INDEX" val="15"/>
</p:tagLst>
</file>

<file path=ppt/tags/tag140.xml><?xml version="1.0" encoding="utf-8"?>
<p:tagLst xmlns:p="http://schemas.openxmlformats.org/presentationml/2006/main">
  <p:tag name="KSO_WM_TEMPLATE_CATEGORY" val="diagram"/>
  <p:tag name="KSO_WM_TEMPLATE_INDEX" val="634"/>
  <p:tag name="KSO_WM_TAG_VERSION" val="1.0"/>
  <p:tag name="KSO_WM_BEAUTIFY_FLAG" val="#wm#"/>
  <p:tag name="KSO_WM_UNIT_TYPE" val="l_h_a"/>
  <p:tag name="KSO_WM_UNIT_INDEX" val="1_3_1"/>
  <p:tag name="KSO_WM_UNIT_ID" val="diagram634_4*l_h_a*1_3_1"/>
  <p:tag name="KSO_WM_UNIT_CLEAR" val="1"/>
  <p:tag name="KSO_WM_UNIT_LAYERLEVEL" val="1_1_1"/>
  <p:tag name="KSO_WM_UNIT_VALUE" val="24"/>
  <p:tag name="KSO_WM_UNIT_HIGHLIGHT" val="0"/>
  <p:tag name="KSO_WM_UNIT_COMPATIBLE" val="0"/>
  <p:tag name="KSO_WM_UNIT_PRESET_TEXT_INDEX" val="3"/>
  <p:tag name="KSO_WM_DIAGRAM_GROUP_CODE" val="l1-1"/>
  <p:tag name="KSO_WM_UNIT_PRESET_TEXT_LEN" val="17"/>
  <p:tag name="KSO_WM_UNIT_FILL_FORE_SCHEMECOLOR_INDEX" val="7"/>
  <p:tag name="KSO_WM_UNIT_FILL_TYPE" val="1"/>
  <p:tag name="KSO_WM_UNIT_TEXT_FILL_FORE_SCHEMECOLOR_INDEX" val="2"/>
  <p:tag name="KSO_WM_UNIT_TEXT_FILL_TYPE" val="1"/>
</p:tagLst>
</file>

<file path=ppt/tags/tag141.xml><?xml version="1.0" encoding="utf-8"?>
<p:tagLst xmlns:p="http://schemas.openxmlformats.org/presentationml/2006/main">
  <p:tag name="KSO_WM_TEMPLATE_CATEGORY" val="diagram"/>
  <p:tag name="KSO_WM_TEMPLATE_INDEX" val="634"/>
  <p:tag name="KSO_WM_TAG_VERSION" val="1.0"/>
  <p:tag name="KSO_WM_BEAUTIFY_FLAG" val="#wm#"/>
  <p:tag name="KSO_WM_UNIT_TYPE" val="l_i"/>
  <p:tag name="KSO_WM_UNIT_INDEX" val="1_3"/>
  <p:tag name="KSO_WM_UNIT_ID" val="diagram634_4*l_i*1_3"/>
  <p:tag name="KSO_WM_UNIT_CLEAR" val="1"/>
  <p:tag name="KSO_WM_UNIT_LAYERLEVEL" val="1_1"/>
  <p:tag name="KSO_WM_DIAGRAM_GROUP_CODE" val="l1-1"/>
  <p:tag name="KSO_WM_UNIT_TEXT_FILL_FORE_SCHEMECOLOR_INDEX" val="7"/>
  <p:tag name="KSO_WM_UNIT_TEXT_FILL_TYPE" val="1"/>
</p:tagLst>
</file>

<file path=ppt/tags/tag142.xml><?xml version="1.0" encoding="utf-8"?>
<p:tagLst xmlns:p="http://schemas.openxmlformats.org/presentationml/2006/main">
  <p:tag name="KSO_WM_TEMPLATE_CATEGORY" val="diagram"/>
  <p:tag name="KSO_WM_TEMPLATE_INDEX" val="634"/>
  <p:tag name="KSO_WM_TAG_VERSION" val="1.0"/>
  <p:tag name="KSO_WM_BEAUTIFY_FLAG" val="#wm#"/>
  <p:tag name="KSO_WM_UNIT_TYPE" val="l_h_f"/>
  <p:tag name="KSO_WM_UNIT_INDEX" val="1_3_1"/>
  <p:tag name="KSO_WM_UNIT_ID" val="diagram634_4*l_h_f*1_3_1"/>
  <p:tag name="KSO_WM_UNIT_CLEAR" val="1"/>
  <p:tag name="KSO_WM_UNIT_LAYERLEVEL" val="1_1_1"/>
  <p:tag name="KSO_WM_UNIT_VALUE" val="28"/>
  <p:tag name="KSO_WM_UNIT_HIGHLIGHT" val="0"/>
  <p:tag name="KSO_WM_UNIT_COMPATIBLE" val="0"/>
  <p:tag name="KSO_WM_UNIT_PRESET_TEXT_INDEX" val="4"/>
  <p:tag name="KSO_WM_DIAGRAM_GROUP_CODE" val="l1-1"/>
  <p:tag name="KSO_WM_UNIT_PRESET_TEXT_LEN" val="57"/>
  <p:tag name="KSO_WM_UNIT_TEXT_FILL_FORE_SCHEMECOLOR_INDEX" val="13"/>
  <p:tag name="KSO_WM_UNIT_TEXT_FILL_TYPE" val="1"/>
</p:tagLst>
</file>

<file path=ppt/tags/tag143.xml><?xml version="1.0" encoding="utf-8"?>
<p:tagLst xmlns:p="http://schemas.openxmlformats.org/presentationml/2006/main">
  <p:tag name="KSO_WM_SLIDE_SIZE" val="631*425"/>
  <p:tag name="KSO_WM_SLIDE_POSITION" val="49*57"/>
  <p:tag name="KSO_WM_SLIDE_LAYOUT_CNT" val="1_1_1"/>
  <p:tag name="KSO_WM_SLIDE_LAYOUT" val="a_f_d"/>
  <p:tag name="KSO_WM_BEAUTIFY_FLAG" val="#wm#"/>
  <p:tag name="KSO_WM_SLIDE_TYPE" val="text"/>
  <p:tag name="KSO_WM_SLIDE_ITEM_CNT" val="2"/>
  <p:tag name="KSO_WM_SLIDE_INDEX" val="4"/>
  <p:tag name="KSO_WM_SLIDE_ID" val="custom20186830_4"/>
  <p:tag name="KSO_WM_TAG_VERSION" val="1.0"/>
  <p:tag name="KSO_WM_TEMPLATE_INDEX" val="20186830"/>
  <p:tag name="KSO_WM_TEMPLATE_CATEGORY" val="custom"/>
  <p:tag name="KSO_WM_SLIDE_SUBTYPE" val="picTxt"/>
</p:tagLst>
</file>

<file path=ppt/tags/tag144.xml><?xml version="1.0" encoding="utf-8"?>
<p:tagLst xmlns:p="http://schemas.openxmlformats.org/presentationml/2006/main">
  <p:tag name="KSO_WM_TEMPLATE_CATEGORY" val="custom"/>
  <p:tag name="KSO_WM_TEMPLATE_INDEX" val="20186830"/>
  <p:tag name="KSO_WM_TAG_VERSION" val="1.0"/>
  <p:tag name="KSO_WM_BEAUTIFY_FLAG" val="#wm#"/>
  <p:tag name="KSO_WM_UNIT_PRESET_TEXT_LEN" val="17"/>
  <p:tag name="KSO_WM_UNIT_PRESET_TEXT_INDEX" val="3"/>
  <p:tag name="KSO_WM_UNIT_CLEAR" val="0"/>
  <p:tag name="KSO_WM_UNIT_COMPATIBLE" val="0"/>
  <p:tag name="KSO_WM_UNIT_HIGHLIGHT" val="0"/>
  <p:tag name="KSO_WM_UNIT_ISCONTENTSTITLE" val="0"/>
  <p:tag name="KSO_WM_UNIT_VALUE" val="16"/>
  <p:tag name="KSO_WM_UNIT_LAYERLEVEL" val="1"/>
  <p:tag name="KSO_WM_UNIT_INDEX" val="1"/>
  <p:tag name="KSO_WM_UNIT_ID" val="custom20186830_4*a*1"/>
  <p:tag name="KSO_WM_UNIT_TYPE" val="a"/>
</p:tagLst>
</file>

<file path=ppt/tags/tag145.xml><?xml version="1.0" encoding="utf-8"?>
<p:tagLst xmlns:p="http://schemas.openxmlformats.org/presentationml/2006/main">
  <p:tag name="KSO_WM_DIAGRAM_GROUP_CODE" val="l1_1"/>
  <p:tag name="KSO_WM_TAG_VERSION" val="1.0"/>
  <p:tag name="KSO_WM_BEAUTIFY_FLAG" val="#wm#"/>
  <p:tag name="KSO_WM_UNIT_TYPE" val="i"/>
  <p:tag name="KSO_WM_UNIT_ID" val="custom20186830_5*i*7"/>
  <p:tag name="KSO_WM_TEMPLATE_CATEGORY" val="custom"/>
  <p:tag name="KSO_WM_TEMPLATE_INDEX" val="20186830"/>
  <p:tag name="KSO_WM_UNIT_INDEX" val="7"/>
  <p:tag name="KSO_WM_UNIT_LINE_FORE_SCHEMECOLOR_INDEX" val="9"/>
  <p:tag name="KSO_WM_UNIT_LINE_FILL_TYPE" val="2"/>
  <p:tag name="KSO_WM_UNIT_USESOURCEFORMAT_APPLY" val="0"/>
</p:tagLst>
</file>

<file path=ppt/tags/tag146.xml><?xml version="1.0" encoding="utf-8"?>
<p:tagLst xmlns:p="http://schemas.openxmlformats.org/presentationml/2006/main">
  <p:tag name="KSO_WM_DIAGRAM_GROUP_CODE" val="l1_1"/>
  <p:tag name="KSO_WM_TAG_VERSION" val="1.0"/>
  <p:tag name="KSO_WM_BEAUTIFY_FLAG" val="#wm#"/>
  <p:tag name="KSO_WM_UNIT_TYPE" val="i"/>
  <p:tag name="KSO_WM_UNIT_ID" val="custom20186830_5*i*8"/>
  <p:tag name="KSO_WM_TEMPLATE_CATEGORY" val="custom"/>
  <p:tag name="KSO_WM_TEMPLATE_INDEX" val="20186830"/>
  <p:tag name="KSO_WM_UNIT_INDEX" val="8"/>
  <p:tag name="KSO_WM_UNIT_LINE_FORE_SCHEMECOLOR_INDEX" val="9"/>
  <p:tag name="KSO_WM_UNIT_LINE_FILL_TYPE" val="2"/>
  <p:tag name="KSO_WM_UNIT_USESOURCEFORMAT_APPLY" val="0"/>
</p:tagLst>
</file>

<file path=ppt/tags/tag147.xml><?xml version="1.0" encoding="utf-8"?>
<p:tagLst xmlns:p="http://schemas.openxmlformats.org/presentationml/2006/main">
  <p:tag name="KSO_WM_DIAGRAM_GROUP_CODE" val="l1_1"/>
  <p:tag name="KSO_WM_TAG_VERSION" val="1.0"/>
  <p:tag name="KSO_WM_BEAUTIFY_FLAG" val="#wm#"/>
  <p:tag name="KSO_WM_UNIT_TYPE" val="i"/>
  <p:tag name="KSO_WM_UNIT_ID" val="custom20186830_5*i*9"/>
  <p:tag name="KSO_WM_TEMPLATE_CATEGORY" val="custom"/>
  <p:tag name="KSO_WM_TEMPLATE_INDEX" val="20186830"/>
  <p:tag name="KSO_WM_UNIT_INDEX" val="9"/>
  <p:tag name="KSO_WM_UNIT_LINE_FORE_SCHEMECOLOR_INDEX" val="9"/>
  <p:tag name="KSO_WM_UNIT_LINE_FILL_TYPE" val="2"/>
  <p:tag name="KSO_WM_UNIT_USESOURCEFORMAT_APPLY" val="0"/>
</p:tagLst>
</file>

<file path=ppt/tags/tag148.xml><?xml version="1.0" encoding="utf-8"?>
<p:tagLst xmlns:p="http://schemas.openxmlformats.org/presentationml/2006/main">
  <p:tag name="KSO_WM_SLIDE_SIZE" val="631*425"/>
  <p:tag name="KSO_WM_SLIDE_POSITION" val="49*57"/>
  <p:tag name="KSO_WM_SLIDE_LAYOUT_CNT" val="1_1_1"/>
  <p:tag name="KSO_WM_SLIDE_LAYOUT" val="a_f_d"/>
  <p:tag name="KSO_WM_BEAUTIFY_FLAG" val="#wm#"/>
  <p:tag name="KSO_WM_SLIDE_TYPE" val="text"/>
  <p:tag name="KSO_WM_SLIDE_ITEM_CNT" val="2"/>
  <p:tag name="KSO_WM_SLIDE_INDEX" val="4"/>
  <p:tag name="KSO_WM_SLIDE_ID" val="custom20186830_4"/>
  <p:tag name="KSO_WM_TAG_VERSION" val="1.0"/>
  <p:tag name="KSO_WM_TEMPLATE_INDEX" val="20186830"/>
  <p:tag name="KSO_WM_TEMPLATE_CATEGORY" val="custom"/>
  <p:tag name="KSO_WM_SLIDE_SUBTYPE" val="picTxt"/>
</p:tagLst>
</file>

<file path=ppt/tags/tag149.xml><?xml version="1.0" encoding="utf-8"?>
<p:tagLst xmlns:p="http://schemas.openxmlformats.org/presentationml/2006/main">
  <p:tag name="KSO_WM_TEMPLATE_CATEGORY" val="custom"/>
  <p:tag name="KSO_WM_TEMPLATE_INDEX" val="20186830"/>
  <p:tag name="KSO_WM_TAG_VERSION" val="1.0"/>
  <p:tag name="KSO_WM_BEAUTIFY_FLAG" val="#wm#"/>
  <p:tag name="KSO_WM_UNIT_PRESET_TEXT_LEN" val="17"/>
  <p:tag name="KSO_WM_UNIT_PRESET_TEXT_INDEX" val="3"/>
  <p:tag name="KSO_WM_UNIT_CLEAR" val="0"/>
  <p:tag name="KSO_WM_UNIT_COMPATIBLE" val="0"/>
  <p:tag name="KSO_WM_UNIT_HIGHLIGHT" val="0"/>
  <p:tag name="KSO_WM_UNIT_ISCONTENTSTITLE" val="0"/>
  <p:tag name="KSO_WM_UNIT_VALUE" val="16"/>
  <p:tag name="KSO_WM_UNIT_LAYERLEVEL" val="1"/>
  <p:tag name="KSO_WM_UNIT_INDEX" val="1"/>
  <p:tag name="KSO_WM_UNIT_ID" val="custom20186830_4*a*1"/>
  <p:tag name="KSO_WM_UNIT_TYPE" val="a"/>
</p:tagLst>
</file>

<file path=ppt/tags/tag150.xml><?xml version="1.0" encoding="utf-8"?>
<p:tagLst xmlns:p="http://schemas.openxmlformats.org/presentationml/2006/main">
  <p:tag name="KSO_WM_DIAGRAM_GROUP_CODE" val="l1_1"/>
  <p:tag name="KSO_WM_TAG_VERSION" val="1.0"/>
  <p:tag name="KSO_WM_BEAUTIFY_FLAG" val="#wm#"/>
  <p:tag name="KSO_WM_UNIT_TYPE" val="i"/>
  <p:tag name="KSO_WM_UNIT_ID" val="custom20186830_5*i*7"/>
  <p:tag name="KSO_WM_TEMPLATE_CATEGORY" val="custom"/>
  <p:tag name="KSO_WM_TEMPLATE_INDEX" val="20186830"/>
  <p:tag name="KSO_WM_UNIT_INDEX" val="7"/>
  <p:tag name="KSO_WM_UNIT_LINE_FORE_SCHEMECOLOR_INDEX" val="9"/>
  <p:tag name="KSO_WM_UNIT_LINE_FILL_TYPE" val="2"/>
  <p:tag name="KSO_WM_UNIT_USESOURCEFORMAT_APPLY" val="0"/>
</p:tagLst>
</file>

<file path=ppt/tags/tag151.xml><?xml version="1.0" encoding="utf-8"?>
<p:tagLst xmlns:p="http://schemas.openxmlformats.org/presentationml/2006/main">
  <p:tag name="KSO_WM_DIAGRAM_GROUP_CODE" val="l1_1"/>
  <p:tag name="KSO_WM_TAG_VERSION" val="1.0"/>
  <p:tag name="KSO_WM_BEAUTIFY_FLAG" val="#wm#"/>
  <p:tag name="KSO_WM_UNIT_TYPE" val="i"/>
  <p:tag name="KSO_WM_UNIT_ID" val="custom20186830_5*i*8"/>
  <p:tag name="KSO_WM_TEMPLATE_CATEGORY" val="custom"/>
  <p:tag name="KSO_WM_TEMPLATE_INDEX" val="20186830"/>
  <p:tag name="KSO_WM_UNIT_INDEX" val="8"/>
  <p:tag name="KSO_WM_UNIT_LINE_FORE_SCHEMECOLOR_INDEX" val="9"/>
  <p:tag name="KSO_WM_UNIT_LINE_FILL_TYPE" val="2"/>
  <p:tag name="KSO_WM_UNIT_USESOURCEFORMAT_APPLY" val="0"/>
</p:tagLst>
</file>

<file path=ppt/tags/tag152.xml><?xml version="1.0" encoding="utf-8"?>
<p:tagLst xmlns:p="http://schemas.openxmlformats.org/presentationml/2006/main">
  <p:tag name="KSO_WM_DIAGRAM_GROUP_CODE" val="l1_1"/>
  <p:tag name="KSO_WM_TAG_VERSION" val="1.0"/>
  <p:tag name="KSO_WM_BEAUTIFY_FLAG" val="#wm#"/>
  <p:tag name="KSO_WM_UNIT_TYPE" val="i"/>
  <p:tag name="KSO_WM_UNIT_ID" val="custom20186830_5*i*9"/>
  <p:tag name="KSO_WM_TEMPLATE_CATEGORY" val="custom"/>
  <p:tag name="KSO_WM_TEMPLATE_INDEX" val="20186830"/>
  <p:tag name="KSO_WM_UNIT_INDEX" val="9"/>
  <p:tag name="KSO_WM_UNIT_LINE_FORE_SCHEMECOLOR_INDEX" val="9"/>
  <p:tag name="KSO_WM_UNIT_LINE_FILL_TYPE" val="2"/>
  <p:tag name="KSO_WM_UNIT_USESOURCEFORMAT_APPLY" val="0"/>
</p:tagLst>
</file>

<file path=ppt/tags/tag153.xml><?xml version="1.0" encoding="utf-8"?>
<p:tagLst xmlns:p="http://schemas.openxmlformats.org/presentationml/2006/main">
  <p:tag name="KSO_WM_SLIDE_SIZE" val="631*425"/>
  <p:tag name="KSO_WM_SLIDE_POSITION" val="49*57"/>
  <p:tag name="KSO_WM_SLIDE_LAYOUT_CNT" val="1_1_1"/>
  <p:tag name="KSO_WM_SLIDE_LAYOUT" val="a_f_d"/>
  <p:tag name="KSO_WM_BEAUTIFY_FLAG" val="#wm#"/>
  <p:tag name="KSO_WM_SLIDE_TYPE" val="text"/>
  <p:tag name="KSO_WM_SLIDE_ITEM_CNT" val="2"/>
  <p:tag name="KSO_WM_SLIDE_INDEX" val="4"/>
  <p:tag name="KSO_WM_SLIDE_ID" val="custom20186830_4"/>
  <p:tag name="KSO_WM_TAG_VERSION" val="1.0"/>
  <p:tag name="KSO_WM_TEMPLATE_INDEX" val="20186830"/>
  <p:tag name="KSO_WM_TEMPLATE_CATEGORY" val="custom"/>
  <p:tag name="KSO_WM_SLIDE_SUBTYPE" val="picTxt"/>
</p:tagLst>
</file>

<file path=ppt/tags/tag154.xml><?xml version="1.0" encoding="utf-8"?>
<p:tagLst xmlns:p="http://schemas.openxmlformats.org/presentationml/2006/main">
  <p:tag name="KSO_WM_TEMPLATE_CATEGORY" val="custom"/>
  <p:tag name="KSO_WM_TEMPLATE_INDEX" val="20186830"/>
  <p:tag name="KSO_WM_TAG_VERSION" val="1.0"/>
  <p:tag name="KSO_WM_BEAUTIFY_FLAG" val="#wm#"/>
  <p:tag name="KSO_WM_UNIT_PRESET_TEXT_LEN" val="17"/>
  <p:tag name="KSO_WM_UNIT_PRESET_TEXT_INDEX" val="3"/>
  <p:tag name="KSO_WM_UNIT_CLEAR" val="0"/>
  <p:tag name="KSO_WM_UNIT_COMPATIBLE" val="0"/>
  <p:tag name="KSO_WM_UNIT_HIGHLIGHT" val="0"/>
  <p:tag name="KSO_WM_UNIT_ISCONTENTSTITLE" val="0"/>
  <p:tag name="KSO_WM_UNIT_VALUE" val="16"/>
  <p:tag name="KSO_WM_UNIT_LAYERLEVEL" val="1"/>
  <p:tag name="KSO_WM_UNIT_INDEX" val="1"/>
  <p:tag name="KSO_WM_UNIT_ID" val="custom20186830_4*a*1"/>
  <p:tag name="KSO_WM_UNIT_TYPE" val="a"/>
</p:tagLst>
</file>

<file path=ppt/tags/tag155.xml><?xml version="1.0" encoding="utf-8"?>
<p:tagLst xmlns:p="http://schemas.openxmlformats.org/presentationml/2006/main">
  <p:tag name="KSO_WM_DIAGRAM_GROUP_CODE" val="l1_1"/>
  <p:tag name="KSO_WM_TAG_VERSION" val="1.0"/>
  <p:tag name="KSO_WM_BEAUTIFY_FLAG" val="#wm#"/>
  <p:tag name="KSO_WM_UNIT_TYPE" val="i"/>
  <p:tag name="KSO_WM_UNIT_ID" val="custom20186830_5*i*7"/>
  <p:tag name="KSO_WM_TEMPLATE_CATEGORY" val="custom"/>
  <p:tag name="KSO_WM_TEMPLATE_INDEX" val="20186830"/>
  <p:tag name="KSO_WM_UNIT_INDEX" val="7"/>
  <p:tag name="KSO_WM_UNIT_LINE_FORE_SCHEMECOLOR_INDEX" val="9"/>
  <p:tag name="KSO_WM_UNIT_LINE_FILL_TYPE" val="2"/>
  <p:tag name="KSO_WM_UNIT_USESOURCEFORMAT_APPLY" val="0"/>
</p:tagLst>
</file>

<file path=ppt/tags/tag156.xml><?xml version="1.0" encoding="utf-8"?>
<p:tagLst xmlns:p="http://schemas.openxmlformats.org/presentationml/2006/main">
  <p:tag name="KSO_WM_DIAGRAM_GROUP_CODE" val="l1_1"/>
  <p:tag name="KSO_WM_TAG_VERSION" val="1.0"/>
  <p:tag name="KSO_WM_BEAUTIFY_FLAG" val="#wm#"/>
  <p:tag name="KSO_WM_UNIT_TYPE" val="i"/>
  <p:tag name="KSO_WM_UNIT_ID" val="custom20186830_5*i*8"/>
  <p:tag name="KSO_WM_TEMPLATE_CATEGORY" val="custom"/>
  <p:tag name="KSO_WM_TEMPLATE_INDEX" val="20186830"/>
  <p:tag name="KSO_WM_UNIT_INDEX" val="8"/>
  <p:tag name="KSO_WM_UNIT_LINE_FORE_SCHEMECOLOR_INDEX" val="9"/>
  <p:tag name="KSO_WM_UNIT_LINE_FILL_TYPE" val="2"/>
  <p:tag name="KSO_WM_UNIT_USESOURCEFORMAT_APPLY" val="0"/>
</p:tagLst>
</file>

<file path=ppt/tags/tag157.xml><?xml version="1.0" encoding="utf-8"?>
<p:tagLst xmlns:p="http://schemas.openxmlformats.org/presentationml/2006/main">
  <p:tag name="KSO_WM_DIAGRAM_GROUP_CODE" val="l1_1"/>
  <p:tag name="KSO_WM_TAG_VERSION" val="1.0"/>
  <p:tag name="KSO_WM_BEAUTIFY_FLAG" val="#wm#"/>
  <p:tag name="KSO_WM_UNIT_TYPE" val="i"/>
  <p:tag name="KSO_WM_UNIT_ID" val="custom20186830_5*i*9"/>
  <p:tag name="KSO_WM_TEMPLATE_CATEGORY" val="custom"/>
  <p:tag name="KSO_WM_TEMPLATE_INDEX" val="20186830"/>
  <p:tag name="KSO_WM_UNIT_INDEX" val="9"/>
  <p:tag name="KSO_WM_UNIT_LINE_FORE_SCHEMECOLOR_INDEX" val="9"/>
  <p:tag name="KSO_WM_UNIT_LINE_FILL_TYPE" val="2"/>
  <p:tag name="KSO_WM_UNIT_USESOURCEFORMAT_APPLY" val="0"/>
</p:tagLst>
</file>

<file path=ppt/tags/tag158.xml><?xml version="1.0" encoding="utf-8"?>
<p:tagLst xmlns:p="http://schemas.openxmlformats.org/presentationml/2006/main">
  <p:tag name="KSO_WM_SLIDE_SIZE" val="631*425"/>
  <p:tag name="KSO_WM_SLIDE_POSITION" val="49*57"/>
  <p:tag name="KSO_WM_SLIDE_LAYOUT_CNT" val="1_1_1"/>
  <p:tag name="KSO_WM_SLIDE_LAYOUT" val="a_f_d"/>
  <p:tag name="KSO_WM_BEAUTIFY_FLAG" val="#wm#"/>
  <p:tag name="KSO_WM_SLIDE_TYPE" val="text"/>
  <p:tag name="KSO_WM_SLIDE_ITEM_CNT" val="2"/>
  <p:tag name="KSO_WM_SLIDE_INDEX" val="4"/>
  <p:tag name="KSO_WM_SLIDE_ID" val="custom20186830_4"/>
  <p:tag name="KSO_WM_TAG_VERSION" val="1.0"/>
  <p:tag name="KSO_WM_TEMPLATE_INDEX" val="20186830"/>
  <p:tag name="KSO_WM_TEMPLATE_CATEGORY" val="custom"/>
  <p:tag name="KSO_WM_SLIDE_SUBTYPE" val="picTxt"/>
</p:tagLst>
</file>

<file path=ppt/tags/tag159.xml><?xml version="1.0" encoding="utf-8"?>
<p:tagLst xmlns:p="http://schemas.openxmlformats.org/presentationml/2006/main">
  <p:tag name="KSO_WM_TEMPLATE_CATEGORY" val="custom"/>
  <p:tag name="KSO_WM_TEMPLATE_INDEX" val="20186830"/>
  <p:tag name="KSO_WM_TAG_VERSION" val="1.0"/>
  <p:tag name="KSO_WM_BEAUTIFY_FLAG" val="#wm#"/>
  <p:tag name="KSO_WM_UNIT_PRESET_TEXT_LEN" val="17"/>
  <p:tag name="KSO_WM_UNIT_PRESET_TEXT_INDEX" val="3"/>
  <p:tag name="KSO_WM_UNIT_CLEAR" val="0"/>
  <p:tag name="KSO_WM_UNIT_COMPATIBLE" val="0"/>
  <p:tag name="KSO_WM_UNIT_HIGHLIGHT" val="0"/>
  <p:tag name="KSO_WM_UNIT_ISCONTENTSTITLE" val="0"/>
  <p:tag name="KSO_WM_UNIT_VALUE" val="16"/>
  <p:tag name="KSO_WM_UNIT_LAYERLEVEL" val="1"/>
  <p:tag name="KSO_WM_UNIT_INDEX" val="1"/>
  <p:tag name="KSO_WM_UNIT_ID" val="custom20186830_4*a*1"/>
  <p:tag name="KSO_WM_UNIT_TYPE" val="a"/>
</p:tagLst>
</file>

<file path=ppt/tags/tag160.xml><?xml version="1.0" encoding="utf-8"?>
<p:tagLst xmlns:p="http://schemas.openxmlformats.org/presentationml/2006/main">
  <p:tag name="KSO_WM_DIAGRAM_GROUP_CODE" val="l1_1"/>
  <p:tag name="KSO_WM_TAG_VERSION" val="1.0"/>
  <p:tag name="KSO_WM_BEAUTIFY_FLAG" val="#wm#"/>
  <p:tag name="KSO_WM_UNIT_TYPE" val="i"/>
  <p:tag name="KSO_WM_UNIT_ID" val="custom20186830_5*i*7"/>
  <p:tag name="KSO_WM_TEMPLATE_CATEGORY" val="custom"/>
  <p:tag name="KSO_WM_TEMPLATE_INDEX" val="20186830"/>
  <p:tag name="KSO_WM_UNIT_INDEX" val="7"/>
  <p:tag name="KSO_WM_UNIT_LINE_FORE_SCHEMECOLOR_INDEX" val="9"/>
  <p:tag name="KSO_WM_UNIT_LINE_FILL_TYPE" val="2"/>
  <p:tag name="KSO_WM_UNIT_USESOURCEFORMAT_APPLY" val="0"/>
</p:tagLst>
</file>

<file path=ppt/tags/tag161.xml><?xml version="1.0" encoding="utf-8"?>
<p:tagLst xmlns:p="http://schemas.openxmlformats.org/presentationml/2006/main">
  <p:tag name="KSO_WM_DIAGRAM_GROUP_CODE" val="l1_1"/>
  <p:tag name="KSO_WM_TAG_VERSION" val="1.0"/>
  <p:tag name="KSO_WM_BEAUTIFY_FLAG" val="#wm#"/>
  <p:tag name="KSO_WM_UNIT_TYPE" val="i"/>
  <p:tag name="KSO_WM_UNIT_ID" val="custom20186830_5*i*8"/>
  <p:tag name="KSO_WM_TEMPLATE_CATEGORY" val="custom"/>
  <p:tag name="KSO_WM_TEMPLATE_INDEX" val="20186830"/>
  <p:tag name="KSO_WM_UNIT_INDEX" val="8"/>
  <p:tag name="KSO_WM_UNIT_LINE_FORE_SCHEMECOLOR_INDEX" val="9"/>
  <p:tag name="KSO_WM_UNIT_LINE_FILL_TYPE" val="2"/>
  <p:tag name="KSO_WM_UNIT_USESOURCEFORMAT_APPLY" val="0"/>
</p:tagLst>
</file>

<file path=ppt/tags/tag162.xml><?xml version="1.0" encoding="utf-8"?>
<p:tagLst xmlns:p="http://schemas.openxmlformats.org/presentationml/2006/main">
  <p:tag name="KSO_WM_DIAGRAM_GROUP_CODE" val="l1_1"/>
  <p:tag name="KSO_WM_TAG_VERSION" val="1.0"/>
  <p:tag name="KSO_WM_BEAUTIFY_FLAG" val="#wm#"/>
  <p:tag name="KSO_WM_UNIT_TYPE" val="i"/>
  <p:tag name="KSO_WM_UNIT_ID" val="custom20186830_5*i*9"/>
  <p:tag name="KSO_WM_TEMPLATE_CATEGORY" val="custom"/>
  <p:tag name="KSO_WM_TEMPLATE_INDEX" val="20186830"/>
  <p:tag name="KSO_WM_UNIT_INDEX" val="9"/>
  <p:tag name="KSO_WM_UNIT_LINE_FORE_SCHEMECOLOR_INDEX" val="9"/>
  <p:tag name="KSO_WM_UNIT_LINE_FILL_TYPE" val="2"/>
  <p:tag name="KSO_WM_UNIT_USESOURCEFORMAT_APPLY" val="0"/>
</p:tagLst>
</file>

<file path=ppt/tags/tag163.xml><?xml version="1.0" encoding="utf-8"?>
<p:tagLst xmlns:p="http://schemas.openxmlformats.org/presentationml/2006/main">
  <p:tag name="KSO_WM_SLIDE_SIZE" val="631*425"/>
  <p:tag name="KSO_WM_SLIDE_POSITION" val="49*57"/>
  <p:tag name="KSO_WM_SLIDE_LAYOUT_CNT" val="1_1_1"/>
  <p:tag name="KSO_WM_SLIDE_LAYOUT" val="a_f_d"/>
  <p:tag name="KSO_WM_BEAUTIFY_FLAG" val="#wm#"/>
  <p:tag name="KSO_WM_SLIDE_TYPE" val="text"/>
  <p:tag name="KSO_WM_SLIDE_ITEM_CNT" val="2"/>
  <p:tag name="KSO_WM_SLIDE_INDEX" val="4"/>
  <p:tag name="KSO_WM_SLIDE_ID" val="custom20186830_4"/>
  <p:tag name="KSO_WM_TAG_VERSION" val="1.0"/>
  <p:tag name="KSO_WM_TEMPLATE_INDEX" val="20186830"/>
  <p:tag name="KSO_WM_TEMPLATE_CATEGORY" val="custom"/>
  <p:tag name="KSO_WM_SLIDE_SUBTYPE" val="picTxt"/>
</p:tagLst>
</file>

<file path=ppt/tags/tag164.xml><?xml version="1.0" encoding="utf-8"?>
<p:tagLst xmlns:p="http://schemas.openxmlformats.org/presentationml/2006/main">
  <p:tag name="KSO_WM_TEMPLATE_CATEGORY" val="custom"/>
  <p:tag name="KSO_WM_TEMPLATE_INDEX" val="20186830"/>
  <p:tag name="KSO_WM_TAG_VERSION" val="1.0"/>
  <p:tag name="KSO_WM_BEAUTIFY_FLAG" val="#wm#"/>
  <p:tag name="KSO_WM_UNIT_PRESET_TEXT_LEN" val="17"/>
  <p:tag name="KSO_WM_UNIT_PRESET_TEXT_INDEX" val="3"/>
  <p:tag name="KSO_WM_UNIT_CLEAR" val="0"/>
  <p:tag name="KSO_WM_UNIT_COMPATIBLE" val="0"/>
  <p:tag name="KSO_WM_UNIT_HIGHLIGHT" val="0"/>
  <p:tag name="KSO_WM_UNIT_ISCONTENTSTITLE" val="0"/>
  <p:tag name="KSO_WM_UNIT_VALUE" val="16"/>
  <p:tag name="KSO_WM_UNIT_LAYERLEVEL" val="1"/>
  <p:tag name="KSO_WM_UNIT_INDEX" val="1"/>
  <p:tag name="KSO_WM_UNIT_ID" val="custom20186830_4*a*1"/>
  <p:tag name="KSO_WM_UNIT_TYPE" val="a"/>
</p:tagLst>
</file>

<file path=ppt/tags/tag165.xml><?xml version="1.0" encoding="utf-8"?>
<p:tagLst xmlns:p="http://schemas.openxmlformats.org/presentationml/2006/main">
  <p:tag name="KSO_WM_DIAGRAM_GROUP_CODE" val="l1_1"/>
  <p:tag name="KSO_WM_TAG_VERSION" val="1.0"/>
  <p:tag name="KSO_WM_BEAUTIFY_FLAG" val="#wm#"/>
  <p:tag name="KSO_WM_UNIT_TYPE" val="i"/>
  <p:tag name="KSO_WM_UNIT_ID" val="custom20186830_5*i*7"/>
  <p:tag name="KSO_WM_TEMPLATE_CATEGORY" val="custom"/>
  <p:tag name="KSO_WM_TEMPLATE_INDEX" val="20186830"/>
  <p:tag name="KSO_WM_UNIT_INDEX" val="7"/>
  <p:tag name="KSO_WM_UNIT_LINE_FORE_SCHEMECOLOR_INDEX" val="9"/>
  <p:tag name="KSO_WM_UNIT_LINE_FILL_TYPE" val="2"/>
  <p:tag name="KSO_WM_UNIT_USESOURCEFORMAT_APPLY" val="0"/>
</p:tagLst>
</file>

<file path=ppt/tags/tag166.xml><?xml version="1.0" encoding="utf-8"?>
<p:tagLst xmlns:p="http://schemas.openxmlformats.org/presentationml/2006/main">
  <p:tag name="KSO_WM_DIAGRAM_GROUP_CODE" val="l1_1"/>
  <p:tag name="KSO_WM_TAG_VERSION" val="1.0"/>
  <p:tag name="KSO_WM_BEAUTIFY_FLAG" val="#wm#"/>
  <p:tag name="KSO_WM_UNIT_TYPE" val="i"/>
  <p:tag name="KSO_WM_UNIT_ID" val="custom20186830_5*i*8"/>
  <p:tag name="KSO_WM_TEMPLATE_CATEGORY" val="custom"/>
  <p:tag name="KSO_WM_TEMPLATE_INDEX" val="20186830"/>
  <p:tag name="KSO_WM_UNIT_INDEX" val="8"/>
  <p:tag name="KSO_WM_UNIT_LINE_FORE_SCHEMECOLOR_INDEX" val="9"/>
  <p:tag name="KSO_WM_UNIT_LINE_FILL_TYPE" val="2"/>
  <p:tag name="KSO_WM_UNIT_USESOURCEFORMAT_APPLY" val="0"/>
</p:tagLst>
</file>

<file path=ppt/tags/tag167.xml><?xml version="1.0" encoding="utf-8"?>
<p:tagLst xmlns:p="http://schemas.openxmlformats.org/presentationml/2006/main">
  <p:tag name="KSO_WM_DIAGRAM_GROUP_CODE" val="l1_1"/>
  <p:tag name="KSO_WM_TAG_VERSION" val="1.0"/>
  <p:tag name="KSO_WM_BEAUTIFY_FLAG" val="#wm#"/>
  <p:tag name="KSO_WM_UNIT_TYPE" val="i"/>
  <p:tag name="KSO_WM_UNIT_ID" val="custom20186830_5*i*9"/>
  <p:tag name="KSO_WM_TEMPLATE_CATEGORY" val="custom"/>
  <p:tag name="KSO_WM_TEMPLATE_INDEX" val="20186830"/>
  <p:tag name="KSO_WM_UNIT_INDEX" val="9"/>
  <p:tag name="KSO_WM_UNIT_LINE_FORE_SCHEMECOLOR_INDEX" val="9"/>
  <p:tag name="KSO_WM_UNIT_LINE_FILL_TYPE" val="2"/>
  <p:tag name="KSO_WM_UNIT_USESOURCEFORMAT_APPLY" val="0"/>
</p:tagLst>
</file>

<file path=ppt/tags/tag168.xml><?xml version="1.0" encoding="utf-8"?>
<p:tagLst xmlns:p="http://schemas.openxmlformats.org/presentationml/2006/main">
  <p:tag name="KSO_WM_SLIDE_SIZE" val="631*425"/>
  <p:tag name="KSO_WM_SLIDE_POSITION" val="49*57"/>
  <p:tag name="KSO_WM_SLIDE_LAYOUT_CNT" val="1_1_1"/>
  <p:tag name="KSO_WM_SLIDE_LAYOUT" val="a_f_d"/>
  <p:tag name="KSO_WM_BEAUTIFY_FLAG" val="#wm#"/>
  <p:tag name="KSO_WM_SLIDE_TYPE" val="text"/>
  <p:tag name="KSO_WM_SLIDE_ITEM_CNT" val="2"/>
  <p:tag name="KSO_WM_SLIDE_INDEX" val="4"/>
  <p:tag name="KSO_WM_SLIDE_ID" val="custom20186830_4"/>
  <p:tag name="KSO_WM_TAG_VERSION" val="1.0"/>
  <p:tag name="KSO_WM_TEMPLATE_INDEX" val="20186830"/>
  <p:tag name="KSO_WM_TEMPLATE_CATEGORY" val="custom"/>
  <p:tag name="KSO_WM_SLIDE_SUBTYPE" val="picTxt"/>
</p:tagLst>
</file>

<file path=ppt/tags/tag169.xml><?xml version="1.0" encoding="utf-8"?>
<p:tagLst xmlns:p="http://schemas.openxmlformats.org/presentationml/2006/main">
  <p:tag name="KSO_WM_TEMPLATE_CATEGORY" val="custom"/>
  <p:tag name="KSO_WM_TEMPLATE_INDEX" val="20186830"/>
  <p:tag name="KSO_WM_TAG_VERSION" val="1.0"/>
  <p:tag name="KSO_WM_BEAUTIFY_FLAG" val="#wm#"/>
  <p:tag name="KSO_WM_UNIT_PRESET_TEXT_LEN" val="17"/>
  <p:tag name="KSO_WM_UNIT_PRESET_TEXT_INDEX" val="3"/>
  <p:tag name="KSO_WM_UNIT_CLEAR" val="0"/>
  <p:tag name="KSO_WM_UNIT_COMPATIBLE" val="0"/>
  <p:tag name="KSO_WM_UNIT_HIGHLIGHT" val="0"/>
  <p:tag name="KSO_WM_UNIT_ISCONTENTSTITLE" val="0"/>
  <p:tag name="KSO_WM_UNIT_VALUE" val="16"/>
  <p:tag name="KSO_WM_UNIT_LAYERLEVEL" val="1"/>
  <p:tag name="KSO_WM_UNIT_INDEX" val="1"/>
  <p:tag name="KSO_WM_UNIT_ID" val="custom20186830_4*a*1"/>
  <p:tag name="KSO_WM_UNIT_TYPE" val="a"/>
</p:tagLst>
</file>

<file path=ppt/tags/tag170.xml><?xml version="1.0" encoding="utf-8"?>
<p:tagLst xmlns:p="http://schemas.openxmlformats.org/presentationml/2006/main">
  <p:tag name="KSO_WM_DIAGRAM_GROUP_CODE" val="l1_1"/>
  <p:tag name="KSO_WM_TAG_VERSION" val="1.0"/>
  <p:tag name="KSO_WM_BEAUTIFY_FLAG" val="#wm#"/>
  <p:tag name="KSO_WM_UNIT_TYPE" val="i"/>
  <p:tag name="KSO_WM_UNIT_ID" val="custom20186830_5*i*7"/>
  <p:tag name="KSO_WM_TEMPLATE_CATEGORY" val="custom"/>
  <p:tag name="KSO_WM_TEMPLATE_INDEX" val="20186830"/>
  <p:tag name="KSO_WM_UNIT_INDEX" val="7"/>
  <p:tag name="KSO_WM_UNIT_LINE_FORE_SCHEMECOLOR_INDEX" val="9"/>
  <p:tag name="KSO_WM_UNIT_LINE_FILL_TYPE" val="2"/>
  <p:tag name="KSO_WM_UNIT_USESOURCEFORMAT_APPLY" val="0"/>
</p:tagLst>
</file>

<file path=ppt/tags/tag171.xml><?xml version="1.0" encoding="utf-8"?>
<p:tagLst xmlns:p="http://schemas.openxmlformats.org/presentationml/2006/main">
  <p:tag name="KSO_WM_DIAGRAM_GROUP_CODE" val="l1_1"/>
  <p:tag name="KSO_WM_TAG_VERSION" val="1.0"/>
  <p:tag name="KSO_WM_BEAUTIFY_FLAG" val="#wm#"/>
  <p:tag name="KSO_WM_UNIT_TYPE" val="i"/>
  <p:tag name="KSO_WM_UNIT_ID" val="custom20186830_5*i*8"/>
  <p:tag name="KSO_WM_TEMPLATE_CATEGORY" val="custom"/>
  <p:tag name="KSO_WM_TEMPLATE_INDEX" val="20186830"/>
  <p:tag name="KSO_WM_UNIT_INDEX" val="8"/>
  <p:tag name="KSO_WM_UNIT_LINE_FORE_SCHEMECOLOR_INDEX" val="9"/>
  <p:tag name="KSO_WM_UNIT_LINE_FILL_TYPE" val="2"/>
  <p:tag name="KSO_WM_UNIT_USESOURCEFORMAT_APPLY" val="0"/>
</p:tagLst>
</file>

<file path=ppt/tags/tag172.xml><?xml version="1.0" encoding="utf-8"?>
<p:tagLst xmlns:p="http://schemas.openxmlformats.org/presentationml/2006/main">
  <p:tag name="KSO_WM_DIAGRAM_GROUP_CODE" val="l1_1"/>
  <p:tag name="KSO_WM_TAG_VERSION" val="1.0"/>
  <p:tag name="KSO_WM_BEAUTIFY_FLAG" val="#wm#"/>
  <p:tag name="KSO_WM_UNIT_TYPE" val="i"/>
  <p:tag name="KSO_WM_UNIT_ID" val="custom20186830_5*i*9"/>
  <p:tag name="KSO_WM_TEMPLATE_CATEGORY" val="custom"/>
  <p:tag name="KSO_WM_TEMPLATE_INDEX" val="20186830"/>
  <p:tag name="KSO_WM_UNIT_INDEX" val="9"/>
  <p:tag name="KSO_WM_UNIT_LINE_FORE_SCHEMECOLOR_INDEX" val="9"/>
  <p:tag name="KSO_WM_UNIT_LINE_FILL_TYPE" val="2"/>
  <p:tag name="KSO_WM_UNIT_USESOURCEFORMAT_APPLY" val="0"/>
</p:tagLst>
</file>

<file path=ppt/tags/tag173.xml><?xml version="1.0" encoding="utf-8"?>
<p:tagLst xmlns:p="http://schemas.openxmlformats.org/presentationml/2006/main">
  <p:tag name="KSO_WM_SLIDE_SIZE" val="631*425"/>
  <p:tag name="KSO_WM_SLIDE_POSITION" val="49*57"/>
  <p:tag name="KSO_WM_SLIDE_LAYOUT_CNT" val="1_1_1"/>
  <p:tag name="KSO_WM_SLIDE_LAYOUT" val="a_f_d"/>
  <p:tag name="KSO_WM_BEAUTIFY_FLAG" val="#wm#"/>
  <p:tag name="KSO_WM_SLIDE_TYPE" val="text"/>
  <p:tag name="KSO_WM_SLIDE_ITEM_CNT" val="2"/>
  <p:tag name="KSO_WM_SLIDE_INDEX" val="4"/>
  <p:tag name="KSO_WM_SLIDE_ID" val="custom20186830_4"/>
  <p:tag name="KSO_WM_TAG_VERSION" val="1.0"/>
  <p:tag name="KSO_WM_TEMPLATE_INDEX" val="20186830"/>
  <p:tag name="KSO_WM_TEMPLATE_CATEGORY" val="custom"/>
  <p:tag name="KSO_WM_SLIDE_SUBTYPE" val="picTxt"/>
</p:tagLst>
</file>

<file path=ppt/tags/tag174.xml><?xml version="1.0" encoding="utf-8"?>
<p:tagLst xmlns:p="http://schemas.openxmlformats.org/presentationml/2006/main">
  <p:tag name="KSO_WM_TEMPLATE_CATEGORY" val="custom"/>
  <p:tag name="KSO_WM_TEMPLATE_INDEX" val="20186830"/>
  <p:tag name="KSO_WM_TAG_VERSION" val="1.0"/>
  <p:tag name="KSO_WM_BEAUTIFY_FLAG" val="#wm#"/>
  <p:tag name="KSO_WM_UNIT_PRESET_TEXT_LEN" val="17"/>
  <p:tag name="KSO_WM_UNIT_PRESET_TEXT_INDEX" val="3"/>
  <p:tag name="KSO_WM_UNIT_CLEAR" val="0"/>
  <p:tag name="KSO_WM_UNIT_COMPATIBLE" val="0"/>
  <p:tag name="KSO_WM_UNIT_HIGHLIGHT" val="0"/>
  <p:tag name="KSO_WM_UNIT_ISCONTENTSTITLE" val="0"/>
  <p:tag name="KSO_WM_UNIT_VALUE" val="16"/>
  <p:tag name="KSO_WM_UNIT_LAYERLEVEL" val="1"/>
  <p:tag name="KSO_WM_UNIT_INDEX" val="1"/>
  <p:tag name="KSO_WM_UNIT_ID" val="custom20186830_4*a*1"/>
  <p:tag name="KSO_WM_UNIT_TYPE" val="a"/>
</p:tagLst>
</file>

<file path=ppt/tags/tag175.xml><?xml version="1.0" encoding="utf-8"?>
<p:tagLst xmlns:p="http://schemas.openxmlformats.org/presentationml/2006/main">
  <p:tag name="KSO_WM_DIAGRAM_GROUP_CODE" val="l1_1"/>
  <p:tag name="KSO_WM_TAG_VERSION" val="1.0"/>
  <p:tag name="KSO_WM_BEAUTIFY_FLAG" val="#wm#"/>
  <p:tag name="KSO_WM_UNIT_TYPE" val="i"/>
  <p:tag name="KSO_WM_UNIT_ID" val="custom20186830_5*i*7"/>
  <p:tag name="KSO_WM_TEMPLATE_CATEGORY" val="custom"/>
  <p:tag name="KSO_WM_TEMPLATE_INDEX" val="20186830"/>
  <p:tag name="KSO_WM_UNIT_INDEX" val="7"/>
  <p:tag name="KSO_WM_UNIT_LINE_FORE_SCHEMECOLOR_INDEX" val="9"/>
  <p:tag name="KSO_WM_UNIT_LINE_FILL_TYPE" val="2"/>
  <p:tag name="KSO_WM_UNIT_USESOURCEFORMAT_APPLY" val="0"/>
</p:tagLst>
</file>

<file path=ppt/tags/tag176.xml><?xml version="1.0" encoding="utf-8"?>
<p:tagLst xmlns:p="http://schemas.openxmlformats.org/presentationml/2006/main">
  <p:tag name="KSO_WM_DIAGRAM_GROUP_CODE" val="l1_1"/>
  <p:tag name="KSO_WM_TAG_VERSION" val="1.0"/>
  <p:tag name="KSO_WM_BEAUTIFY_FLAG" val="#wm#"/>
  <p:tag name="KSO_WM_UNIT_TYPE" val="i"/>
  <p:tag name="KSO_WM_UNIT_ID" val="custom20186830_5*i*8"/>
  <p:tag name="KSO_WM_TEMPLATE_CATEGORY" val="custom"/>
  <p:tag name="KSO_WM_TEMPLATE_INDEX" val="20186830"/>
  <p:tag name="KSO_WM_UNIT_INDEX" val="8"/>
  <p:tag name="KSO_WM_UNIT_LINE_FORE_SCHEMECOLOR_INDEX" val="9"/>
  <p:tag name="KSO_WM_UNIT_LINE_FILL_TYPE" val="2"/>
  <p:tag name="KSO_WM_UNIT_USESOURCEFORMAT_APPLY" val="0"/>
</p:tagLst>
</file>

<file path=ppt/tags/tag177.xml><?xml version="1.0" encoding="utf-8"?>
<p:tagLst xmlns:p="http://schemas.openxmlformats.org/presentationml/2006/main">
  <p:tag name="KSO_WM_DIAGRAM_GROUP_CODE" val="l1_1"/>
  <p:tag name="KSO_WM_TAG_VERSION" val="1.0"/>
  <p:tag name="KSO_WM_BEAUTIFY_FLAG" val="#wm#"/>
  <p:tag name="KSO_WM_UNIT_TYPE" val="i"/>
  <p:tag name="KSO_WM_UNIT_ID" val="custom20186830_5*i*9"/>
  <p:tag name="KSO_WM_TEMPLATE_CATEGORY" val="custom"/>
  <p:tag name="KSO_WM_TEMPLATE_INDEX" val="20186830"/>
  <p:tag name="KSO_WM_UNIT_INDEX" val="9"/>
  <p:tag name="KSO_WM_UNIT_LINE_FORE_SCHEMECOLOR_INDEX" val="9"/>
  <p:tag name="KSO_WM_UNIT_LINE_FILL_TYPE" val="2"/>
  <p:tag name="KSO_WM_UNIT_USESOURCEFORMAT_APPLY" val="0"/>
</p:tagLst>
</file>

<file path=ppt/tags/tag178.xml><?xml version="1.0" encoding="utf-8"?>
<p:tagLst xmlns:p="http://schemas.openxmlformats.org/presentationml/2006/main">
  <p:tag name="KSO_WM_SLIDE_SIZE" val="631*425"/>
  <p:tag name="KSO_WM_SLIDE_POSITION" val="49*57"/>
  <p:tag name="KSO_WM_SLIDE_LAYOUT_CNT" val="1_1_1"/>
  <p:tag name="KSO_WM_SLIDE_LAYOUT" val="a_f_d"/>
  <p:tag name="KSO_WM_BEAUTIFY_FLAG" val="#wm#"/>
  <p:tag name="KSO_WM_SLIDE_TYPE" val="text"/>
  <p:tag name="KSO_WM_SLIDE_ITEM_CNT" val="2"/>
  <p:tag name="KSO_WM_SLIDE_INDEX" val="4"/>
  <p:tag name="KSO_WM_SLIDE_ID" val="custom20186830_4"/>
  <p:tag name="KSO_WM_TAG_VERSION" val="1.0"/>
  <p:tag name="KSO_WM_TEMPLATE_INDEX" val="20186830"/>
  <p:tag name="KSO_WM_TEMPLATE_CATEGORY" val="custom"/>
  <p:tag name="KSO_WM_SLIDE_SUBTYPE" val="picTxt"/>
</p:tagLst>
</file>

<file path=ppt/tags/tag179.xml><?xml version="1.0" encoding="utf-8"?>
<p:tagLst xmlns:p="http://schemas.openxmlformats.org/presentationml/2006/main">
  <p:tag name="KSO_WM_TEMPLATE_CATEGORY" val="custom"/>
  <p:tag name="KSO_WM_TEMPLATE_INDEX" val="20186830"/>
  <p:tag name="KSO_WM_TAG_VERSION" val="1.0"/>
  <p:tag name="KSO_WM_BEAUTIFY_FLAG" val="#wm#"/>
  <p:tag name="KSO_WM_UNIT_TYPE" val="a"/>
  <p:tag name="KSO_WM_UNIT_INDEX" val="1"/>
  <p:tag name="KSO_WM_UNIT_LAYERLEVEL" val="1"/>
  <p:tag name="KSO_WM_UNIT_VALUE" val="5"/>
  <p:tag name="KSO_WM_UNIT_ISCONTENTSTITLE" val="0"/>
  <p:tag name="KSO_WM_UNIT_HIGHLIGHT" val="0"/>
  <p:tag name="KSO_WM_UNIT_COMPATIBLE" val="0"/>
  <p:tag name="KSO_WM_UNIT_CLEAR" val="0"/>
  <p:tag name="KSO_WM_UNIT_ID" val="custom20186830_22*a*1"/>
  <p:tag name="KSO_WM_UNIT_PRESET_TEXT" val="谢谢观看"/>
</p:tagLst>
</file>

<file path=ppt/tags/tag180.xml><?xml version="1.0" encoding="utf-8"?>
<p:tagLst xmlns:p="http://schemas.openxmlformats.org/presentationml/2006/main">
  <p:tag name="KSO_WM_TEMPLATE_CATEGORY" val="custom"/>
  <p:tag name="KSO_WM_TEMPLATE_INDEX" val="20186830"/>
  <p:tag name="KSO_WM_TAG_VERSION" val="1.0"/>
  <p:tag name="KSO_WM_BEAUTIFY_FLAG" val="#wm#"/>
  <p:tag name="KSO_WM_UNIT_TYPE" val="b"/>
  <p:tag name="KSO_WM_UNIT_INDEX" val="1"/>
  <p:tag name="KSO_WM_UNIT_ID" val="custom20186830_22*b*1"/>
  <p:tag name="KSO_WM_UNIT_LAYERLEVEL" val="1"/>
  <p:tag name="KSO_WM_UNIT_VALUE" val="13"/>
  <p:tag name="KSO_WM_UNIT_ISCONTENTSTITLE" val="0"/>
  <p:tag name="KSO_WM_UNIT_HIGHLIGHT" val="0"/>
  <p:tag name="KSO_WM_UNIT_COMPATIBLE" val="0"/>
  <p:tag name="KSO_WM_UNIT_CLEAR" val="0"/>
  <p:tag name="KSO_WM_UNIT_PRESET_TEXT" val="THANK YOU"/>
</p:tagLst>
</file>

<file path=ppt/tags/tag181.xml><?xml version="1.0" encoding="utf-8"?>
<p:tagLst xmlns:p="http://schemas.openxmlformats.org/presentationml/2006/main">
  <p:tag name="KSO_WM_TAG_VERSION" val="1.0"/>
  <p:tag name="KSO_WM_SLIDE_ITEM_CNT" val="2"/>
  <p:tag name="KSO_WM_SLIDE_LAYOUT" val="a_b"/>
  <p:tag name="KSO_WM_SLIDE_LAYOUT_CNT" val="1_1"/>
  <p:tag name="KSO_WM_SLIDE_TYPE" val="endPage"/>
  <p:tag name="KSO_WM_BEAUTIFY_FLAG" val="#wm#"/>
  <p:tag name="KSO_WM_COMBINE_RELATE_SLIDE_ID" val="background20181909_19"/>
  <p:tag name="KSO_WM_TEMPLATE_CATEGORY" val="custom"/>
  <p:tag name="KSO_WM_TEMPLATE_INDEX" val="20186830"/>
  <p:tag name="KSO_WM_SLIDE_ID" val="custom20186830_22"/>
  <p:tag name="KSO_WM_SLIDE_INDEX" val="22"/>
  <p:tag name="KSO_WM_TEMPLATE_SUBCATEGORY" val="combine"/>
  <p:tag name="KSO_WM_SLIDE_SUBTYPE" val="pureTxt"/>
</p:tagLst>
</file>

<file path=ppt/tags/tag182.xml><?xml version="1.0" encoding="utf-8"?>
<p:tagLst xmlns:p="http://schemas.openxmlformats.org/presentationml/2006/main">
  <p:tag name="KSO_WM_TEMPLATE_CATEGORY" val="custom"/>
  <p:tag name="KSO_WM_TEMPLATE_INDEX" val="20186830"/>
  <p:tag name="KSO_WM_TAG_VERSION" val="1.0"/>
  <p:tag name="KSO_WM_BEAUTIFY_FLAG" val="#wm#"/>
  <p:tag name="KSO_WM_UNIT_PRESET_TEXT_LEN" val="17"/>
  <p:tag name="KSO_WM_UNIT_PRESET_TEXT_INDEX" val="3"/>
  <p:tag name="KSO_WM_UNIT_CLEAR" val="0"/>
  <p:tag name="KSO_WM_UNIT_COMPATIBLE" val="0"/>
  <p:tag name="KSO_WM_UNIT_HIGHLIGHT" val="0"/>
  <p:tag name="KSO_WM_UNIT_ISCONTENTSTITLE" val="0"/>
  <p:tag name="KSO_WM_UNIT_VALUE" val="16"/>
  <p:tag name="KSO_WM_UNIT_LAYERLEVEL" val="1"/>
  <p:tag name="KSO_WM_UNIT_INDEX" val="1"/>
  <p:tag name="KSO_WM_UNIT_ID" val="custom20186830_4*a*1"/>
  <p:tag name="KSO_WM_UNIT_TYPE" val="a"/>
</p:tagLst>
</file>

<file path=ppt/tags/tag183.xml><?xml version="1.0" encoding="utf-8"?>
<p:tagLst xmlns:p="http://schemas.openxmlformats.org/presentationml/2006/main">
  <p:tag name="KSO_WM_DIAGRAM_GROUP_CODE" val="l1_1"/>
  <p:tag name="KSO_WM_TAG_VERSION" val="1.0"/>
  <p:tag name="KSO_WM_BEAUTIFY_FLAG" val="#wm#"/>
  <p:tag name="KSO_WM_UNIT_TYPE" val="i"/>
  <p:tag name="KSO_WM_UNIT_ID" val="custom20186830_5*i*7"/>
  <p:tag name="KSO_WM_TEMPLATE_CATEGORY" val="custom"/>
  <p:tag name="KSO_WM_TEMPLATE_INDEX" val="20186830"/>
  <p:tag name="KSO_WM_UNIT_INDEX" val="7"/>
  <p:tag name="KSO_WM_UNIT_LINE_FORE_SCHEMECOLOR_INDEX" val="9"/>
  <p:tag name="KSO_WM_UNIT_LINE_FILL_TYPE" val="2"/>
  <p:tag name="KSO_WM_UNIT_USESOURCEFORMAT_APPLY" val="0"/>
</p:tagLst>
</file>

<file path=ppt/tags/tag184.xml><?xml version="1.0" encoding="utf-8"?>
<p:tagLst xmlns:p="http://schemas.openxmlformats.org/presentationml/2006/main">
  <p:tag name="KSO_WM_DIAGRAM_GROUP_CODE" val="l1_1"/>
  <p:tag name="KSO_WM_TAG_VERSION" val="1.0"/>
  <p:tag name="KSO_WM_BEAUTIFY_FLAG" val="#wm#"/>
  <p:tag name="KSO_WM_UNIT_TYPE" val="i"/>
  <p:tag name="KSO_WM_UNIT_ID" val="custom20186830_5*i*8"/>
  <p:tag name="KSO_WM_TEMPLATE_CATEGORY" val="custom"/>
  <p:tag name="KSO_WM_TEMPLATE_INDEX" val="20186830"/>
  <p:tag name="KSO_WM_UNIT_INDEX" val="8"/>
  <p:tag name="KSO_WM_UNIT_LINE_FORE_SCHEMECOLOR_INDEX" val="9"/>
  <p:tag name="KSO_WM_UNIT_LINE_FILL_TYPE" val="2"/>
  <p:tag name="KSO_WM_UNIT_USESOURCEFORMAT_APPLY" val="0"/>
</p:tagLst>
</file>

<file path=ppt/tags/tag185.xml><?xml version="1.0" encoding="utf-8"?>
<p:tagLst xmlns:p="http://schemas.openxmlformats.org/presentationml/2006/main">
  <p:tag name="KSO_WM_DIAGRAM_GROUP_CODE" val="l1_1"/>
  <p:tag name="KSO_WM_TAG_VERSION" val="1.0"/>
  <p:tag name="KSO_WM_BEAUTIFY_FLAG" val="#wm#"/>
  <p:tag name="KSO_WM_UNIT_TYPE" val="i"/>
  <p:tag name="KSO_WM_UNIT_ID" val="custom20186830_5*i*9"/>
  <p:tag name="KSO_WM_TEMPLATE_CATEGORY" val="custom"/>
  <p:tag name="KSO_WM_TEMPLATE_INDEX" val="20186830"/>
  <p:tag name="KSO_WM_UNIT_INDEX" val="9"/>
  <p:tag name="KSO_WM_UNIT_LINE_FORE_SCHEMECOLOR_INDEX" val="9"/>
  <p:tag name="KSO_WM_UNIT_LINE_FILL_TYPE" val="2"/>
  <p:tag name="KSO_WM_UNIT_USESOURCEFORMAT_APPLY" val="0"/>
</p:tagLst>
</file>

<file path=ppt/tags/tag186.xml><?xml version="1.0" encoding="utf-8"?>
<p:tagLst xmlns:p="http://schemas.openxmlformats.org/presentationml/2006/main">
  <p:tag name="KSO_WM_SLIDE_SIZE" val="631*425"/>
  <p:tag name="KSO_WM_SLIDE_POSITION" val="49*57"/>
  <p:tag name="KSO_WM_SLIDE_LAYOUT_CNT" val="1_1_1"/>
  <p:tag name="KSO_WM_SLIDE_LAYOUT" val="a_f_d"/>
  <p:tag name="KSO_WM_BEAUTIFY_FLAG" val="#wm#"/>
  <p:tag name="KSO_WM_SLIDE_TYPE" val="text"/>
  <p:tag name="KSO_WM_SLIDE_ITEM_CNT" val="2"/>
  <p:tag name="KSO_WM_SLIDE_INDEX" val="4"/>
  <p:tag name="KSO_WM_SLIDE_ID" val="custom20186830_4"/>
  <p:tag name="KSO_WM_TAG_VERSION" val="1.0"/>
  <p:tag name="KSO_WM_TEMPLATE_INDEX" val="20186830"/>
  <p:tag name="KSO_WM_TEMPLATE_CATEGORY" val="custom"/>
  <p:tag name="KSO_WM_SLIDE_SUBTYPE" val="picTxt"/>
</p:tagLst>
</file>

<file path=ppt/tags/tag187.xml><?xml version="1.0" encoding="utf-8"?>
<p:tagLst xmlns:p="http://schemas.openxmlformats.org/presentationml/2006/main">
  <p:tag name="KSO_WM_TEMPLATE_CATEGORY" val="custom"/>
  <p:tag name="KSO_WM_TEMPLATE_INDEX" val="20186830"/>
  <p:tag name="KSO_WM_TAG_VERSION" val="1.0"/>
  <p:tag name="KSO_WM_BEAUTIFY_FLAG" val="#wm#"/>
  <p:tag name="KSO_WM_UNIT_PRESET_TEXT_LEN" val="17"/>
  <p:tag name="KSO_WM_UNIT_PRESET_TEXT_INDEX" val="3"/>
  <p:tag name="KSO_WM_UNIT_CLEAR" val="0"/>
  <p:tag name="KSO_WM_UNIT_COMPATIBLE" val="0"/>
  <p:tag name="KSO_WM_UNIT_HIGHLIGHT" val="0"/>
  <p:tag name="KSO_WM_UNIT_ISCONTENTSTITLE" val="0"/>
  <p:tag name="KSO_WM_UNIT_VALUE" val="16"/>
  <p:tag name="KSO_WM_UNIT_LAYERLEVEL" val="1"/>
  <p:tag name="KSO_WM_UNIT_INDEX" val="1"/>
  <p:tag name="KSO_WM_UNIT_ID" val="custom20186830_4*a*1"/>
  <p:tag name="KSO_WM_UNIT_TYPE" val="a"/>
</p:tagLst>
</file>

<file path=ppt/tags/tag188.xml><?xml version="1.0" encoding="utf-8"?>
<p:tagLst xmlns:p="http://schemas.openxmlformats.org/presentationml/2006/main">
  <p:tag name="KSO_WM_DIAGRAM_GROUP_CODE" val="l1_1"/>
  <p:tag name="KSO_WM_TAG_VERSION" val="1.0"/>
  <p:tag name="KSO_WM_BEAUTIFY_FLAG" val="#wm#"/>
  <p:tag name="KSO_WM_UNIT_TYPE" val="i"/>
  <p:tag name="KSO_WM_UNIT_ID" val="custom20186830_5*i*7"/>
  <p:tag name="KSO_WM_TEMPLATE_CATEGORY" val="custom"/>
  <p:tag name="KSO_WM_TEMPLATE_INDEX" val="20186830"/>
  <p:tag name="KSO_WM_UNIT_INDEX" val="7"/>
  <p:tag name="KSO_WM_UNIT_LINE_FORE_SCHEMECOLOR_INDEX" val="9"/>
  <p:tag name="KSO_WM_UNIT_LINE_FILL_TYPE" val="2"/>
  <p:tag name="KSO_WM_UNIT_USESOURCEFORMAT_APPLY" val="0"/>
</p:tagLst>
</file>

<file path=ppt/tags/tag189.xml><?xml version="1.0" encoding="utf-8"?>
<p:tagLst xmlns:p="http://schemas.openxmlformats.org/presentationml/2006/main">
  <p:tag name="KSO_WM_DIAGRAM_GROUP_CODE" val="l1_1"/>
  <p:tag name="KSO_WM_TAG_VERSION" val="1.0"/>
  <p:tag name="KSO_WM_BEAUTIFY_FLAG" val="#wm#"/>
  <p:tag name="KSO_WM_UNIT_TYPE" val="i"/>
  <p:tag name="KSO_WM_UNIT_ID" val="custom20186830_5*i*8"/>
  <p:tag name="KSO_WM_TEMPLATE_CATEGORY" val="custom"/>
  <p:tag name="KSO_WM_TEMPLATE_INDEX" val="20186830"/>
  <p:tag name="KSO_WM_UNIT_INDEX" val="8"/>
  <p:tag name="KSO_WM_UNIT_LINE_FORE_SCHEMECOLOR_INDEX" val="9"/>
  <p:tag name="KSO_WM_UNIT_LINE_FILL_TYPE" val="2"/>
  <p:tag name="KSO_WM_UNIT_USESOURCEFORMAT_APPLY" val="0"/>
</p:tagLst>
</file>

<file path=ppt/tags/tag190.xml><?xml version="1.0" encoding="utf-8"?>
<p:tagLst xmlns:p="http://schemas.openxmlformats.org/presentationml/2006/main">
  <p:tag name="KSO_WM_DIAGRAM_GROUP_CODE" val="l1_1"/>
  <p:tag name="KSO_WM_TAG_VERSION" val="1.0"/>
  <p:tag name="KSO_WM_BEAUTIFY_FLAG" val="#wm#"/>
  <p:tag name="KSO_WM_UNIT_TYPE" val="i"/>
  <p:tag name="KSO_WM_UNIT_ID" val="custom20186830_5*i*9"/>
  <p:tag name="KSO_WM_TEMPLATE_CATEGORY" val="custom"/>
  <p:tag name="KSO_WM_TEMPLATE_INDEX" val="20186830"/>
  <p:tag name="KSO_WM_UNIT_INDEX" val="9"/>
  <p:tag name="KSO_WM_UNIT_LINE_FORE_SCHEMECOLOR_INDEX" val="9"/>
  <p:tag name="KSO_WM_UNIT_LINE_FILL_TYPE" val="2"/>
  <p:tag name="KSO_WM_UNIT_USESOURCEFORMAT_APPLY" val="0"/>
</p:tagLst>
</file>

<file path=ppt/tags/tag191.xml><?xml version="1.0" encoding="utf-8"?>
<p:tagLst xmlns:p="http://schemas.openxmlformats.org/presentationml/2006/main">
  <p:tag name="KSO_WM_SLIDE_SIZE" val="631*425"/>
  <p:tag name="KSO_WM_SLIDE_POSITION" val="49*57"/>
  <p:tag name="KSO_WM_SLIDE_LAYOUT_CNT" val="1_1_1"/>
  <p:tag name="KSO_WM_SLIDE_LAYOUT" val="a_f_d"/>
  <p:tag name="KSO_WM_BEAUTIFY_FLAG" val="#wm#"/>
  <p:tag name="KSO_WM_SLIDE_TYPE" val="text"/>
  <p:tag name="KSO_WM_SLIDE_ITEM_CNT" val="2"/>
  <p:tag name="KSO_WM_SLIDE_INDEX" val="4"/>
  <p:tag name="KSO_WM_SLIDE_ID" val="custom20186830_4"/>
  <p:tag name="KSO_WM_TAG_VERSION" val="1.0"/>
  <p:tag name="KSO_WM_TEMPLATE_INDEX" val="20186830"/>
  <p:tag name="KSO_WM_TEMPLATE_CATEGORY" val="custom"/>
  <p:tag name="KSO_WM_SLIDE_SUBTYPE" val="picTxt"/>
</p:tagLst>
</file>

<file path=ppt/theme/theme1.xml><?xml version="1.0" encoding="utf-8"?>
<a:theme xmlns:a="http://schemas.openxmlformats.org/drawingml/2006/main" name="2_Office 主题​​">
  <a:themeElements>
    <a:clrScheme name="自定义 218">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FFFFFF"/>
      </a:accent6>
      <a:hlink>
        <a:srgbClr val="0563C1"/>
      </a:hlink>
      <a:folHlink>
        <a:srgbClr val="954F72"/>
      </a:folHlink>
    </a:clrScheme>
    <a:fontScheme name="自定义 4">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主题​​">
  <a:themeElements>
    <a:clrScheme name="自定义 218">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FFFFFF"/>
      </a:accent6>
      <a:hlink>
        <a:srgbClr val="0563C1"/>
      </a:hlink>
      <a:folHlink>
        <a:srgbClr val="954F72"/>
      </a:folHlink>
    </a:clrScheme>
    <a:fontScheme name="自定义 4">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3308</Words>
  <Application>WPS 演示</Application>
  <PresentationFormat>宽屏</PresentationFormat>
  <Paragraphs>433</Paragraphs>
  <Slides>18</Slides>
  <Notes>0</Notes>
  <HiddenSlides>0</HiddenSlides>
  <MMClips>0</MMClips>
  <ScaleCrop>false</ScaleCrop>
  <HeadingPairs>
    <vt:vector size="6" baseType="variant">
      <vt:variant>
        <vt:lpstr>已用的字体</vt:lpstr>
      </vt:variant>
      <vt:variant>
        <vt:i4>8</vt:i4>
      </vt:variant>
      <vt:variant>
        <vt:lpstr>主题</vt:lpstr>
      </vt:variant>
      <vt:variant>
        <vt:i4>2</vt:i4>
      </vt:variant>
      <vt:variant>
        <vt:lpstr>幻灯片标题</vt:lpstr>
      </vt:variant>
      <vt:variant>
        <vt:i4>18</vt:i4>
      </vt:variant>
    </vt:vector>
  </HeadingPairs>
  <TitlesOfParts>
    <vt:vector size="28" baseType="lpstr">
      <vt:lpstr>Arial</vt:lpstr>
      <vt:lpstr>宋体</vt:lpstr>
      <vt:lpstr>Wingdings</vt:lpstr>
      <vt:lpstr>黑体</vt:lpstr>
      <vt:lpstr>微软雅黑</vt:lpstr>
      <vt:lpstr>Calibri</vt:lpstr>
      <vt:lpstr>Wingdings</vt:lpstr>
      <vt:lpstr>Arial Unicode MS</vt:lpstr>
      <vt:lpstr>2_Office 主题​​</vt:lpstr>
      <vt:lpstr>1_Office 主题​​</vt:lpstr>
      <vt:lpstr>能源勘探领域专用并行标记语言的设计与实现</vt:lpstr>
      <vt:lpstr>PowerPoint 演示文稿</vt:lpstr>
      <vt:lpstr>选题来源与意义</vt:lpstr>
      <vt:lpstr>选题来源与意义</vt:lpstr>
      <vt:lpstr>相关研究现状分析</vt:lpstr>
      <vt:lpstr>相关研究现状分析</vt:lpstr>
      <vt:lpstr>相关研究现状分析</vt:lpstr>
      <vt:lpstr>研究内容与方法</vt:lpstr>
      <vt:lpstr>研究内容与方法</vt:lpstr>
      <vt:lpstr>研究内容与方法</vt:lpstr>
      <vt:lpstr>研究内容与方法</vt:lpstr>
      <vt:lpstr>研究内容与方法</vt:lpstr>
      <vt:lpstr>研究内容与方法</vt:lpstr>
      <vt:lpstr>预期目标与计划</vt:lpstr>
      <vt:lpstr>预期目标与计划</vt:lpstr>
      <vt:lpstr>谢谢观看</vt:lpstr>
      <vt:lpstr>研究内容与方法</vt:lpstr>
      <vt:lpstr>研究内容与方法</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IsatEsec32</cp:lastModifiedBy>
  <cp:revision>453</cp:revision>
  <dcterms:created xsi:type="dcterms:W3CDTF">2018-12-20T08:15:00Z</dcterms:created>
  <dcterms:modified xsi:type="dcterms:W3CDTF">2018-12-27T03:34:53Z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RubyTemplateID">
    <vt:lpwstr>8</vt:lpwstr>
  </property>
  <property fmtid="{D5CDD505-2E9C-101B-9397-08002B2CF9AE}" pid="3" name="KSOProductBuildVer">
    <vt:lpwstr>2052-11.1.0.8205</vt:lpwstr>
  </property>
</Properties>
</file>