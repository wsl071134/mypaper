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heme/theme3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31"/>
  </p:notesMasterIdLst>
  <p:sldIdLst>
    <p:sldId id="257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282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D6"/>
    <a:srgbClr val="19A382"/>
    <a:srgbClr val="BC4042"/>
    <a:srgbClr val="CFE09A"/>
    <a:srgbClr val="F08095"/>
    <a:srgbClr val="44B36E"/>
    <a:srgbClr val="C2E277"/>
    <a:srgbClr val="75AC8F"/>
    <a:srgbClr val="8CC288"/>
    <a:srgbClr val="F1A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2020/4/25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488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  <a:t>1</a:t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5471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3010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4301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  <a:t>28</a:t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1269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 flipH="1">
            <a:off x="1631951" y="2308225"/>
            <a:ext cx="28511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1631951" y="2308225"/>
            <a:ext cx="0" cy="21828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3"/>
            </p:custDataLst>
          </p:nvPr>
        </p:nvCxnSpPr>
        <p:spPr>
          <a:xfrm>
            <a:off x="1617133" y="4500563"/>
            <a:ext cx="8961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7727951" y="2308225"/>
            <a:ext cx="28511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>
            <a:off x="10572751" y="2317750"/>
            <a:ext cx="0" cy="21828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268279" y="2683891"/>
            <a:ext cx="7655443" cy="1089529"/>
          </a:xfrm>
        </p:spPr>
        <p:txBody>
          <a:bodyPr wrap="square" anchor="b">
            <a:normAutofit/>
          </a:bodyPr>
          <a:lstStyle>
            <a:lvl1pPr algn="ctr">
              <a:defRPr sz="5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68279" y="3814695"/>
            <a:ext cx="7655443" cy="424732"/>
          </a:xfrm>
        </p:spPr>
        <p:txBody>
          <a:bodyPr wrap="square">
            <a:normAutofit/>
          </a:bodyPr>
          <a:lstStyle>
            <a:lvl1pPr marL="0" indent="0" algn="dist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2020/4/25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2020/4/25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18389" y="3078832"/>
            <a:ext cx="9142523" cy="1089529"/>
          </a:xfrm>
        </p:spPr>
        <p:txBody>
          <a:bodyPr anchor="t" anchorCtr="0">
            <a:normAutofit/>
          </a:bodyPr>
          <a:lstStyle>
            <a:lvl1pPr algn="ctr">
              <a:defRPr sz="5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1517651" y="2221766"/>
            <a:ext cx="9156700" cy="830997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4000"/>
            </a:lvl1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2020/4/25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2020/4/25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>
            <a:normAutofit/>
          </a:bodyPr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615609"/>
            <a:ext cx="5157787" cy="3574054"/>
          </a:xfrm>
        </p:spPr>
        <p:txBody>
          <a:bodyPr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2020/4/25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>
            <p:custDataLst>
              <p:tags r:id="rId1"/>
            </p:custDataLst>
          </p:nvPr>
        </p:nvCxnSpPr>
        <p:spPr>
          <a:xfrm flipH="1">
            <a:off x="2495551" y="3048000"/>
            <a:ext cx="774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2495551" y="3048000"/>
            <a:ext cx="0" cy="121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>
            <a:off x="2495551" y="4265613"/>
            <a:ext cx="71458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4"/>
            </p:custDataLst>
          </p:nvPr>
        </p:nvCxnSpPr>
        <p:spPr>
          <a:xfrm flipH="1">
            <a:off x="8811684" y="3048000"/>
            <a:ext cx="8297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9641417" y="3048000"/>
            <a:ext cx="0" cy="121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22871" y="2251982"/>
            <a:ext cx="5430147" cy="1325563"/>
          </a:xfrm>
        </p:spPr>
        <p:txBody>
          <a:bodyPr anchor="b" anchorCtr="0">
            <a:normAutofit/>
          </a:bodyPr>
          <a:lstStyle>
            <a:lvl1pPr algn="ctr">
              <a:defRPr sz="6600"/>
            </a:lvl1pPr>
          </a:lstStyle>
          <a:p>
            <a:pPr fontAlgn="auto"/>
            <a:r>
              <a:rPr lang="zh-CN" altLang="en-US" strike="noStrike" noProof="1"/>
              <a:t>编辑标题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sz="quarter" idx="13" hasCustomPrompt="1"/>
          </p:nvPr>
        </p:nvSpPr>
        <p:spPr>
          <a:xfrm>
            <a:off x="4043321" y="3642633"/>
            <a:ext cx="4105359" cy="535531"/>
          </a:xfrm>
        </p:spPr>
        <p:txBody>
          <a:bodyPr>
            <a:normAutofit/>
          </a:bodyPr>
          <a:lstStyle>
            <a:lvl1pPr marL="0" indent="0" algn="dist">
              <a:buNone/>
              <a:defRPr/>
            </a:lvl1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2020/4/25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2020/4/25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711200"/>
            <a:ext cx="42624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352521" y="733425"/>
            <a:ext cx="61704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r>
              <a:rPr lang="zh-CN" altLang="en-US" strike="noStrike" noProof="1"/>
              <a:t>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311400"/>
            <a:ext cx="42624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9EFD9D74-47D9-4702-A33C-335B63B48DBF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2020/4/25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FABC47A4-756D-490B-A52F-7D9E2C9FC05F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2020/4/25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4"/>
            <a:ext cx="105156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2020/4/25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200"/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 flipH="1">
            <a:off x="1631585" y="2307814"/>
            <a:ext cx="28516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1631585" y="2307814"/>
            <a:ext cx="0" cy="21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3"/>
            </p:custDataLst>
          </p:nvPr>
        </p:nvCxnSpPr>
        <p:spPr>
          <a:xfrm>
            <a:off x="1618039" y="4500880"/>
            <a:ext cx="89612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7727585" y="2307814"/>
            <a:ext cx="28516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>
            <a:off x="10572385" y="2317974"/>
            <a:ext cx="0" cy="21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268279" y="2683891"/>
            <a:ext cx="7655443" cy="1089529"/>
          </a:xfrm>
        </p:spPr>
        <p:txBody>
          <a:bodyPr wrap="square"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68279" y="3814695"/>
            <a:ext cx="7655443" cy="424732"/>
          </a:xfrm>
        </p:spPr>
        <p:txBody>
          <a:bodyPr wrap="square">
            <a:normAutofit/>
          </a:bodyPr>
          <a:lstStyle>
            <a:lvl1pPr marL="0" indent="0" algn="dist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2020/4/25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2020/4/25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18389" y="3078832"/>
            <a:ext cx="9142523" cy="1089529"/>
          </a:xfrm>
        </p:spPr>
        <p:txBody>
          <a:bodyPr anchor="t" anchorCtr="0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2020/4/25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1517651" y="2221766"/>
            <a:ext cx="9156700" cy="830997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4000"/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2020/4/25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615609"/>
            <a:ext cx="5157787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2020/4/25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>
            <p:custDataLst>
              <p:tags r:id="rId1"/>
            </p:custDataLst>
          </p:nvPr>
        </p:nvCxnSpPr>
        <p:spPr>
          <a:xfrm flipH="1">
            <a:off x="2494944" y="3048593"/>
            <a:ext cx="7755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2494944" y="3048593"/>
            <a:ext cx="1" cy="1216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>
            <a:off x="2494944" y="4265528"/>
            <a:ext cx="71458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4"/>
            </p:custDataLst>
          </p:nvPr>
        </p:nvCxnSpPr>
        <p:spPr>
          <a:xfrm flipH="1">
            <a:off x="8811077" y="3048593"/>
            <a:ext cx="8297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9640811" y="3048593"/>
            <a:ext cx="0" cy="1216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22871" y="2251982"/>
            <a:ext cx="5430147" cy="1325563"/>
          </a:xfrm>
        </p:spPr>
        <p:txBody>
          <a:bodyPr anchor="b" anchorCtr="0">
            <a:normAutofit/>
          </a:bodyPr>
          <a:lstStyle>
            <a:lvl1pPr algn="ctr">
              <a:defRPr sz="6600"/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2020/4/25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sz="quarter" idx="13" hasCustomPrompt="1"/>
          </p:nvPr>
        </p:nvSpPr>
        <p:spPr>
          <a:xfrm>
            <a:off x="4043321" y="3642633"/>
            <a:ext cx="4105359" cy="535531"/>
          </a:xfrm>
        </p:spPr>
        <p:txBody>
          <a:bodyPr>
            <a:normAutofit/>
          </a:bodyPr>
          <a:lstStyle>
            <a:lvl1pPr marL="0" indent="0" algn="dist">
              <a:buNone/>
              <a:defRPr/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2020/4/25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711200"/>
            <a:ext cx="42624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352521" y="733425"/>
            <a:ext cx="61704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311400"/>
            <a:ext cx="42624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  <a:t>2020/4/25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2020/4/25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2020/4/25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4"/>
            <a:ext cx="105156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ags" Target="../tags/tag15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ags" Target="../tags/tag14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ags" Target="../tags/tag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 indent="-171450"/>
            <a:r>
              <a:rPr lang="zh-CN" altLang="en-US" dirty="0"/>
              <a:t>单击此处编辑母版文本样式</a:t>
            </a:r>
          </a:p>
          <a:p>
            <a:pPr lvl="1" indent="-171450"/>
            <a:r>
              <a:rPr lang="zh-CN" altLang="en-US" dirty="0"/>
              <a:t>第二级</a:t>
            </a:r>
          </a:p>
          <a:p>
            <a:pPr lvl="2" indent="-171450"/>
            <a:r>
              <a:rPr lang="zh-CN" altLang="en-US" dirty="0"/>
              <a:t>第三级</a:t>
            </a:r>
          </a:p>
          <a:p>
            <a:pPr lvl="3" indent="-171450"/>
            <a:r>
              <a:rPr lang="zh-CN" altLang="en-US" dirty="0"/>
              <a:t>第四级</a:t>
            </a:r>
          </a:p>
          <a:p>
            <a:pPr lvl="4" indent="-171450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2020/4/25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8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2020/4/25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image" Target="../media/image1.jpe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2742482" y="2958465"/>
            <a:ext cx="6707036" cy="636991"/>
          </a:xfrm>
        </p:spPr>
        <p:txBody>
          <a:bodyPr vert="horz" wrap="square" lIns="90000" tIns="46800" rIns="90000" bIns="46800" anchor="ctr">
            <a:normAutofit fontScale="90000"/>
          </a:bodyPr>
          <a:lstStyle/>
          <a:p>
            <a:pPr defTabSz="914400">
              <a:buNone/>
            </a:pPr>
            <a:r>
              <a:rPr lang="zh-CN" alt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基于深度学习的程序并行化方法研究</a:t>
            </a:r>
          </a:p>
        </p:txBody>
      </p:sp>
      <p:sp>
        <p:nvSpPr>
          <p:cNvPr id="13314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677160" y="3965674"/>
            <a:ext cx="6837680" cy="339411"/>
          </a:xfrm>
        </p:spPr>
        <p:txBody>
          <a:bodyPr vert="horz" wrap="square" lIns="90000" tIns="46800" rIns="90000" bIns="46800" anchor="t">
            <a:normAutofit fontScale="90000"/>
          </a:bodyPr>
          <a:lstStyle/>
          <a:p>
            <a:pPr algn="ctr">
              <a:lnSpc>
                <a:spcPct val="80000"/>
              </a:lnSpc>
            </a:pP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汇报</a:t>
            </a:r>
            <a:r>
              <a:rPr lang="zh-CN" altLang="zh-CN" kern="1200" baseline="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人：王世领</a:t>
            </a:r>
            <a:r>
              <a:rPr lang="en-US" altLang="zh-CN" kern="1200" baseline="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		</a:t>
            </a:r>
            <a:r>
              <a:rPr lang="zh-CN" altLang="en-US" kern="1200" baseline="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指导教师：彭蔓蔓  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文吉刚  吴强</a:t>
            </a:r>
            <a:endParaRPr lang="zh-CN" altLang="zh-CN" kern="1200" baseline="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defTabSz="685800">
              <a:lnSpc>
                <a:spcPct val="80000"/>
              </a:lnSpc>
            </a:pPr>
            <a:endParaRPr lang="en-US" altLang="zh-CN" kern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670425" y="2075180"/>
            <a:ext cx="2898775" cy="50419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rmAutofit fontScale="72500" lnSpcReduction="20000"/>
          </a:bodyPr>
          <a:lstStyle>
            <a:defPPr>
              <a:defRPr lang="en-US"/>
            </a:defPPr>
            <a:lvl1pPr algn="dist"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base"/>
            <a:r>
              <a:rPr lang="zh-CN" altLang="en-US" sz="2800" noProof="1"/>
              <a:t>毕业答辩</a:t>
            </a:r>
            <a:r>
              <a:rPr lang="zh-CN" altLang="en-US" sz="2800" strike="noStrike" noProof="1"/>
              <a:t>（</a:t>
            </a:r>
            <a:r>
              <a:rPr lang="en-US" altLang="zh-CN" sz="2800" strike="noStrike" noProof="1"/>
              <a:t>2020.05.03</a:t>
            </a:r>
            <a:r>
              <a:rPr lang="zh-CN" altLang="en-US" sz="2800" strike="noStrike" noProof="1"/>
              <a:t>）</a:t>
            </a:r>
          </a:p>
        </p:txBody>
      </p:sp>
      <p:pic>
        <p:nvPicPr>
          <p:cNvPr id="6" name="图片 5" descr="tim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71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623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19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308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537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91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598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34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555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020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43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700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22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498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26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710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399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443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13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39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646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669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35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50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88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567813D4-B1D1-4A32-BC0A-DA8E3277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206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016375" y="2252663"/>
            <a:ext cx="4071938" cy="1325562"/>
          </a:xfrm>
        </p:spPr>
        <p:txBody>
          <a:bodyPr vert="horz" lIns="91440" tIns="45720" rIns="91440" bIns="45720" anchor="b"/>
          <a:lstStyle/>
          <a:p>
            <a:pPr defTabSz="685800">
              <a:buNone/>
            </a:pPr>
            <a:r>
              <a:rPr lang="zh-CN" altLang="en-US" kern="1200">
                <a:latin typeface="+mj-lt"/>
                <a:ea typeface="+mj-ea"/>
                <a:cs typeface="+mj-cs"/>
              </a:rPr>
              <a:t>谢谢观看</a:t>
            </a:r>
          </a:p>
        </p:txBody>
      </p:sp>
      <p:sp>
        <p:nvSpPr>
          <p:cNvPr id="41986" name="文本占位符 2"/>
          <p:cNvSpPr>
            <a:spLocks noGrp="1"/>
          </p:cNvSpPr>
          <p:nvPr>
            <p:ph sz="quarter" idx="13" hasCustomPrompt="1"/>
            <p:custDataLst>
              <p:tags r:id="rId3"/>
            </p:custDataLst>
          </p:nvPr>
        </p:nvSpPr>
        <p:spPr>
          <a:xfrm>
            <a:off x="4295775" y="3617913"/>
            <a:ext cx="3513138" cy="534987"/>
          </a:xfrm>
        </p:spPr>
        <p:txBody>
          <a:bodyPr vert="horz" lIns="91440" tIns="45720" rIns="91440" bIns="45720" anchor="t"/>
          <a:lstStyle/>
          <a:p>
            <a:pPr defTabSz="685800"/>
            <a:r>
              <a:rPr lang="en-US" altLang="zh-CN" kern="1200">
                <a:latin typeface="+mn-lt"/>
                <a:ea typeface="+mn-ea"/>
                <a:cs typeface="+mn-cs"/>
              </a:rPr>
              <a:t>THANK YOU</a:t>
            </a:r>
          </a:p>
        </p:txBody>
      </p:sp>
      <p:pic>
        <p:nvPicPr>
          <p:cNvPr id="87" name="图片 86" descr="tim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7270" y="2540"/>
            <a:ext cx="2282190" cy="9925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COMBINE_RELATE_SLIDE_ID" val="background20181909_1"/>
  <p:tag name="KSO_WM_TEMPLATE_CATEGORY" val="custom"/>
  <p:tag name="KSO_WM_TEMPLATE_INDEX" val="20186830"/>
  <p:tag name="KSO_WM_TEMPLATE_SUBCATEGORY" val="combine"/>
  <p:tag name="KSO_WM_TEMPLATE_THUMBS_INDEX" val="1、6、10、15、19、2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1*i*3"/>
  <p:tag name="KSO_WM_TEMPLATE_CATEGORY" val="custom"/>
  <p:tag name="KSO_WM_TEMPLATE_INDEX" val="20184556"/>
  <p:tag name="KSO_WM_UNIT_INDEX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1*i*4"/>
  <p:tag name="KSO_WM_TEMPLATE_CATEGORY" val="custom"/>
  <p:tag name="KSO_WM_TEMPLATE_INDEX" val="20184556"/>
  <p:tag name="KSO_WM_UNIT_INDEX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1*i*5"/>
  <p:tag name="KSO_WM_TEMPLATE_CATEGORY" val="custom"/>
  <p:tag name="KSO_WM_TEMPLATE_INDEX" val="20184556"/>
  <p:tag name="KSO_WM_UNIT_INDEX" val="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1*i*6"/>
  <p:tag name="KSO_WM_TEMPLATE_CATEGORY" val="custom"/>
  <p:tag name="KSO_WM_TEMPLATE_INDEX" val="20184556"/>
  <p:tag name="KSO_WM_UNIT_INDEX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1*i*7"/>
  <p:tag name="KSO_WM_TEMPLATE_CATEGORY" val="custom"/>
  <p:tag name="KSO_WM_TEMPLATE_INDEX" val="20184556"/>
  <p:tag name="KSO_WM_UNIT_INDEX" val="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22*i*2"/>
  <p:tag name="KSO_WM_TEMPLATE_CATEGORY" val="custom"/>
  <p:tag name="KSO_WM_TEMPLATE_INDEX" val="20184556"/>
  <p:tag name="KSO_WM_UNIT_INDEX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22*i*3"/>
  <p:tag name="KSO_WM_TEMPLATE_CATEGORY" val="custom"/>
  <p:tag name="KSO_WM_TEMPLATE_INDEX" val="20184556"/>
  <p:tag name="KSO_WM_UNIT_INDEX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22*i*4"/>
  <p:tag name="KSO_WM_TEMPLATE_CATEGORY" val="custom"/>
  <p:tag name="KSO_WM_TEMPLATE_INDEX" val="20184556"/>
  <p:tag name="KSO_WM_UNIT_INDEX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22*i*5"/>
  <p:tag name="KSO_WM_TEMPLATE_CATEGORY" val="custom"/>
  <p:tag name="KSO_WM_TEMPLATE_INDEX" val="20184556"/>
  <p:tag name="KSO_WM_UNIT_INDEX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22*i*6"/>
  <p:tag name="KSO_WM_TEMPLATE_CATEGORY" val="custom"/>
  <p:tag name="KSO_WM_TEMPLATE_INDEX" val="20184556"/>
  <p:tag name="KSO_WM_UNIT_INDEX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COMBINE_RELATE_SLIDE_ID" val="background20181909_1"/>
  <p:tag name="KSO_WM_TEMPLATE_CATEGORY" val="custom"/>
  <p:tag name="KSO_WM_TEMPLATE_INDEX" val="20186830"/>
  <p:tag name="KSO_WM_TEMPLATE_SUBCATEGORY" val="combine"/>
  <p:tag name="KSO_WM_TEMPLATE_THUMBS_INDEX" val="1、6、10、15、19、2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1*i*3"/>
  <p:tag name="KSO_WM_TEMPLATE_CATEGORY" val="custom"/>
  <p:tag name="KSO_WM_TEMPLATE_INDEX" val="20184556"/>
  <p:tag name="KSO_WM_UNIT_INDEX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1*i*4"/>
  <p:tag name="KSO_WM_TEMPLATE_CATEGORY" val="custom"/>
  <p:tag name="KSO_WM_TEMPLATE_INDEX" val="20184556"/>
  <p:tag name="KSO_WM_UNIT_INDEX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1*i*5"/>
  <p:tag name="KSO_WM_TEMPLATE_CATEGORY" val="custom"/>
  <p:tag name="KSO_WM_TEMPLATE_INDEX" val="20184556"/>
  <p:tag name="KSO_WM_UNIT_INDEX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1*i*6"/>
  <p:tag name="KSO_WM_TEMPLATE_CATEGORY" val="custom"/>
  <p:tag name="KSO_WM_TEMPLATE_INDEX" val="20184556"/>
  <p:tag name="KSO_WM_UNIT_INDEX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1*i*7"/>
  <p:tag name="KSO_WM_TEMPLATE_CATEGORY" val="custom"/>
  <p:tag name="KSO_WM_TEMPLATE_INDEX" val="20184556"/>
  <p:tag name="KSO_WM_UNIT_INDEX" val="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22*i*2"/>
  <p:tag name="KSO_WM_TEMPLATE_CATEGORY" val="custom"/>
  <p:tag name="KSO_WM_TEMPLATE_INDEX" val="20184556"/>
  <p:tag name="KSO_WM_UNIT_INDEX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22*i*3"/>
  <p:tag name="KSO_WM_TEMPLATE_CATEGORY" val="custom"/>
  <p:tag name="KSO_WM_TEMPLATE_INDEX" val="20184556"/>
  <p:tag name="KSO_WM_UNIT_INDEX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22*i*4"/>
  <p:tag name="KSO_WM_TEMPLATE_CATEGORY" val="custom"/>
  <p:tag name="KSO_WM_TEMPLATE_INDEX" val="20184556"/>
  <p:tag name="KSO_WM_UNIT_INDEX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22*i*5"/>
  <p:tag name="KSO_WM_TEMPLATE_CATEGORY" val="custom"/>
  <p:tag name="KSO_WM_TEMPLATE_INDEX" val="20184556"/>
  <p:tag name="KSO_WM_UNIT_INDEX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4556_22*i*6"/>
  <p:tag name="KSO_WM_TEMPLATE_CATEGORY" val="custom"/>
  <p:tag name="KSO_WM_TEMPLATE_INDEX" val="20184556"/>
  <p:tag name="KSO_WM_UNIT_INDEX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SLIDE_ITEM_CNT" val="2"/>
  <p:tag name="KSO_WM_SLIDE_LAYOUT" val="a_b_c"/>
  <p:tag name="KSO_WM_SLIDE_LAYOUT_CNT" val="1_1_1"/>
  <p:tag name="KSO_WM_SLIDE_TYPE" val="title"/>
  <p:tag name="KSO_WM_BEAUTIFY_FLAG" val="#wm#"/>
  <p:tag name="KSO_WM_COMBINE_RELATE_SLIDE_ID" val="background20181909_1"/>
  <p:tag name="KSO_WM_TEMPLATE_CATEGORY" val="custom"/>
  <p:tag name="KSO_WM_TEMPLATE_INDEX" val="20186830"/>
  <p:tag name="KSO_WM_SLIDE_ID" val="custom20186830_1"/>
  <p:tag name="KSO_WM_SLIDE_INDEX" val="1"/>
  <p:tag name="KSO_WM_TEMPLATE_SUBCATEGORY" val="combine"/>
  <p:tag name="KSO_WM_TEMPLATE_THUMBS_INDEX" val="1、6、10、15、19、22、"/>
  <p:tag name="KSO_WM_SLIDE_SUBTYPE" val="pureTxt"/>
  <p:tag name="KSO_WM_SLIDE_MODEL_TYPE" val="cov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0"/>
  <p:tag name="KSO_WM_TAG_VERSION" val="1.0"/>
  <p:tag name="KSO_WM_BEAUTIFY_FLAG" val="#wm#"/>
  <p:tag name="KSO_WM_UNIT_TYPE" val="a"/>
  <p:tag name="KSO_WM_UNIT_INDEX" val="1"/>
  <p:tag name="KSO_WM_UNIT_ID" val="custom20186830_1*a*1"/>
  <p:tag name="KSO_WM_UNIT_LAYERLEVEL" val="1"/>
  <p:tag name="KSO_WM_UNIT_VALUE" val="9"/>
  <p:tag name="KSO_WM_UNIT_ISCONTENTSTITLE" val="0"/>
  <p:tag name="KSO_WM_UNIT_HIGHLIGHT" val="0"/>
  <p:tag name="KSO_WM_UNIT_COMPATIBLE" val="0"/>
  <p:tag name="KSO_WM_UNIT_CLEAR" val="0"/>
  <p:tag name="KSO_WM_UNIT_PRESET_TEXT" val="黑白简约商务通用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0"/>
  <p:tag name="KSO_WM_TAG_VERSION" val="1.0"/>
  <p:tag name="KSO_WM_BEAUTIFY_FLAG" val="#wm#"/>
  <p:tag name="KSO_WM_UNIT_TYPE" val="b"/>
  <p:tag name="KSO_WM_UNIT_INDEX" val="1"/>
  <p:tag name="KSO_WM_UNIT_ID" val="custom20186830_1*b*1"/>
  <p:tag name="KSO_WM_UNIT_LAYERLEVEL" val="1"/>
  <p:tag name="KSO_WM_UNIT_VALUE" val="24"/>
  <p:tag name="KSO_WM_UNIT_ISCONTENTSTITLE" val="0"/>
  <p:tag name="KSO_WM_UNIT_HIGHLIGHT" val="0"/>
  <p:tag name="KSO_WM_UNIT_COMPATIBLE" val="0"/>
  <p:tag name="KSO_WM_UNIT_CLEAR" val="0"/>
  <p:tag name="KSO_WM_UNIT_PRESET_TEXT_INDEX" val="4"/>
  <p:tag name="KSO_WM_UNIT_PRESET_TEXT_LEN" val="5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0"/>
  <p:tag name="KSO_WM_UNIT_TYPE" val="c"/>
  <p:tag name="KSO_WM_UNIT_INDEX" val="1"/>
  <p:tag name="KSO_WM_UNIT_ID" val="custom20186830_1*c*1"/>
  <p:tag name="KSO_WM_UNIT_LAYERLEVEL" val="1"/>
  <p:tag name="KSO_WM_UNIT_VALUE" val="3"/>
  <p:tag name="KSO_WM_UNIT_HIGHLIGHT" val="0"/>
  <p:tag name="KSO_WM_UNIT_COMPATIBLE" val="1"/>
  <p:tag name="KSO_WM_UNIT_CLEAR" val="0"/>
  <p:tag name="KSO_WM_BEAUTIFY_FLAG" val="#wm#"/>
  <p:tag name="KSO_WM_TAG_VERSION" val="1.0"/>
  <p:tag name="KSO_WM_UNIT_PRESET_TEXT" val="201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SLIDE_ITEM_CNT" val="2"/>
  <p:tag name="KSO_WM_SLIDE_LAYOUT" val="a_b"/>
  <p:tag name="KSO_WM_SLIDE_LAYOUT_CNT" val="1_1"/>
  <p:tag name="KSO_WM_SLIDE_TYPE" val="endPage"/>
  <p:tag name="KSO_WM_BEAUTIFY_FLAG" val="#wm#"/>
  <p:tag name="KSO_WM_COMBINE_RELATE_SLIDE_ID" val="background20181909_19"/>
  <p:tag name="KSO_WM_TEMPLATE_CATEGORY" val="custom"/>
  <p:tag name="KSO_WM_TEMPLATE_INDEX" val="20186830"/>
  <p:tag name="KSO_WM_SLIDE_ID" val="custom20186830_22"/>
  <p:tag name="KSO_WM_SLIDE_INDEX" val="22"/>
  <p:tag name="KSO_WM_TEMPLATE_SUBCATEGORY" val="combine"/>
  <p:tag name="KSO_WM_SLIDE_SUBTYPE" val="pureTxt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0"/>
  <p:tag name="KSO_WM_TAG_VERSION" val="1.0"/>
  <p:tag name="KSO_WM_BEAUTIFY_FLAG" val="#wm#"/>
  <p:tag name="KSO_WM_UNIT_TYPE" val="a"/>
  <p:tag name="KSO_WM_UNIT_INDEX" val="1"/>
  <p:tag name="KSO_WM_UNIT_LAYERLEVEL" val="1"/>
  <p:tag name="KSO_WM_UNIT_VALUE" val="5"/>
  <p:tag name="KSO_WM_UNIT_ISCONTENTSTITLE" val="0"/>
  <p:tag name="KSO_WM_UNIT_HIGHLIGHT" val="0"/>
  <p:tag name="KSO_WM_UNIT_COMPATIBLE" val="0"/>
  <p:tag name="KSO_WM_UNIT_CLEAR" val="0"/>
  <p:tag name="KSO_WM_UNIT_ID" val="custom20186830_22*a*1"/>
  <p:tag name="KSO_WM_UNIT_PRESET_TEXT" val="谢谢观看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0"/>
  <p:tag name="KSO_WM_TAG_VERSION" val="1.0"/>
  <p:tag name="KSO_WM_BEAUTIFY_FLAG" val="#wm#"/>
  <p:tag name="KSO_WM_UNIT_TYPE" val="b"/>
  <p:tag name="KSO_WM_UNIT_INDEX" val="1"/>
  <p:tag name="KSO_WM_UNIT_ID" val="custom20186830_22*b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UNIT_PRESET_TEXT" val="THANK YOU"/>
</p:tagLst>
</file>

<file path=ppt/theme/theme1.xml><?xml version="1.0" encoding="utf-8"?>
<a:theme xmlns:a="http://schemas.openxmlformats.org/drawingml/2006/main" name="2_Office 主题​​">
  <a:themeElements>
    <a:clrScheme name="自定义 2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2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</TotalTime>
  <Words>37</Words>
  <Application>Microsoft Office PowerPoint</Application>
  <PresentationFormat>宽屏</PresentationFormat>
  <Paragraphs>7</Paragraphs>
  <Slides>28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3" baseType="lpstr">
      <vt:lpstr>黑体</vt:lpstr>
      <vt:lpstr>Arial</vt:lpstr>
      <vt:lpstr>Calibri</vt:lpstr>
      <vt:lpstr>2_Office 主题​​</vt:lpstr>
      <vt:lpstr>1_Office 主题​​</vt:lpstr>
      <vt:lpstr>基于深度学习的程序并行化方法研究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谢谢观看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能源勘探领域专用并行标记语言的设计与实现</dc:title>
  <dc:creator/>
  <cp:lastModifiedBy>Lenovo</cp:lastModifiedBy>
  <cp:revision>688</cp:revision>
  <dcterms:created xsi:type="dcterms:W3CDTF">2018-12-20T08:15:00Z</dcterms:created>
  <dcterms:modified xsi:type="dcterms:W3CDTF">2020-04-25T03:11:29Z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8</vt:lpwstr>
  </property>
  <property fmtid="{D5CDD505-2E9C-101B-9397-08002B2CF9AE}" pid="3" name="KSOProductBuildVer">
    <vt:lpwstr>2052-11.1.0.8205</vt:lpwstr>
  </property>
</Properties>
</file>